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6" r:id="rId2"/>
    <p:sldId id="283" r:id="rId3"/>
    <p:sldId id="329" r:id="rId4"/>
    <p:sldId id="330" r:id="rId5"/>
    <p:sldId id="331" r:id="rId6"/>
    <p:sldId id="347" r:id="rId7"/>
    <p:sldId id="335" r:id="rId8"/>
    <p:sldId id="336" r:id="rId9"/>
    <p:sldId id="348" r:id="rId10"/>
    <p:sldId id="349" r:id="rId11"/>
    <p:sldId id="322" r:id="rId12"/>
    <p:sldId id="339" r:id="rId13"/>
    <p:sldId id="350" r:id="rId14"/>
    <p:sldId id="351" r:id="rId15"/>
    <p:sldId id="352" r:id="rId16"/>
    <p:sldId id="353" r:id="rId17"/>
    <p:sldId id="345" r:id="rId18"/>
    <p:sldId id="326" r:id="rId19"/>
    <p:sldId id="282"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使用说明" id="{628F0846-A1E7-43EB-981C-E32757674BFE}">
          <p14:sldIdLst/>
        </p14:section>
        <p14:section name="模板版面" id="{E1D2693F-1426-4C2B-8703-97A118BF59FF}">
          <p14:sldIdLst>
            <p14:sldId id="256"/>
            <p14:sldId id="283"/>
            <p14:sldId id="329"/>
            <p14:sldId id="330"/>
            <p14:sldId id="331"/>
            <p14:sldId id="347"/>
            <p14:sldId id="335"/>
            <p14:sldId id="336"/>
            <p14:sldId id="348"/>
            <p14:sldId id="349"/>
            <p14:sldId id="322"/>
            <p14:sldId id="339"/>
            <p14:sldId id="350"/>
            <p14:sldId id="351"/>
            <p14:sldId id="352"/>
            <p14:sldId id="353"/>
            <p14:sldId id="345"/>
            <p14:sldId id="326"/>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8" d="100"/>
          <a:sy n="68" d="100"/>
        </p:scale>
        <p:origin x="88" y="8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7 Town" userId="f001bd45134943c1" providerId="LiveId" clId="{B667A64A-E2D8-450E-BE9E-DF564E47E9E7}"/>
    <pc:docChg chg="undo custSel addSld delSld modSld sldOrd modSection">
      <pc:chgData name="7 Town" userId="f001bd45134943c1" providerId="LiveId" clId="{B667A64A-E2D8-450E-BE9E-DF564E47E9E7}" dt="2024-10-31T05:55:41.391" v="3437" actId="1076"/>
      <pc:docMkLst>
        <pc:docMk/>
      </pc:docMkLst>
      <pc:sldChg chg="delSp modSp mod">
        <pc:chgData name="7 Town" userId="f001bd45134943c1" providerId="LiveId" clId="{B667A64A-E2D8-450E-BE9E-DF564E47E9E7}" dt="2024-10-30T14:16:41.369" v="119" actId="20577"/>
        <pc:sldMkLst>
          <pc:docMk/>
          <pc:sldMk cId="0" sldId="256"/>
        </pc:sldMkLst>
        <pc:spChg chg="mod">
          <ac:chgData name="7 Town" userId="f001bd45134943c1" providerId="LiveId" clId="{B667A64A-E2D8-450E-BE9E-DF564E47E9E7}" dt="2024-10-30T14:15:11.708" v="48" actId="20577"/>
          <ac:spMkLst>
            <pc:docMk/>
            <pc:sldMk cId="0" sldId="256"/>
            <ac:spMk id="5" creationId="{00000000-0000-0000-0000-000000000000}"/>
          </ac:spMkLst>
        </pc:spChg>
        <pc:spChg chg="del">
          <ac:chgData name="7 Town" userId="f001bd45134943c1" providerId="LiveId" clId="{B667A64A-E2D8-450E-BE9E-DF564E47E9E7}" dt="2024-10-30T14:16:17.405" v="49" actId="478"/>
          <ac:spMkLst>
            <pc:docMk/>
            <pc:sldMk cId="0" sldId="256"/>
            <ac:spMk id="6" creationId="{00000000-0000-0000-0000-000000000000}"/>
          </ac:spMkLst>
        </pc:spChg>
        <pc:spChg chg="del">
          <ac:chgData name="7 Town" userId="f001bd45134943c1" providerId="LiveId" clId="{B667A64A-E2D8-450E-BE9E-DF564E47E9E7}" dt="2024-10-30T14:16:18.613" v="50" actId="478"/>
          <ac:spMkLst>
            <pc:docMk/>
            <pc:sldMk cId="0" sldId="256"/>
            <ac:spMk id="7" creationId="{00000000-0000-0000-0000-000000000000}"/>
          </ac:spMkLst>
        </pc:spChg>
        <pc:spChg chg="mod">
          <ac:chgData name="7 Town" userId="f001bd45134943c1" providerId="LiveId" clId="{B667A64A-E2D8-450E-BE9E-DF564E47E9E7}" dt="2024-10-30T14:16:31.856" v="114" actId="1038"/>
          <ac:spMkLst>
            <pc:docMk/>
            <pc:sldMk cId="0" sldId="256"/>
            <ac:spMk id="8" creationId="{00000000-0000-0000-0000-000000000000}"/>
          </ac:spMkLst>
        </pc:spChg>
        <pc:spChg chg="mod">
          <ac:chgData name="7 Town" userId="f001bd45134943c1" providerId="LiveId" clId="{B667A64A-E2D8-450E-BE9E-DF564E47E9E7}" dt="2024-10-30T14:16:34.459" v="115" actId="20577"/>
          <ac:spMkLst>
            <pc:docMk/>
            <pc:sldMk cId="0" sldId="256"/>
            <ac:spMk id="9" creationId="{00000000-0000-0000-0000-000000000000}"/>
          </ac:spMkLst>
        </pc:spChg>
        <pc:spChg chg="del">
          <ac:chgData name="7 Town" userId="f001bd45134943c1" providerId="LiveId" clId="{B667A64A-E2D8-450E-BE9E-DF564E47E9E7}" dt="2024-10-30T14:16:20.171" v="52" actId="478"/>
          <ac:spMkLst>
            <pc:docMk/>
            <pc:sldMk cId="0" sldId="256"/>
            <ac:spMk id="10" creationId="{00000000-0000-0000-0000-000000000000}"/>
          </ac:spMkLst>
        </pc:spChg>
        <pc:spChg chg="del">
          <ac:chgData name="7 Town" userId="f001bd45134943c1" providerId="LiveId" clId="{B667A64A-E2D8-450E-BE9E-DF564E47E9E7}" dt="2024-10-30T14:16:19.269" v="51" actId="478"/>
          <ac:spMkLst>
            <pc:docMk/>
            <pc:sldMk cId="0" sldId="256"/>
            <ac:spMk id="11" creationId="{00000000-0000-0000-0000-000000000000}"/>
          </ac:spMkLst>
        </pc:spChg>
        <pc:spChg chg="mod">
          <ac:chgData name="7 Town" userId="f001bd45134943c1" providerId="LiveId" clId="{B667A64A-E2D8-450E-BE9E-DF564E47E9E7}" dt="2024-10-30T14:16:41.369" v="119" actId="20577"/>
          <ac:spMkLst>
            <pc:docMk/>
            <pc:sldMk cId="0" sldId="256"/>
            <ac:spMk id="17" creationId="{00000000-0000-0000-0000-000000000000}"/>
          </ac:spMkLst>
        </pc:spChg>
      </pc:sldChg>
      <pc:sldChg chg="addSp delSp modSp mod ord">
        <pc:chgData name="7 Town" userId="f001bd45134943c1" providerId="LiveId" clId="{B667A64A-E2D8-450E-BE9E-DF564E47E9E7}" dt="2024-10-31T04:35:03.015" v="2985"/>
        <pc:sldMkLst>
          <pc:docMk/>
          <pc:sldMk cId="0" sldId="257"/>
        </pc:sldMkLst>
        <pc:spChg chg="mod">
          <ac:chgData name="7 Town" userId="f001bd45134943c1" providerId="LiveId" clId="{B667A64A-E2D8-450E-BE9E-DF564E47E9E7}" dt="2024-10-30T14:21:33.740" v="279" actId="1036"/>
          <ac:spMkLst>
            <pc:docMk/>
            <pc:sldMk cId="0" sldId="257"/>
            <ac:spMk id="4" creationId="{C9EEF9FB-C9D5-9266-7E6B-3A1DD6A920C6}"/>
          </ac:spMkLst>
        </pc:spChg>
        <pc:spChg chg="del">
          <ac:chgData name="7 Town" userId="f001bd45134943c1" providerId="LiveId" clId="{B667A64A-E2D8-450E-BE9E-DF564E47E9E7}" dt="2024-10-30T14:21:20.774" v="249" actId="478"/>
          <ac:spMkLst>
            <pc:docMk/>
            <pc:sldMk cId="0" sldId="257"/>
            <ac:spMk id="5" creationId="{B27B92D3-414D-A7F6-9BCA-7B59DF14343B}"/>
          </ac:spMkLst>
        </pc:spChg>
        <pc:spChg chg="mod">
          <ac:chgData name="7 Town" userId="f001bd45134943c1" providerId="LiveId" clId="{B667A64A-E2D8-450E-BE9E-DF564E47E9E7}" dt="2024-10-30T14:21:33.740" v="279" actId="1036"/>
          <ac:spMkLst>
            <pc:docMk/>
            <pc:sldMk cId="0" sldId="257"/>
            <ac:spMk id="6" creationId="{B3D8EAB1-EE61-E053-C989-F95F6E74F818}"/>
          </ac:spMkLst>
        </pc:spChg>
        <pc:spChg chg="mod">
          <ac:chgData name="7 Town" userId="f001bd45134943c1" providerId="LiveId" clId="{B667A64A-E2D8-450E-BE9E-DF564E47E9E7}" dt="2024-10-30T14:21:33.740" v="279" actId="1036"/>
          <ac:spMkLst>
            <pc:docMk/>
            <pc:sldMk cId="0" sldId="257"/>
            <ac:spMk id="7" creationId="{1EB7FF0A-DD2B-1D38-A3BE-46B7179C3B17}"/>
          </ac:spMkLst>
        </pc:spChg>
        <pc:spChg chg="del">
          <ac:chgData name="7 Town" userId="f001bd45134943c1" providerId="LiveId" clId="{B667A64A-E2D8-450E-BE9E-DF564E47E9E7}" dt="2024-10-30T14:21:20.774" v="249" actId="478"/>
          <ac:spMkLst>
            <pc:docMk/>
            <pc:sldMk cId="0" sldId="257"/>
            <ac:spMk id="8" creationId="{F5005FE2-C215-0136-622A-75348B0F1639}"/>
          </ac:spMkLst>
        </pc:spChg>
        <pc:spChg chg="add mod">
          <ac:chgData name="7 Town" userId="f001bd45134943c1" providerId="LiveId" clId="{B667A64A-E2D8-450E-BE9E-DF564E47E9E7}" dt="2024-10-30T14:21:33.740" v="279" actId="1036"/>
          <ac:spMkLst>
            <pc:docMk/>
            <pc:sldMk cId="0" sldId="257"/>
            <ac:spMk id="9" creationId="{E6032721-8672-311E-2D9E-1E3BCE3D0DA8}"/>
          </ac:spMkLst>
        </pc:spChg>
        <pc:spChg chg="del mod">
          <ac:chgData name="7 Town" userId="f001bd45134943c1" providerId="LiveId" clId="{B667A64A-E2D8-450E-BE9E-DF564E47E9E7}" dt="2024-10-30T14:18:35.441" v="147"/>
          <ac:spMkLst>
            <pc:docMk/>
            <pc:sldMk cId="0" sldId="257"/>
            <ac:spMk id="31" creationId="{00000000-0000-0000-0000-000000000000}"/>
          </ac:spMkLst>
        </pc:spChg>
        <pc:spChg chg="mod">
          <ac:chgData name="7 Town" userId="f001bd45134943c1" providerId="LiveId" clId="{B667A64A-E2D8-450E-BE9E-DF564E47E9E7}" dt="2024-10-30T14:21:33.740" v="279" actId="1036"/>
          <ac:spMkLst>
            <pc:docMk/>
            <pc:sldMk cId="0" sldId="257"/>
            <ac:spMk id="33" creationId="{00000000-0000-0000-0000-000000000000}"/>
          </ac:spMkLst>
        </pc:spChg>
        <pc:spChg chg="mod">
          <ac:chgData name="7 Town" userId="f001bd45134943c1" providerId="LiveId" clId="{B667A64A-E2D8-450E-BE9E-DF564E47E9E7}" dt="2024-10-30T14:21:33.740" v="279" actId="1036"/>
          <ac:spMkLst>
            <pc:docMk/>
            <pc:sldMk cId="0" sldId="257"/>
            <ac:spMk id="46" creationId="{00000000-0000-0000-0000-000000000000}"/>
          </ac:spMkLst>
        </pc:spChg>
        <pc:spChg chg="mod">
          <ac:chgData name="7 Town" userId="f001bd45134943c1" providerId="LiveId" clId="{B667A64A-E2D8-450E-BE9E-DF564E47E9E7}" dt="2024-10-30T14:21:33.740" v="279" actId="1036"/>
          <ac:spMkLst>
            <pc:docMk/>
            <pc:sldMk cId="0" sldId="257"/>
            <ac:spMk id="47" creationId="{00000000-0000-0000-0000-000000000000}"/>
          </ac:spMkLst>
        </pc:spChg>
        <pc:spChg chg="del">
          <ac:chgData name="7 Town" userId="f001bd45134943c1" providerId="LiveId" clId="{B667A64A-E2D8-450E-BE9E-DF564E47E9E7}" dt="2024-10-30T14:21:20.774" v="249" actId="478"/>
          <ac:spMkLst>
            <pc:docMk/>
            <pc:sldMk cId="0" sldId="257"/>
            <ac:spMk id="49" creationId="{00000000-0000-0000-0000-000000000000}"/>
          </ac:spMkLst>
        </pc:spChg>
        <pc:spChg chg="del">
          <ac:chgData name="7 Town" userId="f001bd45134943c1" providerId="LiveId" clId="{B667A64A-E2D8-450E-BE9E-DF564E47E9E7}" dt="2024-10-30T14:21:20.774" v="249" actId="478"/>
          <ac:spMkLst>
            <pc:docMk/>
            <pc:sldMk cId="0" sldId="257"/>
            <ac:spMk id="50" creationId="{00000000-0000-0000-0000-000000000000}"/>
          </ac:spMkLst>
        </pc:spChg>
        <pc:spChg chg="mod">
          <ac:chgData name="7 Town" userId="f001bd45134943c1" providerId="LiveId" clId="{B667A64A-E2D8-450E-BE9E-DF564E47E9E7}" dt="2024-10-30T14:21:33.740" v="279" actId="1036"/>
          <ac:spMkLst>
            <pc:docMk/>
            <pc:sldMk cId="0" sldId="257"/>
            <ac:spMk id="53" creationId="{00000000-0000-0000-0000-000000000000}"/>
          </ac:spMkLst>
        </pc:spChg>
      </pc:sldChg>
      <pc:sldChg chg="del">
        <pc:chgData name="7 Town" userId="f001bd45134943c1" providerId="LiveId" clId="{B667A64A-E2D8-450E-BE9E-DF564E47E9E7}" dt="2024-10-30T14:19:10.778" v="157" actId="47"/>
        <pc:sldMkLst>
          <pc:docMk/>
          <pc:sldMk cId="0" sldId="263"/>
        </pc:sldMkLst>
      </pc:sldChg>
      <pc:sldChg chg="del">
        <pc:chgData name="7 Town" userId="f001bd45134943c1" providerId="LiveId" clId="{B667A64A-E2D8-450E-BE9E-DF564E47E9E7}" dt="2024-10-30T14:18:40.637" v="148" actId="47"/>
        <pc:sldMkLst>
          <pc:docMk/>
          <pc:sldMk cId="0" sldId="270"/>
        </pc:sldMkLst>
      </pc:sldChg>
      <pc:sldChg chg="modSp mod">
        <pc:chgData name="7 Town" userId="f001bd45134943c1" providerId="LiveId" clId="{B667A64A-E2D8-450E-BE9E-DF564E47E9E7}" dt="2024-10-30T14:53:32.341" v="737" actId="20577"/>
        <pc:sldMkLst>
          <pc:docMk/>
          <pc:sldMk cId="0" sldId="271"/>
        </pc:sldMkLst>
        <pc:spChg chg="mod">
          <ac:chgData name="7 Town" userId="f001bd45134943c1" providerId="LiveId" clId="{B667A64A-E2D8-450E-BE9E-DF564E47E9E7}" dt="2024-10-30T14:53:32.341" v="737" actId="20577"/>
          <ac:spMkLst>
            <pc:docMk/>
            <pc:sldMk cId="0" sldId="271"/>
            <ac:spMk id="22" creationId="{00000000-0000-0000-0000-000000000000}"/>
          </ac:spMkLst>
        </pc:spChg>
        <pc:spChg chg="mod">
          <ac:chgData name="7 Town" userId="f001bd45134943c1" providerId="LiveId" clId="{B667A64A-E2D8-450E-BE9E-DF564E47E9E7}" dt="2024-10-30T14:53:29.150" v="735" actId="20577"/>
          <ac:spMkLst>
            <pc:docMk/>
            <pc:sldMk cId="0" sldId="271"/>
            <ac:spMk id="23" creationId="{00000000-0000-0000-0000-000000000000}"/>
          </ac:spMkLst>
        </pc:spChg>
        <pc:cxnChg chg="mod">
          <ac:chgData name="7 Town" userId="f001bd45134943c1" providerId="LiveId" clId="{B667A64A-E2D8-450E-BE9E-DF564E47E9E7}" dt="2024-10-30T14:53:29.150" v="735" actId="20577"/>
          <ac:cxnSpMkLst>
            <pc:docMk/>
            <pc:sldMk cId="0" sldId="271"/>
            <ac:cxnSpMk id="17" creationId="{00000000-0000-0000-0000-000000000000}"/>
          </ac:cxnSpMkLst>
        </pc:cxnChg>
      </pc:sldChg>
      <pc:sldChg chg="del">
        <pc:chgData name="7 Town" userId="f001bd45134943c1" providerId="LiveId" clId="{B667A64A-E2D8-450E-BE9E-DF564E47E9E7}" dt="2024-10-30T14:19:14.467" v="161" actId="47"/>
        <pc:sldMkLst>
          <pc:docMk/>
          <pc:sldMk cId="0" sldId="272"/>
        </pc:sldMkLst>
      </pc:sldChg>
      <pc:sldChg chg="del">
        <pc:chgData name="7 Town" userId="f001bd45134943c1" providerId="LiveId" clId="{B667A64A-E2D8-450E-BE9E-DF564E47E9E7}" dt="2024-10-30T14:19:15.892" v="163" actId="47"/>
        <pc:sldMkLst>
          <pc:docMk/>
          <pc:sldMk cId="0" sldId="275"/>
        </pc:sldMkLst>
      </pc:sldChg>
      <pc:sldChg chg="modSp mod">
        <pc:chgData name="7 Town" userId="f001bd45134943c1" providerId="LiveId" clId="{B667A64A-E2D8-450E-BE9E-DF564E47E9E7}" dt="2024-10-31T04:31:23.518" v="2958" actId="20577"/>
        <pc:sldMkLst>
          <pc:docMk/>
          <pc:sldMk cId="0" sldId="282"/>
        </pc:sldMkLst>
        <pc:spChg chg="mod">
          <ac:chgData name="7 Town" userId="f001bd45134943c1" providerId="LiveId" clId="{B667A64A-E2D8-450E-BE9E-DF564E47E9E7}" dt="2024-10-31T04:31:23.518" v="2958" actId="20577"/>
          <ac:spMkLst>
            <pc:docMk/>
            <pc:sldMk cId="0" sldId="282"/>
            <ac:spMk id="32" creationId="{6ED19F00-1B39-5962-CD26-4C21FBE5D15D}"/>
          </ac:spMkLst>
        </pc:spChg>
      </pc:sldChg>
      <pc:sldChg chg="ord">
        <pc:chgData name="7 Town" userId="f001bd45134943c1" providerId="LiveId" clId="{B667A64A-E2D8-450E-BE9E-DF564E47E9E7}" dt="2024-10-30T14:23:31.239" v="372"/>
        <pc:sldMkLst>
          <pc:docMk/>
          <pc:sldMk cId="2260990853" sldId="283"/>
        </pc:sldMkLst>
      </pc:sldChg>
      <pc:sldChg chg="del">
        <pc:chgData name="7 Town" userId="f001bd45134943c1" providerId="LiveId" clId="{B667A64A-E2D8-450E-BE9E-DF564E47E9E7}" dt="2024-10-30T14:18:52.885" v="150" actId="47"/>
        <pc:sldMkLst>
          <pc:docMk/>
          <pc:sldMk cId="0" sldId="284"/>
        </pc:sldMkLst>
      </pc:sldChg>
      <pc:sldChg chg="del">
        <pc:chgData name="7 Town" userId="f001bd45134943c1" providerId="LiveId" clId="{B667A64A-E2D8-450E-BE9E-DF564E47E9E7}" dt="2024-10-30T14:19:00.475" v="153" actId="47"/>
        <pc:sldMkLst>
          <pc:docMk/>
          <pc:sldMk cId="1888956999" sldId="285"/>
        </pc:sldMkLst>
      </pc:sldChg>
      <pc:sldChg chg="del">
        <pc:chgData name="7 Town" userId="f001bd45134943c1" providerId="LiveId" clId="{B667A64A-E2D8-450E-BE9E-DF564E47E9E7}" dt="2024-10-30T14:18:46.970" v="149" actId="47"/>
        <pc:sldMkLst>
          <pc:docMk/>
          <pc:sldMk cId="1680628737" sldId="287"/>
        </pc:sldMkLst>
      </pc:sldChg>
      <pc:sldChg chg="del">
        <pc:chgData name="7 Town" userId="f001bd45134943c1" providerId="LiveId" clId="{B667A64A-E2D8-450E-BE9E-DF564E47E9E7}" dt="2024-10-30T14:19:08.819" v="155" actId="47"/>
        <pc:sldMkLst>
          <pc:docMk/>
          <pc:sldMk cId="318846087" sldId="288"/>
        </pc:sldMkLst>
      </pc:sldChg>
      <pc:sldChg chg="del">
        <pc:chgData name="7 Town" userId="f001bd45134943c1" providerId="LiveId" clId="{B667A64A-E2D8-450E-BE9E-DF564E47E9E7}" dt="2024-10-30T14:19:11.403" v="158" actId="47"/>
        <pc:sldMkLst>
          <pc:docMk/>
          <pc:sldMk cId="931995051" sldId="289"/>
        </pc:sldMkLst>
      </pc:sldChg>
      <pc:sldChg chg="del">
        <pc:chgData name="7 Town" userId="f001bd45134943c1" providerId="LiveId" clId="{B667A64A-E2D8-450E-BE9E-DF564E47E9E7}" dt="2024-10-30T14:19:12.133" v="159" actId="47"/>
        <pc:sldMkLst>
          <pc:docMk/>
          <pc:sldMk cId="1466323703" sldId="290"/>
        </pc:sldMkLst>
      </pc:sldChg>
      <pc:sldChg chg="del">
        <pc:chgData name="7 Town" userId="f001bd45134943c1" providerId="LiveId" clId="{B667A64A-E2D8-450E-BE9E-DF564E47E9E7}" dt="2024-10-30T14:19:13.013" v="160" actId="47"/>
        <pc:sldMkLst>
          <pc:docMk/>
          <pc:sldMk cId="0" sldId="291"/>
        </pc:sldMkLst>
      </pc:sldChg>
      <pc:sldChg chg="del">
        <pc:chgData name="7 Town" userId="f001bd45134943c1" providerId="LiveId" clId="{B667A64A-E2D8-450E-BE9E-DF564E47E9E7}" dt="2024-10-30T14:19:15.007" v="162" actId="47"/>
        <pc:sldMkLst>
          <pc:docMk/>
          <pc:sldMk cId="1281382066" sldId="292"/>
        </pc:sldMkLst>
      </pc:sldChg>
      <pc:sldChg chg="del">
        <pc:chgData name="7 Town" userId="f001bd45134943c1" providerId="LiveId" clId="{B667A64A-E2D8-450E-BE9E-DF564E47E9E7}" dt="2024-10-30T14:19:16.384" v="164" actId="47"/>
        <pc:sldMkLst>
          <pc:docMk/>
          <pc:sldMk cId="334691803" sldId="293"/>
        </pc:sldMkLst>
      </pc:sldChg>
      <pc:sldChg chg="modSp mod">
        <pc:chgData name="7 Town" userId="f001bd45134943c1" providerId="LiveId" clId="{B667A64A-E2D8-450E-BE9E-DF564E47E9E7}" dt="2024-10-30T14:22:47.684" v="361" actId="20577"/>
        <pc:sldMkLst>
          <pc:docMk/>
          <pc:sldMk cId="3440631483" sldId="294"/>
        </pc:sldMkLst>
        <pc:spChg chg="mod">
          <ac:chgData name="7 Town" userId="f001bd45134943c1" providerId="LiveId" clId="{B667A64A-E2D8-450E-BE9E-DF564E47E9E7}" dt="2024-10-30T14:21:51.550" v="281" actId="20577"/>
          <ac:spMkLst>
            <pc:docMk/>
            <pc:sldMk cId="3440631483" sldId="294"/>
            <ac:spMk id="22" creationId="{B46BC62D-448A-9EE6-EBB3-8A5E906E8191}"/>
          </ac:spMkLst>
        </pc:spChg>
        <pc:spChg chg="mod">
          <ac:chgData name="7 Town" userId="f001bd45134943c1" providerId="LiveId" clId="{B667A64A-E2D8-450E-BE9E-DF564E47E9E7}" dt="2024-10-30T14:22:47.684" v="361" actId="20577"/>
          <ac:spMkLst>
            <pc:docMk/>
            <pc:sldMk cId="3440631483" sldId="294"/>
            <ac:spMk id="23" creationId="{A789B3FF-A5BC-F6AF-AA4F-693F6B8D8E73}"/>
          </ac:spMkLst>
        </pc:spChg>
        <pc:cxnChg chg="mod">
          <ac:chgData name="7 Town" userId="f001bd45134943c1" providerId="LiveId" clId="{B667A64A-E2D8-450E-BE9E-DF564E47E9E7}" dt="2024-10-30T14:22:47.684" v="361" actId="20577"/>
          <ac:cxnSpMkLst>
            <pc:docMk/>
            <pc:sldMk cId="3440631483" sldId="294"/>
            <ac:cxnSpMk id="17" creationId="{E1C344C3-7EEC-5222-8931-C3797FD9F04B}"/>
          </ac:cxnSpMkLst>
        </pc:cxnChg>
      </pc:sldChg>
      <pc:sldChg chg="modSp mod">
        <pc:chgData name="7 Town" userId="f001bd45134943c1" providerId="LiveId" clId="{B667A64A-E2D8-450E-BE9E-DF564E47E9E7}" dt="2024-10-30T14:23:03.827" v="365" actId="20577"/>
        <pc:sldMkLst>
          <pc:docMk/>
          <pc:sldMk cId="0" sldId="296"/>
        </pc:sldMkLst>
        <pc:spChg chg="mod">
          <ac:chgData name="7 Town" userId="f001bd45134943c1" providerId="LiveId" clId="{B667A64A-E2D8-450E-BE9E-DF564E47E9E7}" dt="2024-10-30T14:21:55.137" v="283" actId="20577"/>
          <ac:spMkLst>
            <pc:docMk/>
            <pc:sldMk cId="0" sldId="296"/>
            <ac:spMk id="22" creationId="{00000000-0000-0000-0000-000000000000}"/>
          </ac:spMkLst>
        </pc:spChg>
        <pc:spChg chg="mod">
          <ac:chgData name="7 Town" userId="f001bd45134943c1" providerId="LiveId" clId="{B667A64A-E2D8-450E-BE9E-DF564E47E9E7}" dt="2024-10-30T14:23:03.827" v="365" actId="20577"/>
          <ac:spMkLst>
            <pc:docMk/>
            <pc:sldMk cId="0" sldId="296"/>
            <ac:spMk id="23" creationId="{00000000-0000-0000-0000-000000000000}"/>
          </ac:spMkLst>
        </pc:spChg>
        <pc:cxnChg chg="mod">
          <ac:chgData name="7 Town" userId="f001bd45134943c1" providerId="LiveId" clId="{B667A64A-E2D8-450E-BE9E-DF564E47E9E7}" dt="2024-10-30T14:23:03.827" v="365" actId="20577"/>
          <ac:cxnSpMkLst>
            <pc:docMk/>
            <pc:sldMk cId="0" sldId="296"/>
            <ac:cxnSpMk id="17" creationId="{00000000-0000-0000-0000-000000000000}"/>
          </ac:cxnSpMkLst>
        </pc:cxnChg>
      </pc:sldChg>
      <pc:sldChg chg="modSp mod">
        <pc:chgData name="7 Town" userId="f001bd45134943c1" providerId="LiveId" clId="{B667A64A-E2D8-450E-BE9E-DF564E47E9E7}" dt="2024-10-30T14:23:10.482" v="366"/>
        <pc:sldMkLst>
          <pc:docMk/>
          <pc:sldMk cId="2688855065" sldId="297"/>
        </pc:sldMkLst>
        <pc:spChg chg="mod">
          <ac:chgData name="7 Town" userId="f001bd45134943c1" providerId="LiveId" clId="{B667A64A-E2D8-450E-BE9E-DF564E47E9E7}" dt="2024-10-30T14:22:07.497" v="310" actId="20577"/>
          <ac:spMkLst>
            <pc:docMk/>
            <pc:sldMk cId="2688855065" sldId="297"/>
            <ac:spMk id="6" creationId="{70C45599-64D7-5AE7-6A3B-8829E5C37958}"/>
          </ac:spMkLst>
        </pc:spChg>
        <pc:spChg chg="mod">
          <ac:chgData name="7 Town" userId="f001bd45134943c1" providerId="LiveId" clId="{B667A64A-E2D8-450E-BE9E-DF564E47E9E7}" dt="2024-10-30T14:21:58.217" v="285" actId="20577"/>
          <ac:spMkLst>
            <pc:docMk/>
            <pc:sldMk cId="2688855065" sldId="297"/>
            <ac:spMk id="22" creationId="{42C2B12F-DB2F-A80E-7C3E-F5CA0B100E68}"/>
          </ac:spMkLst>
        </pc:spChg>
        <pc:spChg chg="mod">
          <ac:chgData name="7 Town" userId="f001bd45134943c1" providerId="LiveId" clId="{B667A64A-E2D8-450E-BE9E-DF564E47E9E7}" dt="2024-10-30T14:23:10.482" v="366"/>
          <ac:spMkLst>
            <pc:docMk/>
            <pc:sldMk cId="2688855065" sldId="297"/>
            <ac:spMk id="23" creationId="{5FC4F16C-06B4-3779-E897-AF8ACB1AD11E}"/>
          </ac:spMkLst>
        </pc:spChg>
        <pc:cxnChg chg="mod">
          <ac:chgData name="7 Town" userId="f001bd45134943c1" providerId="LiveId" clId="{B667A64A-E2D8-450E-BE9E-DF564E47E9E7}" dt="2024-10-30T14:23:10.482" v="366"/>
          <ac:cxnSpMkLst>
            <pc:docMk/>
            <pc:sldMk cId="2688855065" sldId="297"/>
            <ac:cxnSpMk id="17" creationId="{1EF0695D-6DD7-0B5C-3473-37BE0B40425F}"/>
          </ac:cxnSpMkLst>
        </pc:cxnChg>
      </pc:sldChg>
      <pc:sldChg chg="del">
        <pc:chgData name="7 Town" userId="f001bd45134943c1" providerId="LiveId" clId="{B667A64A-E2D8-450E-BE9E-DF564E47E9E7}" dt="2024-10-31T04:34:46.307" v="2982" actId="47"/>
        <pc:sldMkLst>
          <pc:docMk/>
          <pc:sldMk cId="1292668330" sldId="298"/>
        </pc:sldMkLst>
      </pc:sldChg>
      <pc:sldChg chg="add del">
        <pc:chgData name="7 Town" userId="f001bd45134943c1" providerId="LiveId" clId="{B667A64A-E2D8-450E-BE9E-DF564E47E9E7}" dt="2024-10-31T04:29:14.957" v="2933" actId="47"/>
        <pc:sldMkLst>
          <pc:docMk/>
          <pc:sldMk cId="3852725137" sldId="300"/>
        </pc:sldMkLst>
      </pc:sldChg>
      <pc:sldChg chg="addSp delSp del mod">
        <pc:chgData name="7 Town" userId="f001bd45134943c1" providerId="LiveId" clId="{B667A64A-E2D8-450E-BE9E-DF564E47E9E7}" dt="2024-10-31T04:25:04.364" v="2674" actId="47"/>
        <pc:sldMkLst>
          <pc:docMk/>
          <pc:sldMk cId="2972269572" sldId="302"/>
        </pc:sldMkLst>
        <pc:cxnChg chg="add del">
          <ac:chgData name="7 Town" userId="f001bd45134943c1" providerId="LiveId" clId="{B667A64A-E2D8-450E-BE9E-DF564E47E9E7}" dt="2024-10-31T04:22:36.126" v="2460" actId="478"/>
          <ac:cxnSpMkLst>
            <pc:docMk/>
            <pc:sldMk cId="2972269572" sldId="302"/>
            <ac:cxnSpMk id="50" creationId="{5C17277C-2556-7870-745E-CFC47ABEA18B}"/>
          </ac:cxnSpMkLst>
        </pc:cxnChg>
      </pc:sldChg>
      <pc:sldChg chg="del">
        <pc:chgData name="7 Town" userId="f001bd45134943c1" providerId="LiveId" clId="{B667A64A-E2D8-450E-BE9E-DF564E47E9E7}" dt="2024-10-31T04:29:16.473" v="2934" actId="47"/>
        <pc:sldMkLst>
          <pc:docMk/>
          <pc:sldMk cId="4044568378" sldId="303"/>
        </pc:sldMkLst>
      </pc:sldChg>
      <pc:sldChg chg="del">
        <pc:chgData name="7 Town" userId="f001bd45134943c1" providerId="LiveId" clId="{B667A64A-E2D8-450E-BE9E-DF564E47E9E7}" dt="2024-10-31T04:31:14.626" v="2950" actId="47"/>
        <pc:sldMkLst>
          <pc:docMk/>
          <pc:sldMk cId="2429392987" sldId="304"/>
        </pc:sldMkLst>
      </pc:sldChg>
      <pc:sldChg chg="del">
        <pc:chgData name="7 Town" userId="f001bd45134943c1" providerId="LiveId" clId="{B667A64A-E2D8-450E-BE9E-DF564E47E9E7}" dt="2024-10-30T14:18:55.622" v="151" actId="47"/>
        <pc:sldMkLst>
          <pc:docMk/>
          <pc:sldMk cId="2877809921" sldId="305"/>
        </pc:sldMkLst>
      </pc:sldChg>
      <pc:sldChg chg="del">
        <pc:chgData name="7 Town" userId="f001bd45134943c1" providerId="LiveId" clId="{B667A64A-E2D8-450E-BE9E-DF564E47E9E7}" dt="2024-10-30T14:18:58.902" v="152" actId="47"/>
        <pc:sldMkLst>
          <pc:docMk/>
          <pc:sldMk cId="770284014" sldId="306"/>
        </pc:sldMkLst>
      </pc:sldChg>
      <pc:sldChg chg="del">
        <pc:chgData name="7 Town" userId="f001bd45134943c1" providerId="LiveId" clId="{B667A64A-E2D8-450E-BE9E-DF564E47E9E7}" dt="2024-10-30T14:19:07.489" v="154" actId="47"/>
        <pc:sldMkLst>
          <pc:docMk/>
          <pc:sldMk cId="2323915836" sldId="307"/>
        </pc:sldMkLst>
      </pc:sldChg>
      <pc:sldChg chg="del">
        <pc:chgData name="7 Town" userId="f001bd45134943c1" providerId="LiveId" clId="{B667A64A-E2D8-450E-BE9E-DF564E47E9E7}" dt="2024-10-30T14:19:09.780" v="156" actId="47"/>
        <pc:sldMkLst>
          <pc:docMk/>
          <pc:sldMk cId="539292985" sldId="308"/>
        </pc:sldMkLst>
      </pc:sldChg>
      <pc:sldChg chg="del">
        <pc:chgData name="7 Town" userId="f001bd45134943c1" providerId="LiveId" clId="{B667A64A-E2D8-450E-BE9E-DF564E47E9E7}" dt="2024-10-30T14:19:18.153" v="165" actId="47"/>
        <pc:sldMkLst>
          <pc:docMk/>
          <pc:sldMk cId="792294725" sldId="309"/>
        </pc:sldMkLst>
      </pc:sldChg>
      <pc:sldChg chg="del">
        <pc:chgData name="7 Town" userId="f001bd45134943c1" providerId="LiveId" clId="{B667A64A-E2D8-450E-BE9E-DF564E47E9E7}" dt="2024-10-31T04:31:17.402" v="2952" actId="47"/>
        <pc:sldMkLst>
          <pc:docMk/>
          <pc:sldMk cId="3098677" sldId="310"/>
        </pc:sldMkLst>
      </pc:sldChg>
      <pc:sldChg chg="del">
        <pc:chgData name="7 Town" userId="f001bd45134943c1" providerId="LiveId" clId="{B667A64A-E2D8-450E-BE9E-DF564E47E9E7}" dt="2024-10-31T04:31:15.970" v="2951" actId="47"/>
        <pc:sldMkLst>
          <pc:docMk/>
          <pc:sldMk cId="0" sldId="311"/>
        </pc:sldMkLst>
      </pc:sldChg>
      <pc:sldChg chg="addSp delSp modSp add mod">
        <pc:chgData name="7 Town" userId="f001bd45134943c1" providerId="LiveId" clId="{B667A64A-E2D8-450E-BE9E-DF564E47E9E7}" dt="2024-10-30T15:23:47.939" v="875" actId="20577"/>
        <pc:sldMkLst>
          <pc:docMk/>
          <pc:sldMk cId="4057721287" sldId="312"/>
        </pc:sldMkLst>
        <pc:spChg chg="del">
          <ac:chgData name="7 Town" userId="f001bd45134943c1" providerId="LiveId" clId="{B667A64A-E2D8-450E-BE9E-DF564E47E9E7}" dt="2024-10-30T14:38:53.505" v="374" actId="478"/>
          <ac:spMkLst>
            <pc:docMk/>
            <pc:sldMk cId="4057721287" sldId="312"/>
            <ac:spMk id="5" creationId="{101834AE-2374-4A4E-B8E4-3925BE6B22FD}"/>
          </ac:spMkLst>
        </pc:spChg>
        <pc:spChg chg="del">
          <ac:chgData name="7 Town" userId="f001bd45134943c1" providerId="LiveId" clId="{B667A64A-E2D8-450E-BE9E-DF564E47E9E7}" dt="2024-10-30T14:38:53.505" v="374" actId="478"/>
          <ac:spMkLst>
            <pc:docMk/>
            <pc:sldMk cId="4057721287" sldId="312"/>
            <ac:spMk id="6" creationId="{1AD1BD68-862B-4787-228E-5B8A94246810}"/>
          </ac:spMkLst>
        </pc:spChg>
        <pc:spChg chg="add mod">
          <ac:chgData name="7 Town" userId="f001bd45134943c1" providerId="LiveId" clId="{B667A64A-E2D8-450E-BE9E-DF564E47E9E7}" dt="2024-10-30T14:42:54.935" v="384" actId="14100"/>
          <ac:spMkLst>
            <pc:docMk/>
            <pc:sldMk cId="4057721287" sldId="312"/>
            <ac:spMk id="7" creationId="{4B27E0A3-55F1-72DA-7F9D-14EABEC78646}"/>
          </ac:spMkLst>
        </pc:spChg>
        <pc:spChg chg="del">
          <ac:chgData name="7 Town" userId="f001bd45134943c1" providerId="LiveId" clId="{B667A64A-E2D8-450E-BE9E-DF564E47E9E7}" dt="2024-10-30T14:38:53.505" v="374" actId="478"/>
          <ac:spMkLst>
            <pc:docMk/>
            <pc:sldMk cId="4057721287" sldId="312"/>
            <ac:spMk id="8" creationId="{F59E1DFD-6906-807F-392E-BD67EE37925F}"/>
          </ac:spMkLst>
        </pc:spChg>
        <pc:spChg chg="add mod">
          <ac:chgData name="7 Town" userId="f001bd45134943c1" providerId="LiveId" clId="{B667A64A-E2D8-450E-BE9E-DF564E47E9E7}" dt="2024-10-30T14:52:08.603" v="688" actId="14100"/>
          <ac:spMkLst>
            <pc:docMk/>
            <pc:sldMk cId="4057721287" sldId="312"/>
            <ac:spMk id="9" creationId="{C1D0681E-F721-6BFB-B885-EB8BC6D5FB85}"/>
          </ac:spMkLst>
        </pc:spChg>
        <pc:spChg chg="add mod">
          <ac:chgData name="7 Town" userId="f001bd45134943c1" providerId="LiveId" clId="{B667A64A-E2D8-450E-BE9E-DF564E47E9E7}" dt="2024-10-30T14:43:30.988" v="506" actId="14100"/>
          <ac:spMkLst>
            <pc:docMk/>
            <pc:sldMk cId="4057721287" sldId="312"/>
            <ac:spMk id="10" creationId="{3B345163-973E-AFFB-0A81-1D22AA35DE62}"/>
          </ac:spMkLst>
        </pc:spChg>
        <pc:spChg chg="add mod">
          <ac:chgData name="7 Town" userId="f001bd45134943c1" providerId="LiveId" clId="{B667A64A-E2D8-450E-BE9E-DF564E47E9E7}" dt="2024-10-30T14:52:46.027" v="697" actId="113"/>
          <ac:spMkLst>
            <pc:docMk/>
            <pc:sldMk cId="4057721287" sldId="312"/>
            <ac:spMk id="11" creationId="{F39D7498-00C1-F989-AFA5-04930503AA68}"/>
          </ac:spMkLst>
        </pc:spChg>
        <pc:spChg chg="add mod">
          <ac:chgData name="7 Town" userId="f001bd45134943c1" providerId="LiveId" clId="{B667A64A-E2D8-450E-BE9E-DF564E47E9E7}" dt="2024-10-30T14:42:43.679" v="383"/>
          <ac:spMkLst>
            <pc:docMk/>
            <pc:sldMk cId="4057721287" sldId="312"/>
            <ac:spMk id="12" creationId="{AF088626-665D-884B-8D85-CD1DA0F6FB12}"/>
          </ac:spMkLst>
        </pc:spChg>
        <pc:spChg chg="del">
          <ac:chgData name="7 Town" userId="f001bd45134943c1" providerId="LiveId" clId="{B667A64A-E2D8-450E-BE9E-DF564E47E9E7}" dt="2024-10-30T14:38:53.505" v="374" actId="478"/>
          <ac:spMkLst>
            <pc:docMk/>
            <pc:sldMk cId="4057721287" sldId="312"/>
            <ac:spMk id="18" creationId="{46BD8B4F-C66F-1F35-99B1-91B52F26F83B}"/>
          </ac:spMkLst>
        </pc:spChg>
        <pc:spChg chg="mod">
          <ac:chgData name="7 Town" userId="f001bd45134943c1" providerId="LiveId" clId="{B667A64A-E2D8-450E-BE9E-DF564E47E9E7}" dt="2024-10-30T15:23:47.939" v="875" actId="20577"/>
          <ac:spMkLst>
            <pc:docMk/>
            <pc:sldMk cId="4057721287" sldId="312"/>
            <ac:spMk id="22" creationId="{A60CA604-FDA0-122F-2F1D-8A12C3C912F8}"/>
          </ac:spMkLst>
        </pc:spChg>
        <pc:spChg chg="mod">
          <ac:chgData name="7 Town" userId="f001bd45134943c1" providerId="LiveId" clId="{B667A64A-E2D8-450E-BE9E-DF564E47E9E7}" dt="2024-10-30T14:53:44.258" v="738"/>
          <ac:spMkLst>
            <pc:docMk/>
            <pc:sldMk cId="4057721287" sldId="312"/>
            <ac:spMk id="23" creationId="{84B97315-8ADB-ADAD-480E-30E641DB63AA}"/>
          </ac:spMkLst>
        </pc:spChg>
        <pc:picChg chg="del">
          <ac:chgData name="7 Town" userId="f001bd45134943c1" providerId="LiveId" clId="{B667A64A-E2D8-450E-BE9E-DF564E47E9E7}" dt="2024-10-30T14:38:53.505" v="374" actId="478"/>
          <ac:picMkLst>
            <pc:docMk/>
            <pc:sldMk cId="4057721287" sldId="312"/>
            <ac:picMk id="3" creationId="{1539248B-40DA-6B29-EBDF-5BE815C6F050}"/>
          </ac:picMkLst>
        </pc:picChg>
        <pc:picChg chg="add mod">
          <ac:chgData name="7 Town" userId="f001bd45134943c1" providerId="LiveId" clId="{B667A64A-E2D8-450E-BE9E-DF564E47E9E7}" dt="2024-10-30T14:52:57.371" v="700" actId="1036"/>
          <ac:picMkLst>
            <pc:docMk/>
            <pc:sldMk cId="4057721287" sldId="312"/>
            <ac:picMk id="4" creationId="{4FE18A65-CF1F-A181-E63A-B1B91408B48C}"/>
          </ac:picMkLst>
        </pc:picChg>
        <pc:cxnChg chg="mod">
          <ac:chgData name="7 Town" userId="f001bd45134943c1" providerId="LiveId" clId="{B667A64A-E2D8-450E-BE9E-DF564E47E9E7}" dt="2024-10-30T14:53:44.258" v="738"/>
          <ac:cxnSpMkLst>
            <pc:docMk/>
            <pc:sldMk cId="4057721287" sldId="312"/>
            <ac:cxnSpMk id="17" creationId="{4F319AF6-D05F-88F6-D21A-67C053689619}"/>
          </ac:cxnSpMkLst>
        </pc:cxnChg>
      </pc:sldChg>
      <pc:sldChg chg="addSp delSp modSp add mod">
        <pc:chgData name="7 Town" userId="f001bd45134943c1" providerId="LiveId" clId="{B667A64A-E2D8-450E-BE9E-DF564E47E9E7}" dt="2024-10-31T04:33:20.366" v="2975" actId="1076"/>
        <pc:sldMkLst>
          <pc:docMk/>
          <pc:sldMk cId="3923266500" sldId="313"/>
        </pc:sldMkLst>
        <pc:spChg chg="add mod">
          <ac:chgData name="7 Town" userId="f001bd45134943c1" providerId="LiveId" clId="{B667A64A-E2D8-450E-BE9E-DF564E47E9E7}" dt="2024-10-31T04:33:20.366" v="2975" actId="1076"/>
          <ac:spMkLst>
            <pc:docMk/>
            <pc:sldMk cId="3923266500" sldId="313"/>
            <ac:spMk id="2" creationId="{AE494519-1EAA-C192-0E70-38F3DAF690B5}"/>
          </ac:spMkLst>
        </pc:spChg>
        <pc:spChg chg="add mod ord">
          <ac:chgData name="7 Town" userId="f001bd45134943c1" providerId="LiveId" clId="{B667A64A-E2D8-450E-BE9E-DF564E47E9E7}" dt="2024-10-30T15:03:51.463" v="761" actId="14100"/>
          <ac:spMkLst>
            <pc:docMk/>
            <pc:sldMk cId="3923266500" sldId="313"/>
            <ac:spMk id="4" creationId="{CEF952D3-ED85-4C6D-626D-A25613351D14}"/>
          </ac:spMkLst>
        </pc:spChg>
        <pc:spChg chg="add mod">
          <ac:chgData name="7 Town" userId="f001bd45134943c1" providerId="LiveId" clId="{B667A64A-E2D8-450E-BE9E-DF564E47E9E7}" dt="2024-10-30T15:04:39.329" v="783" actId="20577"/>
          <ac:spMkLst>
            <pc:docMk/>
            <pc:sldMk cId="3923266500" sldId="313"/>
            <ac:spMk id="7" creationId="{9EC4125B-007E-9ED1-0191-7F644197B1FD}"/>
          </ac:spMkLst>
        </pc:spChg>
        <pc:spChg chg="add mod">
          <ac:chgData name="7 Town" userId="f001bd45134943c1" providerId="LiveId" clId="{B667A64A-E2D8-450E-BE9E-DF564E47E9E7}" dt="2024-10-30T15:13:42.732" v="863" actId="20577"/>
          <ac:spMkLst>
            <pc:docMk/>
            <pc:sldMk cId="3923266500" sldId="313"/>
            <ac:spMk id="10" creationId="{01B22F66-17D9-8780-296F-EC29B77EF04F}"/>
          </ac:spMkLst>
        </pc:spChg>
        <pc:spChg chg="add mod">
          <ac:chgData name="7 Town" userId="f001bd45134943c1" providerId="LiveId" clId="{B667A64A-E2D8-450E-BE9E-DF564E47E9E7}" dt="2024-10-30T15:24:22.758" v="884"/>
          <ac:spMkLst>
            <pc:docMk/>
            <pc:sldMk cId="3923266500" sldId="313"/>
            <ac:spMk id="11" creationId="{5EF5CA5F-D8C2-C488-A374-5AB15AE0C05A}"/>
          </ac:spMkLst>
        </pc:spChg>
        <pc:spChg chg="mod">
          <ac:chgData name="7 Town" userId="f001bd45134943c1" providerId="LiveId" clId="{B667A64A-E2D8-450E-BE9E-DF564E47E9E7}" dt="2024-10-30T15:23:51.762" v="877" actId="20577"/>
          <ac:spMkLst>
            <pc:docMk/>
            <pc:sldMk cId="3923266500" sldId="313"/>
            <ac:spMk id="22" creationId="{3748FEE5-8FEE-7774-A74A-A1B7C3CB8B72}"/>
          </ac:spMkLst>
        </pc:spChg>
        <pc:spChg chg="mod">
          <ac:chgData name="7 Town" userId="f001bd45134943c1" providerId="LiveId" clId="{B667A64A-E2D8-450E-BE9E-DF564E47E9E7}" dt="2024-10-30T15:24:02.735" v="878"/>
          <ac:spMkLst>
            <pc:docMk/>
            <pc:sldMk cId="3923266500" sldId="313"/>
            <ac:spMk id="23" creationId="{CDB1A4BB-29CD-5D52-D316-C6C3BD552551}"/>
          </ac:spMkLst>
        </pc:spChg>
        <pc:picChg chg="add del mod">
          <ac:chgData name="7 Town" userId="f001bd45134943c1" providerId="LiveId" clId="{B667A64A-E2D8-450E-BE9E-DF564E47E9E7}" dt="2024-10-30T15:03:03.906" v="749" actId="478"/>
          <ac:picMkLst>
            <pc:docMk/>
            <pc:sldMk cId="3923266500" sldId="313"/>
            <ac:picMk id="3" creationId="{730EBC4C-7A09-4A40-05AE-690F4C8B3E83}"/>
          </ac:picMkLst>
        </pc:picChg>
        <pc:picChg chg="add mod">
          <ac:chgData name="7 Town" userId="f001bd45134943c1" providerId="LiveId" clId="{B667A64A-E2D8-450E-BE9E-DF564E47E9E7}" dt="2024-10-30T15:18:12.346" v="869" actId="1036"/>
          <ac:picMkLst>
            <pc:docMk/>
            <pc:sldMk cId="3923266500" sldId="313"/>
            <ac:picMk id="6" creationId="{AAEA97F1-5034-C1CF-E90A-61F33A535A4A}"/>
          </ac:picMkLst>
        </pc:picChg>
        <pc:picChg chg="add mod">
          <ac:chgData name="7 Town" userId="f001bd45134943c1" providerId="LiveId" clId="{B667A64A-E2D8-450E-BE9E-DF564E47E9E7}" dt="2024-10-30T15:12:46.014" v="842" actId="1076"/>
          <ac:picMkLst>
            <pc:docMk/>
            <pc:sldMk cId="3923266500" sldId="313"/>
            <ac:picMk id="1025" creationId="{1E107B61-E4DC-99E9-17F1-F95040E03F2A}"/>
          </ac:picMkLst>
        </pc:picChg>
        <pc:picChg chg="add mod">
          <ac:chgData name="7 Town" userId="f001bd45134943c1" providerId="LiveId" clId="{B667A64A-E2D8-450E-BE9E-DF564E47E9E7}" dt="2024-10-30T15:13:51.371" v="864" actId="1076"/>
          <ac:picMkLst>
            <pc:docMk/>
            <pc:sldMk cId="3923266500" sldId="313"/>
            <ac:picMk id="1026" creationId="{E3DA1D8F-91E2-E86D-BCD8-9D4C3970ECE5}"/>
          </ac:picMkLst>
        </pc:picChg>
        <pc:picChg chg="add mod">
          <ac:chgData name="7 Town" userId="f001bd45134943c1" providerId="LiveId" clId="{B667A64A-E2D8-450E-BE9E-DF564E47E9E7}" dt="2024-10-30T15:14:03.292" v="866" actId="1076"/>
          <ac:picMkLst>
            <pc:docMk/>
            <pc:sldMk cId="3923266500" sldId="313"/>
            <ac:picMk id="1027" creationId="{0716A4C3-79EC-5689-708D-3FF9D8EA9773}"/>
          </ac:picMkLst>
        </pc:picChg>
        <pc:cxnChg chg="add mod">
          <ac:chgData name="7 Town" userId="f001bd45134943c1" providerId="LiveId" clId="{B667A64A-E2D8-450E-BE9E-DF564E47E9E7}" dt="2024-10-30T15:04:14.659" v="764" actId="14100"/>
          <ac:cxnSpMkLst>
            <pc:docMk/>
            <pc:sldMk cId="3923266500" sldId="313"/>
            <ac:cxnSpMk id="8" creationId="{8FD4DD2A-EDFE-DAAA-2FCA-9293D28A9FE7}"/>
          </ac:cxnSpMkLst>
        </pc:cxnChg>
        <pc:cxnChg chg="mod">
          <ac:chgData name="7 Town" userId="f001bd45134943c1" providerId="LiveId" clId="{B667A64A-E2D8-450E-BE9E-DF564E47E9E7}" dt="2024-10-30T15:24:02.735" v="878"/>
          <ac:cxnSpMkLst>
            <pc:docMk/>
            <pc:sldMk cId="3923266500" sldId="313"/>
            <ac:cxnSpMk id="17" creationId="{87CCE2E5-C7F2-1FDA-261E-0E7E0ABD54C4}"/>
          </ac:cxnSpMkLst>
        </pc:cxnChg>
      </pc:sldChg>
      <pc:sldChg chg="addSp delSp modSp add mod">
        <pc:chgData name="7 Town" userId="f001bd45134943c1" providerId="LiveId" clId="{B667A64A-E2D8-450E-BE9E-DF564E47E9E7}" dt="2024-10-31T04:34:14.039" v="2981" actId="1076"/>
        <pc:sldMkLst>
          <pc:docMk/>
          <pc:sldMk cId="4003733967" sldId="314"/>
        </pc:sldMkLst>
        <pc:spChg chg="add mod">
          <ac:chgData name="7 Town" userId="f001bd45134943c1" providerId="LiveId" clId="{B667A64A-E2D8-450E-BE9E-DF564E47E9E7}" dt="2024-10-31T04:34:14.039" v="2981" actId="1076"/>
          <ac:spMkLst>
            <pc:docMk/>
            <pc:sldMk cId="4003733967" sldId="314"/>
            <ac:spMk id="2" creationId="{2D678330-A138-5013-4DD2-2AFF16C73D0F}"/>
          </ac:spMkLst>
        </pc:spChg>
        <pc:spChg chg="add del mod">
          <ac:chgData name="7 Town" userId="f001bd45134943c1" providerId="LiveId" clId="{B667A64A-E2D8-450E-BE9E-DF564E47E9E7}" dt="2024-10-30T15:25:10.699" v="893" actId="478"/>
          <ac:spMkLst>
            <pc:docMk/>
            <pc:sldMk cId="4003733967" sldId="314"/>
            <ac:spMk id="2" creationId="{786D282A-CFEC-432C-F437-D207F4EDE8C1}"/>
          </ac:spMkLst>
        </pc:spChg>
        <pc:spChg chg="add mod">
          <ac:chgData name="7 Town" userId="f001bd45134943c1" providerId="LiveId" clId="{B667A64A-E2D8-450E-BE9E-DF564E47E9E7}" dt="2024-10-30T15:26:00.758" v="924" actId="14100"/>
          <ac:spMkLst>
            <pc:docMk/>
            <pc:sldMk cId="4003733967" sldId="314"/>
            <ac:spMk id="5" creationId="{4784ACD2-A22B-C014-854D-4F36E443AD7F}"/>
          </ac:spMkLst>
        </pc:spChg>
        <pc:spChg chg="add mod">
          <ac:chgData name="7 Town" userId="f001bd45134943c1" providerId="LiveId" clId="{B667A64A-E2D8-450E-BE9E-DF564E47E9E7}" dt="2024-10-30T15:35:50.451" v="1053" actId="113"/>
          <ac:spMkLst>
            <pc:docMk/>
            <pc:sldMk cId="4003733967" sldId="314"/>
            <ac:spMk id="8" creationId="{0E1D0F00-E5F3-8229-D63B-6276A4C1E663}"/>
          </ac:spMkLst>
        </pc:spChg>
        <pc:spChg chg="mod">
          <ac:chgData name="7 Town" userId="f001bd45134943c1" providerId="LiveId" clId="{B667A64A-E2D8-450E-BE9E-DF564E47E9E7}" dt="2024-10-30T15:24:08.245" v="880" actId="20577"/>
          <ac:spMkLst>
            <pc:docMk/>
            <pc:sldMk cId="4003733967" sldId="314"/>
            <ac:spMk id="22" creationId="{154364B0-AAEA-28BB-AA7B-63BCECD113BB}"/>
          </ac:spMkLst>
        </pc:spChg>
        <pc:spChg chg="mod">
          <ac:chgData name="7 Town" userId="f001bd45134943c1" providerId="LiveId" clId="{B667A64A-E2D8-450E-BE9E-DF564E47E9E7}" dt="2024-10-30T15:24:12.453" v="881"/>
          <ac:spMkLst>
            <pc:docMk/>
            <pc:sldMk cId="4003733967" sldId="314"/>
            <ac:spMk id="23" creationId="{A2F1C1FE-2A4F-3586-9178-F190D67602FF}"/>
          </ac:spMkLst>
        </pc:spChg>
        <pc:picChg chg="add mod">
          <ac:chgData name="7 Town" userId="f001bd45134943c1" providerId="LiveId" clId="{B667A64A-E2D8-450E-BE9E-DF564E47E9E7}" dt="2024-10-30T15:25:08.927" v="892" actId="1076"/>
          <ac:picMkLst>
            <pc:docMk/>
            <pc:sldMk cId="4003733967" sldId="314"/>
            <ac:picMk id="4" creationId="{83D46A79-1C72-8A72-94D6-0B3C05920A1A}"/>
          </ac:picMkLst>
        </pc:picChg>
        <pc:cxnChg chg="add mod">
          <ac:chgData name="7 Town" userId="f001bd45134943c1" providerId="LiveId" clId="{B667A64A-E2D8-450E-BE9E-DF564E47E9E7}" dt="2024-10-30T15:25:31.762" v="896" actId="14100"/>
          <ac:cxnSpMkLst>
            <pc:docMk/>
            <pc:sldMk cId="4003733967" sldId="314"/>
            <ac:cxnSpMk id="6" creationId="{C7416301-E6D7-B5F9-A41A-578DEC2E934A}"/>
          </ac:cxnSpMkLst>
        </pc:cxnChg>
        <pc:cxnChg chg="mod">
          <ac:chgData name="7 Town" userId="f001bd45134943c1" providerId="LiveId" clId="{B667A64A-E2D8-450E-BE9E-DF564E47E9E7}" dt="2024-10-30T15:24:12.453" v="881"/>
          <ac:cxnSpMkLst>
            <pc:docMk/>
            <pc:sldMk cId="4003733967" sldId="314"/>
            <ac:cxnSpMk id="17" creationId="{BC63EE56-8E03-E486-342A-DE7140A6EBC9}"/>
          </ac:cxnSpMkLst>
        </pc:cxnChg>
      </pc:sldChg>
      <pc:sldChg chg="addSp delSp modSp add mod">
        <pc:chgData name="7 Town" userId="f001bd45134943c1" providerId="LiveId" clId="{B667A64A-E2D8-450E-BE9E-DF564E47E9E7}" dt="2024-10-30T15:42:55.838" v="1072" actId="478"/>
        <pc:sldMkLst>
          <pc:docMk/>
          <pc:sldMk cId="4257416287" sldId="315"/>
        </pc:sldMkLst>
        <pc:spChg chg="add del mod">
          <ac:chgData name="7 Town" userId="f001bd45134943c1" providerId="LiveId" clId="{B667A64A-E2D8-450E-BE9E-DF564E47E9E7}" dt="2024-10-30T15:42:55.838" v="1072" actId="478"/>
          <ac:spMkLst>
            <pc:docMk/>
            <pc:sldMk cId="4257416287" sldId="315"/>
            <ac:spMk id="2" creationId="{A0F29796-0235-52B5-65E1-00D536A9CF48}"/>
          </ac:spMkLst>
        </pc:spChg>
        <pc:cxnChg chg="add del mod">
          <ac:chgData name="7 Town" userId="f001bd45134943c1" providerId="LiveId" clId="{B667A64A-E2D8-450E-BE9E-DF564E47E9E7}" dt="2024-10-30T15:42:55.838" v="1072" actId="478"/>
          <ac:cxnSpMkLst>
            <pc:docMk/>
            <pc:sldMk cId="4257416287" sldId="315"/>
            <ac:cxnSpMk id="3" creationId="{C2B243D8-A883-2A24-3258-F03D875DF180}"/>
          </ac:cxnSpMkLst>
        </pc:cxnChg>
      </pc:sldChg>
      <pc:sldChg chg="add">
        <pc:chgData name="7 Town" userId="f001bd45134943c1" providerId="LiveId" clId="{B667A64A-E2D8-450E-BE9E-DF564E47E9E7}" dt="2024-10-30T15:36:01.825" v="1054" actId="2890"/>
        <pc:sldMkLst>
          <pc:docMk/>
          <pc:sldMk cId="1092797306" sldId="316"/>
        </pc:sldMkLst>
      </pc:sldChg>
      <pc:sldChg chg="addSp delSp modSp add mod">
        <pc:chgData name="7 Town" userId="f001bd45134943c1" providerId="LiveId" clId="{B667A64A-E2D8-450E-BE9E-DF564E47E9E7}" dt="2024-10-31T05:30:16.763" v="3389" actId="478"/>
        <pc:sldMkLst>
          <pc:docMk/>
          <pc:sldMk cId="4145450257" sldId="317"/>
        </pc:sldMkLst>
        <pc:spChg chg="mod">
          <ac:chgData name="7 Town" userId="f001bd45134943c1" providerId="LiveId" clId="{B667A64A-E2D8-450E-BE9E-DF564E47E9E7}" dt="2024-10-30T15:43:19.251" v="1121" actId="14100"/>
          <ac:spMkLst>
            <pc:docMk/>
            <pc:sldMk cId="4145450257" sldId="317"/>
            <ac:spMk id="5" creationId="{E8614B31-F90B-AD47-7B9A-5F689CC42F95}"/>
          </ac:spMkLst>
        </pc:spChg>
        <pc:spChg chg="add del mod">
          <ac:chgData name="7 Town" userId="f001bd45134943c1" providerId="LiveId" clId="{B667A64A-E2D8-450E-BE9E-DF564E47E9E7}" dt="2024-10-31T05:30:16.763" v="3389" actId="478"/>
          <ac:spMkLst>
            <pc:docMk/>
            <pc:sldMk cId="4145450257" sldId="317"/>
            <ac:spMk id="7" creationId="{FFCAB267-C04D-15E1-3DD0-E8B1011C8B26}"/>
          </ac:spMkLst>
        </pc:spChg>
        <pc:spChg chg="mod">
          <ac:chgData name="7 Town" userId="f001bd45134943c1" providerId="LiveId" clId="{B667A64A-E2D8-450E-BE9E-DF564E47E9E7}" dt="2024-10-30T15:45:17.648" v="1153" actId="13926"/>
          <ac:spMkLst>
            <pc:docMk/>
            <pc:sldMk cId="4145450257" sldId="317"/>
            <ac:spMk id="8" creationId="{9039ECA7-5F66-70FC-D6C6-2DF3C8760D6C}"/>
          </ac:spMkLst>
        </pc:spChg>
        <pc:picChg chg="add mod">
          <ac:chgData name="7 Town" userId="f001bd45134943c1" providerId="LiveId" clId="{B667A64A-E2D8-450E-BE9E-DF564E47E9E7}" dt="2024-10-30T15:46:10.922" v="1168" actId="1076"/>
          <ac:picMkLst>
            <pc:docMk/>
            <pc:sldMk cId="4145450257" sldId="317"/>
            <ac:picMk id="3" creationId="{AC5AF893-0A44-2156-789B-87C9D2029CC3}"/>
          </ac:picMkLst>
        </pc:picChg>
        <pc:picChg chg="del">
          <ac:chgData name="7 Town" userId="f001bd45134943c1" providerId="LiveId" clId="{B667A64A-E2D8-450E-BE9E-DF564E47E9E7}" dt="2024-10-30T16:08:20.573" v="1587" actId="478"/>
          <ac:picMkLst>
            <pc:docMk/>
            <pc:sldMk cId="4145450257" sldId="317"/>
            <ac:picMk id="4" creationId="{279376D7-2D89-8917-11C1-E6D113994C10}"/>
          </ac:picMkLst>
        </pc:picChg>
        <pc:picChg chg="add mod">
          <ac:chgData name="7 Town" userId="f001bd45134943c1" providerId="LiveId" clId="{B667A64A-E2D8-450E-BE9E-DF564E47E9E7}" dt="2024-10-30T16:08:34.549" v="1591" actId="1076"/>
          <ac:picMkLst>
            <pc:docMk/>
            <pc:sldMk cId="4145450257" sldId="317"/>
            <ac:picMk id="10" creationId="{8992C943-D162-6D90-D26B-D6B6DD3EA832}"/>
          </ac:picMkLst>
        </pc:picChg>
        <pc:picChg chg="add del mod">
          <ac:chgData name="7 Town" userId="f001bd45134943c1" providerId="LiveId" clId="{B667A64A-E2D8-450E-BE9E-DF564E47E9E7}" dt="2024-10-30T15:45:35.821" v="1158" actId="478"/>
          <ac:picMkLst>
            <pc:docMk/>
            <pc:sldMk cId="4145450257" sldId="317"/>
            <ac:picMk id="2049" creationId="{7648AD8E-155C-200E-51F1-EC97CCDF5A08}"/>
          </ac:picMkLst>
        </pc:picChg>
      </pc:sldChg>
      <pc:sldChg chg="addSp delSp modSp add mod">
        <pc:chgData name="7 Town" userId="f001bd45134943c1" providerId="LiveId" clId="{B667A64A-E2D8-450E-BE9E-DF564E47E9E7}" dt="2024-10-30T16:05:31.511" v="1556" actId="1076"/>
        <pc:sldMkLst>
          <pc:docMk/>
          <pc:sldMk cId="1004014711" sldId="318"/>
        </pc:sldMkLst>
        <pc:spChg chg="del mod">
          <ac:chgData name="7 Town" userId="f001bd45134943c1" providerId="LiveId" clId="{B667A64A-E2D8-450E-BE9E-DF564E47E9E7}" dt="2024-10-30T16:05:07.673" v="1468" actId="478"/>
          <ac:spMkLst>
            <pc:docMk/>
            <pc:sldMk cId="1004014711" sldId="318"/>
            <ac:spMk id="5" creationId="{99E55F86-0D10-1CC2-9DDE-6777423FC3C5}"/>
          </ac:spMkLst>
        </pc:spChg>
        <pc:spChg chg="del">
          <ac:chgData name="7 Town" userId="f001bd45134943c1" providerId="LiveId" clId="{B667A64A-E2D8-450E-BE9E-DF564E47E9E7}" dt="2024-10-30T15:48:32.661" v="1222" actId="478"/>
          <ac:spMkLst>
            <pc:docMk/>
            <pc:sldMk cId="1004014711" sldId="318"/>
            <ac:spMk id="7" creationId="{00148DA8-BFED-6067-8590-9DC3A1BBB855}"/>
          </ac:spMkLst>
        </pc:spChg>
        <pc:spChg chg="mod">
          <ac:chgData name="7 Town" userId="f001bd45134943c1" providerId="LiveId" clId="{B667A64A-E2D8-450E-BE9E-DF564E47E9E7}" dt="2024-10-30T16:05:27.936" v="1555" actId="1036"/>
          <ac:spMkLst>
            <pc:docMk/>
            <pc:sldMk cId="1004014711" sldId="318"/>
            <ac:spMk id="8" creationId="{90766D52-BB73-C1B1-134E-17191CB7C574}"/>
          </ac:spMkLst>
        </pc:spChg>
        <pc:spChg chg="add mod">
          <ac:chgData name="7 Town" userId="f001bd45134943c1" providerId="LiveId" clId="{B667A64A-E2D8-450E-BE9E-DF564E47E9E7}" dt="2024-10-30T16:05:17.983" v="1535" actId="1035"/>
          <ac:spMkLst>
            <pc:docMk/>
            <pc:sldMk cId="1004014711" sldId="318"/>
            <ac:spMk id="15" creationId="{2449A24A-97E4-805A-826B-1A86C36EEB2A}"/>
          </ac:spMkLst>
        </pc:spChg>
        <pc:picChg chg="del">
          <ac:chgData name="7 Town" userId="f001bd45134943c1" providerId="LiveId" clId="{B667A64A-E2D8-450E-BE9E-DF564E47E9E7}" dt="2024-10-30T15:48:34.479" v="1223" actId="478"/>
          <ac:picMkLst>
            <pc:docMk/>
            <pc:sldMk cId="1004014711" sldId="318"/>
            <ac:picMk id="3" creationId="{02CF8945-C58A-2055-DEC8-D83FFD036C6B}"/>
          </ac:picMkLst>
        </pc:picChg>
        <pc:picChg chg="del">
          <ac:chgData name="7 Town" userId="f001bd45134943c1" providerId="LiveId" clId="{B667A64A-E2D8-450E-BE9E-DF564E47E9E7}" dt="2024-10-30T16:02:47.751" v="1444" actId="478"/>
          <ac:picMkLst>
            <pc:docMk/>
            <pc:sldMk cId="1004014711" sldId="318"/>
            <ac:picMk id="4" creationId="{3FC92ACB-4F41-2E61-311F-B60D3D4626E8}"/>
          </ac:picMkLst>
        </pc:picChg>
        <pc:picChg chg="add del mod">
          <ac:chgData name="7 Town" userId="f001bd45134943c1" providerId="LiveId" clId="{B667A64A-E2D8-450E-BE9E-DF564E47E9E7}" dt="2024-10-30T16:03:08.659" v="1448" actId="478"/>
          <ac:picMkLst>
            <pc:docMk/>
            <pc:sldMk cId="1004014711" sldId="318"/>
            <ac:picMk id="9" creationId="{276B69DF-4301-D3F3-4C65-BC8DA1FF4C74}"/>
          </ac:picMkLst>
        </pc:picChg>
        <pc:picChg chg="add mod">
          <ac:chgData name="7 Town" userId="f001bd45134943c1" providerId="LiveId" clId="{B667A64A-E2D8-450E-BE9E-DF564E47E9E7}" dt="2024-10-30T16:05:31.511" v="1556" actId="1076"/>
          <ac:picMkLst>
            <pc:docMk/>
            <pc:sldMk cId="1004014711" sldId="318"/>
            <ac:picMk id="11" creationId="{43FAA6BF-0387-9B1D-BDF9-9881EA431AC8}"/>
          </ac:picMkLst>
        </pc:picChg>
        <pc:picChg chg="add mod">
          <ac:chgData name="7 Town" userId="f001bd45134943c1" providerId="LiveId" clId="{B667A64A-E2D8-450E-BE9E-DF564E47E9E7}" dt="2024-10-30T16:05:27.936" v="1555" actId="1036"/>
          <ac:picMkLst>
            <pc:docMk/>
            <pc:sldMk cId="1004014711" sldId="318"/>
            <ac:picMk id="5121" creationId="{C4735E3A-D6B4-896B-B8F8-F1717DD318DB}"/>
          </ac:picMkLst>
        </pc:picChg>
        <pc:picChg chg="add mod">
          <ac:chgData name="7 Town" userId="f001bd45134943c1" providerId="LiveId" clId="{B667A64A-E2D8-450E-BE9E-DF564E47E9E7}" dt="2024-10-30T16:05:27.936" v="1555" actId="1036"/>
          <ac:picMkLst>
            <pc:docMk/>
            <pc:sldMk cId="1004014711" sldId="318"/>
            <ac:picMk id="5122" creationId="{F087A82C-31D1-834C-03CC-04BA65364935}"/>
          </ac:picMkLst>
        </pc:picChg>
        <pc:cxnChg chg="del mod">
          <ac:chgData name="7 Town" userId="f001bd45134943c1" providerId="LiveId" clId="{B667A64A-E2D8-450E-BE9E-DF564E47E9E7}" dt="2024-10-30T16:05:08.155" v="1469" actId="478"/>
          <ac:cxnSpMkLst>
            <pc:docMk/>
            <pc:sldMk cId="1004014711" sldId="318"/>
            <ac:cxnSpMk id="6" creationId="{6E7BFF8E-3CBE-C332-60FD-5C8617E8573C}"/>
          </ac:cxnSpMkLst>
        </pc:cxnChg>
        <pc:cxnChg chg="add mod">
          <ac:chgData name="7 Town" userId="f001bd45134943c1" providerId="LiveId" clId="{B667A64A-E2D8-450E-BE9E-DF564E47E9E7}" dt="2024-10-30T16:05:17.983" v="1535" actId="1035"/>
          <ac:cxnSpMkLst>
            <pc:docMk/>
            <pc:sldMk cId="1004014711" sldId="318"/>
            <ac:cxnSpMk id="16" creationId="{A9178BF6-2757-8E24-4B32-ED35A49140B2}"/>
          </ac:cxnSpMkLst>
        </pc:cxnChg>
      </pc:sldChg>
      <pc:sldChg chg="addSp delSp modSp add mod">
        <pc:chgData name="7 Town" userId="f001bd45134943c1" providerId="LiveId" clId="{B667A64A-E2D8-450E-BE9E-DF564E47E9E7}" dt="2024-10-31T05:51:09.047" v="3436" actId="1076"/>
        <pc:sldMkLst>
          <pc:docMk/>
          <pc:sldMk cId="2729081619" sldId="319"/>
        </pc:sldMkLst>
        <pc:spChg chg="del mod">
          <ac:chgData name="7 Town" userId="f001bd45134943c1" providerId="LiveId" clId="{B667A64A-E2D8-450E-BE9E-DF564E47E9E7}" dt="2024-10-30T16:05:52.983" v="1559" actId="478"/>
          <ac:spMkLst>
            <pc:docMk/>
            <pc:sldMk cId="2729081619" sldId="319"/>
            <ac:spMk id="5" creationId="{16ECDE96-FA18-EC19-37C4-9883169AF05A}"/>
          </ac:spMkLst>
        </pc:spChg>
        <pc:spChg chg="mod">
          <ac:chgData name="7 Town" userId="f001bd45134943c1" providerId="LiveId" clId="{B667A64A-E2D8-450E-BE9E-DF564E47E9E7}" dt="2024-10-31T05:51:06.956" v="3435" actId="20577"/>
          <ac:spMkLst>
            <pc:docMk/>
            <pc:sldMk cId="2729081619" sldId="319"/>
            <ac:spMk id="8" creationId="{4A4442DA-8E7F-E05C-F79D-46D68FCD6D81}"/>
          </ac:spMkLst>
        </pc:spChg>
        <pc:spChg chg="add mod">
          <ac:chgData name="7 Town" userId="f001bd45134943c1" providerId="LiveId" clId="{B667A64A-E2D8-450E-BE9E-DF564E47E9E7}" dt="2024-10-30T16:05:55.863" v="1560"/>
          <ac:spMkLst>
            <pc:docMk/>
            <pc:sldMk cId="2729081619" sldId="319"/>
            <ac:spMk id="9" creationId="{9E70EC43-B8B2-216E-C227-D0298F2D90A7}"/>
          </ac:spMkLst>
        </pc:spChg>
        <pc:picChg chg="add mod">
          <ac:chgData name="7 Town" userId="f001bd45134943c1" providerId="LiveId" clId="{B667A64A-E2D8-450E-BE9E-DF564E47E9E7}" dt="2024-10-30T16:06:16.731" v="1586" actId="1076"/>
          <ac:picMkLst>
            <pc:docMk/>
            <pc:sldMk cId="2729081619" sldId="319"/>
            <ac:picMk id="3" creationId="{1F203FC3-D484-93DC-77AA-2F1A035FBDEA}"/>
          </ac:picMkLst>
        </pc:picChg>
        <pc:picChg chg="del">
          <ac:chgData name="7 Town" userId="f001bd45134943c1" providerId="LiveId" clId="{B667A64A-E2D8-450E-BE9E-DF564E47E9E7}" dt="2024-10-30T15:59:11.641" v="1370" actId="478"/>
          <ac:picMkLst>
            <pc:docMk/>
            <pc:sldMk cId="2729081619" sldId="319"/>
            <ac:picMk id="4" creationId="{20BD9CDD-3B6A-1CD3-CFF5-074916BEDC34}"/>
          </ac:picMkLst>
        </pc:picChg>
        <pc:picChg chg="del">
          <ac:chgData name="7 Town" userId="f001bd45134943c1" providerId="LiveId" clId="{B667A64A-E2D8-450E-BE9E-DF564E47E9E7}" dt="2024-10-30T15:53:56.304" v="1293" actId="478"/>
          <ac:picMkLst>
            <pc:docMk/>
            <pc:sldMk cId="2729081619" sldId="319"/>
            <ac:picMk id="5121" creationId="{5DC0E815-7B14-B64D-0FCC-BB8A166269DA}"/>
          </ac:picMkLst>
        </pc:picChg>
        <pc:picChg chg="del">
          <ac:chgData name="7 Town" userId="f001bd45134943c1" providerId="LiveId" clId="{B667A64A-E2D8-450E-BE9E-DF564E47E9E7}" dt="2024-10-30T15:53:58.058" v="1294" actId="478"/>
          <ac:picMkLst>
            <pc:docMk/>
            <pc:sldMk cId="2729081619" sldId="319"/>
            <ac:picMk id="5122" creationId="{64C284AF-1F2A-8DBF-B65A-8996BB98DF1D}"/>
          </ac:picMkLst>
        </pc:picChg>
        <pc:picChg chg="add mod">
          <ac:chgData name="7 Town" userId="f001bd45134943c1" providerId="LiveId" clId="{B667A64A-E2D8-450E-BE9E-DF564E47E9E7}" dt="2024-10-30T16:06:13.376" v="1585" actId="1037"/>
          <ac:picMkLst>
            <pc:docMk/>
            <pc:sldMk cId="2729081619" sldId="319"/>
            <ac:picMk id="6145" creationId="{DB71383C-AD90-D422-A9C8-004E3BECC1FE}"/>
          </ac:picMkLst>
        </pc:picChg>
        <pc:picChg chg="add mod">
          <ac:chgData name="7 Town" userId="f001bd45134943c1" providerId="LiveId" clId="{B667A64A-E2D8-450E-BE9E-DF564E47E9E7}" dt="2024-10-30T16:06:13.376" v="1585" actId="1037"/>
          <ac:picMkLst>
            <pc:docMk/>
            <pc:sldMk cId="2729081619" sldId="319"/>
            <ac:picMk id="6146" creationId="{AD876A71-5DD0-9FC8-33DA-77EE058CF76D}"/>
          </ac:picMkLst>
        </pc:picChg>
        <pc:picChg chg="add del mod">
          <ac:chgData name="7 Town" userId="f001bd45134943c1" providerId="LiveId" clId="{B667A64A-E2D8-450E-BE9E-DF564E47E9E7}" dt="2024-10-30T16:01:17.693" v="1392" actId="478"/>
          <ac:picMkLst>
            <pc:docMk/>
            <pc:sldMk cId="2729081619" sldId="319"/>
            <ac:picMk id="6147" creationId="{B0704B26-86D8-7F46-427E-5646C9A14DB6}"/>
          </ac:picMkLst>
        </pc:picChg>
        <pc:picChg chg="add mod">
          <ac:chgData name="7 Town" userId="f001bd45134943c1" providerId="LiveId" clId="{B667A64A-E2D8-450E-BE9E-DF564E47E9E7}" dt="2024-10-30T16:06:13.376" v="1585" actId="1037"/>
          <ac:picMkLst>
            <pc:docMk/>
            <pc:sldMk cId="2729081619" sldId="319"/>
            <ac:picMk id="6148" creationId="{553BFC01-E8A4-0598-C1CB-561CA3CA3DD2}"/>
          </ac:picMkLst>
        </pc:picChg>
        <pc:picChg chg="add mod">
          <ac:chgData name="7 Town" userId="f001bd45134943c1" providerId="LiveId" clId="{B667A64A-E2D8-450E-BE9E-DF564E47E9E7}" dt="2024-10-30T16:06:13.376" v="1585" actId="1037"/>
          <ac:picMkLst>
            <pc:docMk/>
            <pc:sldMk cId="2729081619" sldId="319"/>
            <ac:picMk id="6149" creationId="{970F5AC8-66D9-2F38-D4E0-54171DA8F13D}"/>
          </ac:picMkLst>
        </pc:picChg>
        <pc:picChg chg="add mod">
          <ac:chgData name="7 Town" userId="f001bd45134943c1" providerId="LiveId" clId="{B667A64A-E2D8-450E-BE9E-DF564E47E9E7}" dt="2024-10-30T16:06:13.376" v="1585" actId="1037"/>
          <ac:picMkLst>
            <pc:docMk/>
            <pc:sldMk cId="2729081619" sldId="319"/>
            <ac:picMk id="6150" creationId="{31040C94-7553-B696-5F22-96581E3E52AB}"/>
          </ac:picMkLst>
        </pc:picChg>
        <pc:picChg chg="add mod">
          <ac:chgData name="7 Town" userId="f001bd45134943c1" providerId="LiveId" clId="{B667A64A-E2D8-450E-BE9E-DF564E47E9E7}" dt="2024-10-30T16:06:13.376" v="1585" actId="1037"/>
          <ac:picMkLst>
            <pc:docMk/>
            <pc:sldMk cId="2729081619" sldId="319"/>
            <ac:picMk id="6151" creationId="{3CF91B3D-AB86-21D3-B612-B74B62486452}"/>
          </ac:picMkLst>
        </pc:picChg>
        <pc:picChg chg="add mod">
          <ac:chgData name="7 Town" userId="f001bd45134943c1" providerId="LiveId" clId="{B667A64A-E2D8-450E-BE9E-DF564E47E9E7}" dt="2024-10-31T05:51:09.047" v="3436" actId="1076"/>
          <ac:picMkLst>
            <pc:docMk/>
            <pc:sldMk cId="2729081619" sldId="319"/>
            <ac:picMk id="6152" creationId="{4B652FDC-D243-4863-CAEA-4700AE83483D}"/>
          </ac:picMkLst>
        </pc:picChg>
        <pc:cxnChg chg="del mod">
          <ac:chgData name="7 Town" userId="f001bd45134943c1" providerId="LiveId" clId="{B667A64A-E2D8-450E-BE9E-DF564E47E9E7}" dt="2024-10-30T16:05:47.003" v="1558" actId="478"/>
          <ac:cxnSpMkLst>
            <pc:docMk/>
            <pc:sldMk cId="2729081619" sldId="319"/>
            <ac:cxnSpMk id="6" creationId="{982DA840-ED52-3F59-6DDA-58A077E01C2F}"/>
          </ac:cxnSpMkLst>
        </pc:cxnChg>
        <pc:cxnChg chg="add mod">
          <ac:chgData name="7 Town" userId="f001bd45134943c1" providerId="LiveId" clId="{B667A64A-E2D8-450E-BE9E-DF564E47E9E7}" dt="2024-10-30T16:05:44.297" v="1557"/>
          <ac:cxnSpMkLst>
            <pc:docMk/>
            <pc:sldMk cId="2729081619" sldId="319"/>
            <ac:cxnSpMk id="10" creationId="{1B217465-A388-F8B2-F313-85496BF6FDCB}"/>
          </ac:cxnSpMkLst>
        </pc:cxnChg>
      </pc:sldChg>
      <pc:sldChg chg="addSp modSp add mod ord">
        <pc:chgData name="7 Town" userId="f001bd45134943c1" providerId="LiveId" clId="{B667A64A-E2D8-450E-BE9E-DF564E47E9E7}" dt="2024-10-30T16:13:43.395" v="1676" actId="20577"/>
        <pc:sldMkLst>
          <pc:docMk/>
          <pc:sldMk cId="696633196" sldId="320"/>
        </pc:sldMkLst>
        <pc:spChg chg="mod">
          <ac:chgData name="7 Town" userId="f001bd45134943c1" providerId="LiveId" clId="{B667A64A-E2D8-450E-BE9E-DF564E47E9E7}" dt="2024-10-30T16:10:17.964" v="1601" actId="20577"/>
          <ac:spMkLst>
            <pc:docMk/>
            <pc:sldMk cId="696633196" sldId="320"/>
            <ac:spMk id="5" creationId="{0867252D-EA9E-2349-DFDE-9A072993E968}"/>
          </ac:spMkLst>
        </pc:spChg>
        <pc:spChg chg="mod">
          <ac:chgData name="7 Town" userId="f001bd45134943c1" providerId="LiveId" clId="{B667A64A-E2D8-450E-BE9E-DF564E47E9E7}" dt="2024-10-30T16:13:43.395" v="1676" actId="20577"/>
          <ac:spMkLst>
            <pc:docMk/>
            <pc:sldMk cId="696633196" sldId="320"/>
            <ac:spMk id="8" creationId="{EEF42460-58C4-4F6C-8735-7EBC73DFBCD3}"/>
          </ac:spMkLst>
        </pc:spChg>
        <pc:picChg chg="add mod">
          <ac:chgData name="7 Town" userId="f001bd45134943c1" providerId="LiveId" clId="{B667A64A-E2D8-450E-BE9E-DF564E47E9E7}" dt="2024-10-30T16:11:23.622" v="1617" actId="1076"/>
          <ac:picMkLst>
            <pc:docMk/>
            <pc:sldMk cId="696633196" sldId="320"/>
            <ac:picMk id="7169" creationId="{DC2EE2E8-E9CA-40F8-452B-2E1863FE9872}"/>
          </ac:picMkLst>
        </pc:picChg>
        <pc:picChg chg="add mod">
          <ac:chgData name="7 Town" userId="f001bd45134943c1" providerId="LiveId" clId="{B667A64A-E2D8-450E-BE9E-DF564E47E9E7}" dt="2024-10-30T16:12:49.366" v="1631" actId="1076"/>
          <ac:picMkLst>
            <pc:docMk/>
            <pc:sldMk cId="696633196" sldId="320"/>
            <ac:picMk id="7170" creationId="{75640425-E46B-385E-8CDE-DC210A761BCF}"/>
          </ac:picMkLst>
        </pc:picChg>
        <pc:picChg chg="add mod">
          <ac:chgData name="7 Town" userId="f001bd45134943c1" providerId="LiveId" clId="{B667A64A-E2D8-450E-BE9E-DF564E47E9E7}" dt="2024-10-30T16:13:18.975" v="1668" actId="1076"/>
          <ac:picMkLst>
            <pc:docMk/>
            <pc:sldMk cId="696633196" sldId="320"/>
            <ac:picMk id="7171" creationId="{AE8FAF10-C808-33E6-046F-4BC1B5C61919}"/>
          </ac:picMkLst>
        </pc:picChg>
      </pc:sldChg>
      <pc:sldChg chg="addSp delSp modSp mod">
        <pc:chgData name="7 Town" userId="f001bd45134943c1" providerId="LiveId" clId="{B667A64A-E2D8-450E-BE9E-DF564E47E9E7}" dt="2024-10-31T04:22:48.103" v="2463" actId="1076"/>
        <pc:sldMkLst>
          <pc:docMk/>
          <pc:sldMk cId="344419927" sldId="323"/>
        </pc:sldMkLst>
        <pc:spChg chg="add mod">
          <ac:chgData name="7 Town" userId="f001bd45134943c1" providerId="LiveId" clId="{B667A64A-E2D8-450E-BE9E-DF564E47E9E7}" dt="2024-10-31T04:22:48.103" v="2463" actId="1076"/>
          <ac:spMkLst>
            <pc:docMk/>
            <pc:sldMk cId="344419927" sldId="323"/>
            <ac:spMk id="2" creationId="{5C143E8A-B940-8E5F-FFAE-8FCBCEF18FD3}"/>
          </ac:spMkLst>
        </pc:spChg>
        <pc:spChg chg="mod">
          <ac:chgData name="7 Town" userId="f001bd45134943c1" providerId="LiveId" clId="{B667A64A-E2D8-450E-BE9E-DF564E47E9E7}" dt="2024-10-31T04:20:48.637" v="2161" actId="1035"/>
          <ac:spMkLst>
            <pc:docMk/>
            <pc:sldMk cId="344419927" sldId="323"/>
            <ac:spMk id="4" creationId="{6A64AD10-A76A-D5AD-A8C7-7453CF1E09DA}"/>
          </ac:spMkLst>
        </pc:spChg>
        <pc:spChg chg="mod">
          <ac:chgData name="7 Town" userId="f001bd45134943c1" providerId="LiveId" clId="{B667A64A-E2D8-450E-BE9E-DF564E47E9E7}" dt="2024-10-31T04:21:31.127" v="2457" actId="13926"/>
          <ac:spMkLst>
            <pc:docMk/>
            <pc:sldMk cId="344419927" sldId="323"/>
            <ac:spMk id="6" creationId="{35BB9E95-E079-CC50-DD9E-59190C68DAEC}"/>
          </ac:spMkLst>
        </pc:spChg>
        <pc:picChg chg="mod">
          <ac:chgData name="7 Town" userId="f001bd45134943c1" providerId="LiveId" clId="{B667A64A-E2D8-450E-BE9E-DF564E47E9E7}" dt="2024-10-31T04:21:12.172" v="2455" actId="1037"/>
          <ac:picMkLst>
            <pc:docMk/>
            <pc:sldMk cId="344419927" sldId="323"/>
            <ac:picMk id="3" creationId="{49269114-D349-FD30-342E-5E2FF822559D}"/>
          </ac:picMkLst>
        </pc:picChg>
        <pc:cxnChg chg="add del mod">
          <ac:chgData name="7 Town" userId="f001bd45134943c1" providerId="LiveId" clId="{B667A64A-E2D8-450E-BE9E-DF564E47E9E7}" dt="2024-10-31T04:21:07.065" v="2397" actId="14100"/>
          <ac:cxnSpMkLst>
            <pc:docMk/>
            <pc:sldMk cId="344419927" sldId="323"/>
            <ac:cxnSpMk id="5" creationId="{27352B39-4029-10E7-0527-F27D265F7D67}"/>
          </ac:cxnSpMkLst>
        </pc:cxnChg>
      </pc:sldChg>
      <pc:sldChg chg="addSp modSp mod">
        <pc:chgData name="7 Town" userId="f001bd45134943c1" providerId="LiveId" clId="{B667A64A-E2D8-450E-BE9E-DF564E47E9E7}" dt="2024-10-31T04:24:10.839" v="2673" actId="20577"/>
        <pc:sldMkLst>
          <pc:docMk/>
          <pc:sldMk cId="2469374573" sldId="324"/>
        </pc:sldMkLst>
        <pc:spChg chg="add mod">
          <ac:chgData name="7 Town" userId="f001bd45134943c1" providerId="LiveId" clId="{B667A64A-E2D8-450E-BE9E-DF564E47E9E7}" dt="2024-10-31T04:23:07.863" v="2464"/>
          <ac:spMkLst>
            <pc:docMk/>
            <pc:sldMk cId="2469374573" sldId="324"/>
            <ac:spMk id="2" creationId="{3785CE4D-45EC-6D6F-99CD-77977D379C45}"/>
          </ac:spMkLst>
        </pc:spChg>
        <pc:spChg chg="add mod">
          <ac:chgData name="7 Town" userId="f001bd45134943c1" providerId="LiveId" clId="{B667A64A-E2D8-450E-BE9E-DF564E47E9E7}" dt="2024-10-31T04:23:36.854" v="2667" actId="1038"/>
          <ac:spMkLst>
            <pc:docMk/>
            <pc:sldMk cId="2469374573" sldId="324"/>
            <ac:spMk id="3" creationId="{106B3069-2611-2684-05A7-1554AF556516}"/>
          </ac:spMkLst>
        </pc:spChg>
        <pc:spChg chg="add mod">
          <ac:chgData name="7 Town" userId="f001bd45134943c1" providerId="LiveId" clId="{B667A64A-E2D8-450E-BE9E-DF564E47E9E7}" dt="2024-10-31T04:24:10.839" v="2673" actId="20577"/>
          <ac:spMkLst>
            <pc:docMk/>
            <pc:sldMk cId="2469374573" sldId="324"/>
            <ac:spMk id="7" creationId="{DF9FC852-F6AE-033A-17DA-B9C35D3EBC9E}"/>
          </ac:spMkLst>
        </pc:spChg>
        <pc:picChg chg="add mod">
          <ac:chgData name="7 Town" userId="f001bd45134943c1" providerId="LiveId" clId="{B667A64A-E2D8-450E-BE9E-DF564E47E9E7}" dt="2024-10-31T04:23:07.863" v="2464"/>
          <ac:picMkLst>
            <pc:docMk/>
            <pc:sldMk cId="2469374573" sldId="324"/>
            <ac:picMk id="4" creationId="{550FAB58-68B0-3E5C-2A6C-0BF0AFE110E8}"/>
          </ac:picMkLst>
        </pc:picChg>
        <pc:picChg chg="add mod">
          <ac:chgData name="7 Town" userId="f001bd45134943c1" providerId="LiveId" clId="{B667A64A-E2D8-450E-BE9E-DF564E47E9E7}" dt="2024-10-31T04:23:07.863" v="2464"/>
          <ac:picMkLst>
            <pc:docMk/>
            <pc:sldMk cId="2469374573" sldId="324"/>
            <ac:picMk id="5" creationId="{6ECADDEC-216B-7795-2D4F-8286E11121D3}"/>
          </ac:picMkLst>
        </pc:picChg>
        <pc:cxnChg chg="add mod">
          <ac:chgData name="7 Town" userId="f001bd45134943c1" providerId="LiveId" clId="{B667A64A-E2D8-450E-BE9E-DF564E47E9E7}" dt="2024-10-31T04:23:28.560" v="2514" actId="1036"/>
          <ac:cxnSpMkLst>
            <pc:docMk/>
            <pc:sldMk cId="2469374573" sldId="324"/>
            <ac:cxnSpMk id="6" creationId="{B155EAAE-49D2-41AB-AAF8-282C743CE754}"/>
          </ac:cxnSpMkLst>
        </pc:cxnChg>
      </pc:sldChg>
      <pc:sldChg chg="addSp modSp add mod">
        <pc:chgData name="7 Town" userId="f001bd45134943c1" providerId="LiveId" clId="{B667A64A-E2D8-450E-BE9E-DF564E47E9E7}" dt="2024-10-31T04:28:50.599" v="2931" actId="20577"/>
        <pc:sldMkLst>
          <pc:docMk/>
          <pc:sldMk cId="3996728076" sldId="325"/>
        </pc:sldMkLst>
        <pc:spChg chg="add mod">
          <ac:chgData name="7 Town" userId="f001bd45134943c1" providerId="LiveId" clId="{B667A64A-E2D8-450E-BE9E-DF564E47E9E7}" dt="2024-10-31T04:27:03.012" v="2885" actId="1037"/>
          <ac:spMkLst>
            <pc:docMk/>
            <pc:sldMk cId="3996728076" sldId="325"/>
            <ac:spMk id="2" creationId="{45A37996-357D-A66F-0C88-C2783AF7C318}"/>
          </ac:spMkLst>
        </pc:spChg>
        <pc:spChg chg="add mod">
          <ac:chgData name="7 Town" userId="f001bd45134943c1" providerId="LiveId" clId="{B667A64A-E2D8-450E-BE9E-DF564E47E9E7}" dt="2024-10-31T04:28:50.599" v="2931" actId="20577"/>
          <ac:spMkLst>
            <pc:docMk/>
            <pc:sldMk cId="3996728076" sldId="325"/>
            <ac:spMk id="3" creationId="{F4003A4D-C1F3-D7B2-12DF-8196AEF56053}"/>
          </ac:spMkLst>
        </pc:spChg>
        <pc:spChg chg="add mod">
          <ac:chgData name="7 Town" userId="f001bd45134943c1" providerId="LiveId" clId="{B667A64A-E2D8-450E-BE9E-DF564E47E9E7}" dt="2024-10-31T04:26:59.303" v="2868" actId="1037"/>
          <ac:spMkLst>
            <pc:docMk/>
            <pc:sldMk cId="3996728076" sldId="325"/>
            <ac:spMk id="4" creationId="{64630FC1-1BC7-CF0A-E89C-88F6B1D6BA8C}"/>
          </ac:spMkLst>
        </pc:spChg>
        <pc:picChg chg="add mod">
          <ac:chgData name="7 Town" userId="f001bd45134943c1" providerId="LiveId" clId="{B667A64A-E2D8-450E-BE9E-DF564E47E9E7}" dt="2024-10-31T04:25:50.655" v="2676"/>
          <ac:picMkLst>
            <pc:docMk/>
            <pc:sldMk cId="3996728076" sldId="325"/>
            <ac:picMk id="5" creationId="{C66D5615-33B4-DFF2-D88B-C65EAC4A6CFF}"/>
          </ac:picMkLst>
        </pc:picChg>
        <pc:cxnChg chg="add mod">
          <ac:chgData name="7 Town" userId="f001bd45134943c1" providerId="LiveId" clId="{B667A64A-E2D8-450E-BE9E-DF564E47E9E7}" dt="2024-10-31T04:26:47.106" v="2712" actId="1036"/>
          <ac:cxnSpMkLst>
            <pc:docMk/>
            <pc:sldMk cId="3996728076" sldId="325"/>
            <ac:cxnSpMk id="6" creationId="{5BA1FD3B-86BA-613F-9EE0-C50558EAACE2}"/>
          </ac:cxnSpMkLst>
        </pc:cxnChg>
      </pc:sldChg>
      <pc:sldChg chg="addSp modSp add mod">
        <pc:chgData name="7 Town" userId="f001bd45134943c1" providerId="LiveId" clId="{B667A64A-E2D8-450E-BE9E-DF564E47E9E7}" dt="2024-10-31T05:55:41.391" v="3437" actId="1076"/>
        <pc:sldMkLst>
          <pc:docMk/>
          <pc:sldMk cId="263339845" sldId="326"/>
        </pc:sldMkLst>
        <pc:spChg chg="add mod">
          <ac:chgData name="7 Town" userId="f001bd45134943c1" providerId="LiveId" clId="{B667A64A-E2D8-450E-BE9E-DF564E47E9E7}" dt="2024-10-31T05:55:41.391" v="3437" actId="1076"/>
          <ac:spMkLst>
            <pc:docMk/>
            <pc:sldMk cId="263339845" sldId="326"/>
            <ac:spMk id="2" creationId="{D92B0829-0959-D900-FC04-D200613F57D5}"/>
          </ac:spMkLst>
        </pc:spChg>
        <pc:spChg chg="mod">
          <ac:chgData name="7 Town" userId="f001bd45134943c1" providerId="LiveId" clId="{B667A64A-E2D8-450E-BE9E-DF564E47E9E7}" dt="2024-10-31T04:38:14.888" v="3018" actId="20577"/>
          <ac:spMkLst>
            <pc:docMk/>
            <pc:sldMk cId="263339845" sldId="326"/>
            <ac:spMk id="22" creationId="{D675F9D5-8AFE-5568-ACDE-2D589AB3DC32}"/>
          </ac:spMkLst>
        </pc:spChg>
        <pc:spChg chg="mod">
          <ac:chgData name="7 Town" userId="f001bd45134943c1" providerId="LiveId" clId="{B667A64A-E2D8-450E-BE9E-DF564E47E9E7}" dt="2024-10-31T04:38:17.957" v="3026" actId="20577"/>
          <ac:spMkLst>
            <pc:docMk/>
            <pc:sldMk cId="263339845" sldId="326"/>
            <ac:spMk id="23" creationId="{EB0BBDDB-79F8-AD89-490F-7E1039E013E8}"/>
          </ac:spMkLst>
        </pc:spChg>
        <pc:cxnChg chg="mod">
          <ac:chgData name="7 Town" userId="f001bd45134943c1" providerId="LiveId" clId="{B667A64A-E2D8-450E-BE9E-DF564E47E9E7}" dt="2024-10-31T04:38:17.957" v="3026" actId="20577"/>
          <ac:cxnSpMkLst>
            <pc:docMk/>
            <pc:sldMk cId="263339845" sldId="326"/>
            <ac:cxnSpMk id="17" creationId="{9D245F38-5734-ABAF-1175-1253699BEFAD}"/>
          </ac:cxnSpMkLst>
        </pc:cxnChg>
      </pc:sldChg>
      <pc:sldChg chg="add del">
        <pc:chgData name="7 Town" userId="f001bd45134943c1" providerId="LiveId" clId="{B667A64A-E2D8-450E-BE9E-DF564E47E9E7}" dt="2024-10-31T04:34:50.118" v="2983" actId="47"/>
        <pc:sldMkLst>
          <pc:docMk/>
          <pc:sldMk cId="1595179220" sldId="327"/>
        </pc:sldMkLst>
      </pc:sldChg>
      <pc:sldChg chg="delSp modSp add mod">
        <pc:chgData name="7 Town" userId="f001bd45134943c1" providerId="LiveId" clId="{B667A64A-E2D8-450E-BE9E-DF564E47E9E7}" dt="2024-10-31T04:29:54.990" v="2949" actId="13822"/>
        <pc:sldMkLst>
          <pc:docMk/>
          <pc:sldMk cId="276932087" sldId="328"/>
        </pc:sldMkLst>
        <pc:spChg chg="mod">
          <ac:chgData name="7 Town" userId="f001bd45134943c1" providerId="LiveId" clId="{B667A64A-E2D8-450E-BE9E-DF564E47E9E7}" dt="2024-10-31T04:29:45.370" v="2947" actId="20577"/>
          <ac:spMkLst>
            <pc:docMk/>
            <pc:sldMk cId="276932087" sldId="328"/>
            <ac:spMk id="22" creationId="{B9E9AEFA-5B20-81CB-A593-83BF62E7181A}"/>
          </ac:spMkLst>
        </pc:spChg>
        <pc:spChg chg="mod">
          <ac:chgData name="7 Town" userId="f001bd45134943c1" providerId="LiveId" clId="{B667A64A-E2D8-450E-BE9E-DF564E47E9E7}" dt="2024-10-31T04:29:43.308" v="2945" actId="20577"/>
          <ac:spMkLst>
            <pc:docMk/>
            <pc:sldMk cId="276932087" sldId="328"/>
            <ac:spMk id="23" creationId="{EAC67820-8743-943F-BC0D-CA6245B50ACF}"/>
          </ac:spMkLst>
        </pc:spChg>
        <pc:cxnChg chg="mod">
          <ac:chgData name="7 Town" userId="f001bd45134943c1" providerId="LiveId" clId="{B667A64A-E2D8-450E-BE9E-DF564E47E9E7}" dt="2024-10-31T04:29:54.990" v="2949" actId="13822"/>
          <ac:cxnSpMkLst>
            <pc:docMk/>
            <pc:sldMk cId="276932087" sldId="328"/>
            <ac:cxnSpMk id="6" creationId="{974CD0D9-EF1A-80CF-8720-CD6BC2FDE9B5}"/>
          </ac:cxnSpMkLst>
        </pc:cxnChg>
        <pc:cxnChg chg="mod">
          <ac:chgData name="7 Town" userId="f001bd45134943c1" providerId="LiveId" clId="{B667A64A-E2D8-450E-BE9E-DF564E47E9E7}" dt="2024-10-31T04:29:43.308" v="2945" actId="20577"/>
          <ac:cxnSpMkLst>
            <pc:docMk/>
            <pc:sldMk cId="276932087" sldId="328"/>
            <ac:cxnSpMk id="17" creationId="{62F52D68-E1AE-1C21-91EC-8400B95CC6CE}"/>
          </ac:cxnSpMkLst>
        </pc:cxnChg>
        <pc:cxnChg chg="del">
          <ac:chgData name="7 Town" userId="f001bd45134943c1" providerId="LiveId" clId="{B667A64A-E2D8-450E-BE9E-DF564E47E9E7}" dt="2024-10-31T04:29:48.154" v="2948" actId="478"/>
          <ac:cxnSpMkLst>
            <pc:docMk/>
            <pc:sldMk cId="276932087" sldId="328"/>
            <ac:cxnSpMk id="50" creationId="{283CF38D-5745-B537-F989-C58B1A3DA7D9}"/>
          </ac:cxnSpMkLst>
        </pc:cxnChg>
      </pc:sldChg>
      <pc:sldChg chg="modSp add mod">
        <pc:chgData name="7 Town" userId="f001bd45134943c1" providerId="LiveId" clId="{B667A64A-E2D8-450E-BE9E-DF564E47E9E7}" dt="2024-10-31T04:37:46.657" v="3013" actId="108"/>
        <pc:sldMkLst>
          <pc:docMk/>
          <pc:sldMk cId="573340447" sldId="329"/>
        </pc:sldMkLst>
        <pc:spChg chg="mod">
          <ac:chgData name="7 Town" userId="f001bd45134943c1" providerId="LiveId" clId="{B667A64A-E2D8-450E-BE9E-DF564E47E9E7}" dt="2024-10-31T04:36:17.266" v="2988" actId="108"/>
          <ac:spMkLst>
            <pc:docMk/>
            <pc:sldMk cId="573340447" sldId="329"/>
            <ac:spMk id="4" creationId="{7ABBBEFD-6DC6-346E-BECF-9DED7BE8627B}"/>
          </ac:spMkLst>
        </pc:spChg>
        <pc:spChg chg="mod">
          <ac:chgData name="7 Town" userId="f001bd45134943c1" providerId="LiveId" clId="{B667A64A-E2D8-450E-BE9E-DF564E47E9E7}" dt="2024-10-31T04:37:46.657" v="3013" actId="108"/>
          <ac:spMkLst>
            <pc:docMk/>
            <pc:sldMk cId="573340447" sldId="329"/>
            <ac:spMk id="6" creationId="{6B9173BD-0BB4-6928-EC45-BB4EFC52D821}"/>
          </ac:spMkLst>
        </pc:spChg>
        <pc:spChg chg="mod">
          <ac:chgData name="7 Town" userId="f001bd45134943c1" providerId="LiveId" clId="{B667A64A-E2D8-450E-BE9E-DF564E47E9E7}" dt="2024-10-31T04:37:46.175" v="3012" actId="108"/>
          <ac:spMkLst>
            <pc:docMk/>
            <pc:sldMk cId="573340447" sldId="329"/>
            <ac:spMk id="7" creationId="{B711BC3E-F815-5BE5-5D4C-22257DE977F0}"/>
          </ac:spMkLst>
        </pc:spChg>
        <pc:spChg chg="mod">
          <ac:chgData name="7 Town" userId="f001bd45134943c1" providerId="LiveId" clId="{B667A64A-E2D8-450E-BE9E-DF564E47E9E7}" dt="2024-10-31T04:37:45.492" v="3011" actId="108"/>
          <ac:spMkLst>
            <pc:docMk/>
            <pc:sldMk cId="573340447" sldId="329"/>
            <ac:spMk id="46" creationId="{C732FC5E-BBD3-6C9F-5BC7-1CCE0C11DED9}"/>
          </ac:spMkLst>
        </pc:spChg>
        <pc:spChg chg="mod">
          <ac:chgData name="7 Town" userId="f001bd45134943c1" providerId="LiveId" clId="{B667A64A-E2D8-450E-BE9E-DF564E47E9E7}" dt="2024-10-31T04:36:17.975" v="2989" actId="108"/>
          <ac:spMkLst>
            <pc:docMk/>
            <pc:sldMk cId="573340447" sldId="329"/>
            <ac:spMk id="47" creationId="{ACB8D59B-D438-675E-66F7-D75B84CC72FA}"/>
          </ac:spMkLst>
        </pc:spChg>
        <pc:spChg chg="mod">
          <ac:chgData name="7 Town" userId="f001bd45134943c1" providerId="LiveId" clId="{B667A64A-E2D8-450E-BE9E-DF564E47E9E7}" dt="2024-10-31T04:36:16.681" v="2987" actId="108"/>
          <ac:spMkLst>
            <pc:docMk/>
            <pc:sldMk cId="573340447" sldId="329"/>
            <ac:spMk id="53" creationId="{4AA39C2A-5355-554D-2ED4-1D35FE782F0B}"/>
          </ac:spMkLst>
        </pc:spChg>
      </pc:sldChg>
      <pc:sldChg chg="modSp add mod">
        <pc:chgData name="7 Town" userId="f001bd45134943c1" providerId="LiveId" clId="{B667A64A-E2D8-450E-BE9E-DF564E47E9E7}" dt="2024-10-31T04:37:42.048" v="3010" actId="108"/>
        <pc:sldMkLst>
          <pc:docMk/>
          <pc:sldMk cId="3732478487" sldId="330"/>
        </pc:sldMkLst>
        <pc:spChg chg="mod">
          <ac:chgData name="7 Town" userId="f001bd45134943c1" providerId="LiveId" clId="{B667A64A-E2D8-450E-BE9E-DF564E47E9E7}" dt="2024-10-31T04:37:02.965" v="2995" actId="108"/>
          <ac:spMkLst>
            <pc:docMk/>
            <pc:sldMk cId="3732478487" sldId="330"/>
            <ac:spMk id="4" creationId="{1D44B969-BC03-7B5E-C3CD-5C3B994B0C4C}"/>
          </ac:spMkLst>
        </pc:spChg>
        <pc:spChg chg="mod">
          <ac:chgData name="7 Town" userId="f001bd45134943c1" providerId="LiveId" clId="{B667A64A-E2D8-450E-BE9E-DF564E47E9E7}" dt="2024-10-31T04:37:41.088" v="3009" actId="108"/>
          <ac:spMkLst>
            <pc:docMk/>
            <pc:sldMk cId="3732478487" sldId="330"/>
            <ac:spMk id="6" creationId="{7913C036-A30A-2698-D349-947A086E872F}"/>
          </ac:spMkLst>
        </pc:spChg>
        <pc:spChg chg="mod">
          <ac:chgData name="7 Town" userId="f001bd45134943c1" providerId="LiveId" clId="{B667A64A-E2D8-450E-BE9E-DF564E47E9E7}" dt="2024-10-31T04:37:42.048" v="3010" actId="108"/>
          <ac:spMkLst>
            <pc:docMk/>
            <pc:sldMk cId="3732478487" sldId="330"/>
            <ac:spMk id="7" creationId="{F8DBFC6D-9ABF-2F9C-916B-0B06E72A9C29}"/>
          </ac:spMkLst>
        </pc:spChg>
        <pc:spChg chg="mod">
          <ac:chgData name="7 Town" userId="f001bd45134943c1" providerId="LiveId" clId="{B667A64A-E2D8-450E-BE9E-DF564E47E9E7}" dt="2024-10-31T04:37:40.342" v="3008" actId="108"/>
          <ac:spMkLst>
            <pc:docMk/>
            <pc:sldMk cId="3732478487" sldId="330"/>
            <ac:spMk id="9" creationId="{819DE4F0-DB4C-FFE3-6D37-5589A076DDF9}"/>
          </ac:spMkLst>
        </pc:spChg>
        <pc:spChg chg="mod">
          <ac:chgData name="7 Town" userId="f001bd45134943c1" providerId="LiveId" clId="{B667A64A-E2D8-450E-BE9E-DF564E47E9E7}" dt="2024-10-31T04:37:01.387" v="2993" actId="108"/>
          <ac:spMkLst>
            <pc:docMk/>
            <pc:sldMk cId="3732478487" sldId="330"/>
            <ac:spMk id="33" creationId="{B4BEE89F-CD69-75A9-98CF-622D6571E8B2}"/>
          </ac:spMkLst>
        </pc:spChg>
        <pc:spChg chg="mod">
          <ac:chgData name="7 Town" userId="f001bd45134943c1" providerId="LiveId" clId="{B667A64A-E2D8-450E-BE9E-DF564E47E9E7}" dt="2024-10-31T04:37:02.246" v="2994" actId="108"/>
          <ac:spMkLst>
            <pc:docMk/>
            <pc:sldMk cId="3732478487" sldId="330"/>
            <ac:spMk id="53" creationId="{023F8116-C713-9A16-D0AC-8AB61C883513}"/>
          </ac:spMkLst>
        </pc:spChg>
      </pc:sldChg>
      <pc:sldChg chg="modSp add mod">
        <pc:chgData name="7 Town" userId="f001bd45134943c1" providerId="LiveId" clId="{B667A64A-E2D8-450E-BE9E-DF564E47E9E7}" dt="2024-10-31T04:37:35.379" v="3007" actId="108"/>
        <pc:sldMkLst>
          <pc:docMk/>
          <pc:sldMk cId="3493717409" sldId="331"/>
        </pc:sldMkLst>
        <pc:spChg chg="mod">
          <ac:chgData name="7 Town" userId="f001bd45134943c1" providerId="LiveId" clId="{B667A64A-E2D8-450E-BE9E-DF564E47E9E7}" dt="2024-10-31T04:37:09.795" v="2998" actId="108"/>
          <ac:spMkLst>
            <pc:docMk/>
            <pc:sldMk cId="3493717409" sldId="331"/>
            <ac:spMk id="4" creationId="{61BE36B5-0CA0-7D29-9EC8-D58FDCE29C20}"/>
          </ac:spMkLst>
        </pc:spChg>
        <pc:spChg chg="mod">
          <ac:chgData name="7 Town" userId="f001bd45134943c1" providerId="LiveId" clId="{B667A64A-E2D8-450E-BE9E-DF564E47E9E7}" dt="2024-10-31T04:37:35.379" v="3007" actId="108"/>
          <ac:spMkLst>
            <pc:docMk/>
            <pc:sldMk cId="3493717409" sldId="331"/>
            <ac:spMk id="7" creationId="{513CD25D-FC5A-2BE0-310D-548D39F70873}"/>
          </ac:spMkLst>
        </pc:spChg>
        <pc:spChg chg="mod">
          <ac:chgData name="7 Town" userId="f001bd45134943c1" providerId="LiveId" clId="{B667A64A-E2D8-450E-BE9E-DF564E47E9E7}" dt="2024-10-31T04:37:34.299" v="3005" actId="108"/>
          <ac:spMkLst>
            <pc:docMk/>
            <pc:sldMk cId="3493717409" sldId="331"/>
            <ac:spMk id="9" creationId="{2CC9878B-22DB-A006-1532-80FD9ED97990}"/>
          </ac:spMkLst>
        </pc:spChg>
        <pc:spChg chg="mod">
          <ac:chgData name="7 Town" userId="f001bd45134943c1" providerId="LiveId" clId="{B667A64A-E2D8-450E-BE9E-DF564E47E9E7}" dt="2024-10-31T04:37:07.857" v="2996" actId="108"/>
          <ac:spMkLst>
            <pc:docMk/>
            <pc:sldMk cId="3493717409" sldId="331"/>
            <ac:spMk id="33" creationId="{0CFABB36-82E9-B5D4-47C0-7DA5966F9029}"/>
          </ac:spMkLst>
        </pc:spChg>
        <pc:spChg chg="mod">
          <ac:chgData name="7 Town" userId="f001bd45134943c1" providerId="LiveId" clId="{B667A64A-E2D8-450E-BE9E-DF564E47E9E7}" dt="2024-10-31T04:37:34.809" v="3006" actId="108"/>
          <ac:spMkLst>
            <pc:docMk/>
            <pc:sldMk cId="3493717409" sldId="331"/>
            <ac:spMk id="46" creationId="{DBD1FC79-A536-2AD7-448C-0A26BBD0F70B}"/>
          </ac:spMkLst>
        </pc:spChg>
        <pc:spChg chg="mod">
          <ac:chgData name="7 Town" userId="f001bd45134943c1" providerId="LiveId" clId="{B667A64A-E2D8-450E-BE9E-DF564E47E9E7}" dt="2024-10-31T04:37:08.406" v="2997" actId="108"/>
          <ac:spMkLst>
            <pc:docMk/>
            <pc:sldMk cId="3493717409" sldId="331"/>
            <ac:spMk id="47" creationId="{C6818659-706B-1ADB-69CF-B5640AC84B19}"/>
          </ac:spMkLst>
        </pc:spChg>
      </pc:sldChg>
      <pc:sldChg chg="modSp add mod">
        <pc:chgData name="7 Town" userId="f001bd45134943c1" providerId="LiveId" clId="{B667A64A-E2D8-450E-BE9E-DF564E47E9E7}" dt="2024-10-31T04:37:31.101" v="3004" actId="108"/>
        <pc:sldMkLst>
          <pc:docMk/>
          <pc:sldMk cId="2478664289" sldId="332"/>
        </pc:sldMkLst>
        <pc:spChg chg="mod">
          <ac:chgData name="7 Town" userId="f001bd45134943c1" providerId="LiveId" clId="{B667A64A-E2D8-450E-BE9E-DF564E47E9E7}" dt="2024-10-31T04:37:30.297" v="3003" actId="108"/>
          <ac:spMkLst>
            <pc:docMk/>
            <pc:sldMk cId="2478664289" sldId="332"/>
            <ac:spMk id="6" creationId="{7FAB3A35-BE4D-F88E-A4FC-CF6BCEBD7124}"/>
          </ac:spMkLst>
        </pc:spChg>
        <pc:spChg chg="mod">
          <ac:chgData name="7 Town" userId="f001bd45134943c1" providerId="LiveId" clId="{B667A64A-E2D8-450E-BE9E-DF564E47E9E7}" dt="2024-10-31T04:37:29.234" v="3002" actId="108"/>
          <ac:spMkLst>
            <pc:docMk/>
            <pc:sldMk cId="2478664289" sldId="332"/>
            <ac:spMk id="9" creationId="{99703339-FF09-0B17-75A3-223FE56C5388}"/>
          </ac:spMkLst>
        </pc:spChg>
        <pc:spChg chg="mod">
          <ac:chgData name="7 Town" userId="f001bd45134943c1" providerId="LiveId" clId="{B667A64A-E2D8-450E-BE9E-DF564E47E9E7}" dt="2024-10-31T04:37:14.030" v="2999" actId="108"/>
          <ac:spMkLst>
            <pc:docMk/>
            <pc:sldMk cId="2478664289" sldId="332"/>
            <ac:spMk id="33" creationId="{38D51B49-9666-3CA3-74B6-65B9611F1BA8}"/>
          </ac:spMkLst>
        </pc:spChg>
        <pc:spChg chg="mod">
          <ac:chgData name="7 Town" userId="f001bd45134943c1" providerId="LiveId" clId="{B667A64A-E2D8-450E-BE9E-DF564E47E9E7}" dt="2024-10-31T04:37:31.101" v="3004" actId="108"/>
          <ac:spMkLst>
            <pc:docMk/>
            <pc:sldMk cId="2478664289" sldId="332"/>
            <ac:spMk id="46" creationId="{0394CDB4-0082-D247-6501-2D8761AE1E39}"/>
          </ac:spMkLst>
        </pc:spChg>
        <pc:spChg chg="mod">
          <ac:chgData name="7 Town" userId="f001bd45134943c1" providerId="LiveId" clId="{B667A64A-E2D8-450E-BE9E-DF564E47E9E7}" dt="2024-10-31T04:37:15.947" v="3001" actId="108"/>
          <ac:spMkLst>
            <pc:docMk/>
            <pc:sldMk cId="2478664289" sldId="332"/>
            <ac:spMk id="47" creationId="{F27E38FC-4BC9-740B-C97E-569781F33381}"/>
          </ac:spMkLst>
        </pc:spChg>
        <pc:spChg chg="mod">
          <ac:chgData name="7 Town" userId="f001bd45134943c1" providerId="LiveId" clId="{B667A64A-E2D8-450E-BE9E-DF564E47E9E7}" dt="2024-10-31T04:37:15.084" v="3000" actId="108"/>
          <ac:spMkLst>
            <pc:docMk/>
            <pc:sldMk cId="2478664289" sldId="332"/>
            <ac:spMk id="53" creationId="{78103C9F-A80A-E3B7-9578-F61D3A857D71}"/>
          </ac:spMkLst>
        </pc:spChg>
      </pc:sldChg>
    </pc:docChg>
  </pc:docChgLst>
  <pc:docChgLst>
    <pc:chgData name="7 Town" userId="f001bd45134943c1" providerId="LiveId" clId="{2582C28D-B526-4815-81AE-E94092DDE5C5}"/>
    <pc:docChg chg="modSld">
      <pc:chgData name="7 Town" userId="f001bd45134943c1" providerId="LiveId" clId="{2582C28D-B526-4815-81AE-E94092DDE5C5}" dt="2025-09-22T09:32:13.727" v="26" actId="20577"/>
      <pc:docMkLst>
        <pc:docMk/>
      </pc:docMkLst>
      <pc:sldChg chg="modSp mod">
        <pc:chgData name="7 Town" userId="f001bd45134943c1" providerId="LiveId" clId="{2582C28D-B526-4815-81AE-E94092DDE5C5}" dt="2025-09-22T09:32:13.727" v="26" actId="20577"/>
        <pc:sldMkLst>
          <pc:docMk/>
          <pc:sldMk cId="0" sldId="256"/>
        </pc:sldMkLst>
        <pc:spChg chg="mod">
          <ac:chgData name="7 Town" userId="f001bd45134943c1" providerId="LiveId" clId="{2582C28D-B526-4815-81AE-E94092DDE5C5}" dt="2025-09-22T09:32:13.727" v="26" actId="20577"/>
          <ac:spMkLst>
            <pc:docMk/>
            <pc:sldMk cId="0" sldId="256"/>
            <ac:spMk id="5" creationId="{00000000-0000-0000-0000-000000000000}"/>
          </ac:spMkLst>
        </pc:spChg>
      </pc:sldChg>
    </pc:docChg>
  </pc:docChgLst>
  <pc:docChgLst>
    <pc:chgData name="yuting zheng" userId="00c49f17c780fc61" providerId="LiveId" clId="{49DE0611-F4B8-4172-A0DF-BE29E9B14AD8}"/>
    <pc:docChg chg="undo custSel addSld delSld modSld sldOrd modSection">
      <pc:chgData name="yuting zheng" userId="00c49f17c780fc61" providerId="LiveId" clId="{49DE0611-F4B8-4172-A0DF-BE29E9B14AD8}" dt="2024-10-16T03:19:44.806" v="637" actId="108"/>
      <pc:docMkLst>
        <pc:docMk/>
      </pc:docMkLst>
      <pc:sldChg chg="addSp delSp modSp del mod">
        <pc:chgData name="yuting zheng" userId="00c49f17c780fc61" providerId="LiveId" clId="{49DE0611-F4B8-4172-A0DF-BE29E9B14AD8}" dt="2024-10-16T02:46:41.041" v="86" actId="2696"/>
        <pc:sldMkLst>
          <pc:docMk/>
          <pc:sldMk cId="0" sldId="264"/>
        </pc:sldMkLst>
        <pc:spChg chg="add mod">
          <ac:chgData name="yuting zheng" userId="00c49f17c780fc61" providerId="LiveId" clId="{49DE0611-F4B8-4172-A0DF-BE29E9B14AD8}" dt="2024-10-16T02:42:07.915" v="6" actId="1076"/>
          <ac:spMkLst>
            <pc:docMk/>
            <pc:sldMk cId="0" sldId="264"/>
            <ac:spMk id="2" creationId="{6F9D0718-8D49-7F48-D049-B8E0A609AF22}"/>
          </ac:spMkLst>
        </pc:spChg>
        <pc:spChg chg="add mod">
          <ac:chgData name="yuting zheng" userId="00c49f17c780fc61" providerId="LiveId" clId="{49DE0611-F4B8-4172-A0DF-BE29E9B14AD8}" dt="2024-10-16T02:43:06.468" v="52" actId="20577"/>
          <ac:spMkLst>
            <pc:docMk/>
            <pc:sldMk cId="0" sldId="264"/>
            <ac:spMk id="3" creationId="{5304418B-6925-29B1-3B27-270323FFB6F3}"/>
          </ac:spMkLst>
        </pc:spChg>
        <pc:spChg chg="del">
          <ac:chgData name="yuting zheng" userId="00c49f17c780fc61" providerId="LiveId" clId="{49DE0611-F4B8-4172-A0DF-BE29E9B14AD8}" dt="2024-10-16T02:41:27.505" v="0" actId="478"/>
          <ac:spMkLst>
            <pc:docMk/>
            <pc:sldMk cId="0" sldId="264"/>
            <ac:spMk id="4" creationId="{00000000-0000-0000-0000-000000000000}"/>
          </ac:spMkLst>
        </pc:spChg>
        <pc:spChg chg="del">
          <ac:chgData name="yuting zheng" userId="00c49f17c780fc61" providerId="LiveId" clId="{49DE0611-F4B8-4172-A0DF-BE29E9B14AD8}" dt="2024-10-16T02:41:27.505" v="0" actId="478"/>
          <ac:spMkLst>
            <pc:docMk/>
            <pc:sldMk cId="0" sldId="264"/>
            <ac:spMk id="6" creationId="{00000000-0000-0000-0000-000000000000}"/>
          </ac:spMkLst>
        </pc:spChg>
        <pc:spChg chg="add mod">
          <ac:chgData name="yuting zheng" userId="00c49f17c780fc61" providerId="LiveId" clId="{49DE0611-F4B8-4172-A0DF-BE29E9B14AD8}" dt="2024-10-16T02:42:53.282" v="34" actId="20577"/>
          <ac:spMkLst>
            <pc:docMk/>
            <pc:sldMk cId="0" sldId="264"/>
            <ac:spMk id="7" creationId="{9BB35B67-ED41-AAF2-6E23-290C981823B4}"/>
          </ac:spMkLst>
        </pc:spChg>
        <pc:spChg chg="del">
          <ac:chgData name="yuting zheng" userId="00c49f17c780fc61" providerId="LiveId" clId="{49DE0611-F4B8-4172-A0DF-BE29E9B14AD8}" dt="2024-10-16T02:41:27.505" v="0" actId="478"/>
          <ac:spMkLst>
            <pc:docMk/>
            <pc:sldMk cId="0" sldId="264"/>
            <ac:spMk id="8" creationId="{00000000-0000-0000-0000-000000000000}"/>
          </ac:spMkLst>
        </pc:spChg>
        <pc:spChg chg="del">
          <ac:chgData name="yuting zheng" userId="00c49f17c780fc61" providerId="LiveId" clId="{49DE0611-F4B8-4172-A0DF-BE29E9B14AD8}" dt="2024-10-16T02:41:27.505" v="0" actId="478"/>
          <ac:spMkLst>
            <pc:docMk/>
            <pc:sldMk cId="0" sldId="264"/>
            <ac:spMk id="9" creationId="{00000000-0000-0000-0000-000000000000}"/>
          </ac:spMkLst>
        </pc:spChg>
        <pc:spChg chg="add mod">
          <ac:chgData name="yuting zheng" userId="00c49f17c780fc61" providerId="LiveId" clId="{49DE0611-F4B8-4172-A0DF-BE29E9B14AD8}" dt="2024-10-16T02:42:07.915" v="6" actId="1076"/>
          <ac:spMkLst>
            <pc:docMk/>
            <pc:sldMk cId="0" sldId="264"/>
            <ac:spMk id="10" creationId="{00000000-0000-0000-0000-000000000000}"/>
          </ac:spMkLst>
        </pc:spChg>
        <pc:spChg chg="del">
          <ac:chgData name="yuting zheng" userId="00c49f17c780fc61" providerId="LiveId" clId="{49DE0611-F4B8-4172-A0DF-BE29E9B14AD8}" dt="2024-10-16T02:41:27.505" v="0" actId="478"/>
          <ac:spMkLst>
            <pc:docMk/>
            <pc:sldMk cId="0" sldId="264"/>
            <ac:spMk id="14" creationId="{00000000-0000-0000-0000-000000000000}"/>
          </ac:spMkLst>
        </pc:spChg>
        <pc:spChg chg="del">
          <ac:chgData name="yuting zheng" userId="00c49f17c780fc61" providerId="LiveId" clId="{49DE0611-F4B8-4172-A0DF-BE29E9B14AD8}" dt="2024-10-16T02:41:27.505" v="0" actId="478"/>
          <ac:spMkLst>
            <pc:docMk/>
            <pc:sldMk cId="0" sldId="264"/>
            <ac:spMk id="15" creationId="{00000000-0000-0000-0000-000000000000}"/>
          </ac:spMkLst>
        </pc:spChg>
        <pc:spChg chg="del">
          <ac:chgData name="yuting zheng" userId="00c49f17c780fc61" providerId="LiveId" clId="{49DE0611-F4B8-4172-A0DF-BE29E9B14AD8}" dt="2024-10-16T02:41:27.505" v="0" actId="478"/>
          <ac:spMkLst>
            <pc:docMk/>
            <pc:sldMk cId="0" sldId="264"/>
            <ac:spMk id="16" creationId="{00000000-0000-0000-0000-000000000000}"/>
          </ac:spMkLst>
        </pc:spChg>
        <pc:spChg chg="del">
          <ac:chgData name="yuting zheng" userId="00c49f17c780fc61" providerId="LiveId" clId="{49DE0611-F4B8-4172-A0DF-BE29E9B14AD8}" dt="2024-10-16T02:41:27.505" v="0" actId="478"/>
          <ac:spMkLst>
            <pc:docMk/>
            <pc:sldMk cId="0" sldId="264"/>
            <ac:spMk id="18" creationId="{00000000-0000-0000-0000-000000000000}"/>
          </ac:spMkLst>
        </pc:spChg>
        <pc:spChg chg="del">
          <ac:chgData name="yuting zheng" userId="00c49f17c780fc61" providerId="LiveId" clId="{49DE0611-F4B8-4172-A0DF-BE29E9B14AD8}" dt="2024-10-16T02:41:27.505" v="0" actId="478"/>
          <ac:spMkLst>
            <pc:docMk/>
            <pc:sldMk cId="0" sldId="264"/>
            <ac:spMk id="20" creationId="{00000000-0000-0000-0000-000000000000}"/>
          </ac:spMkLst>
        </pc:spChg>
        <pc:spChg chg="del">
          <ac:chgData name="yuting zheng" userId="00c49f17c780fc61" providerId="LiveId" clId="{49DE0611-F4B8-4172-A0DF-BE29E9B14AD8}" dt="2024-10-16T02:41:27.505" v="0" actId="478"/>
          <ac:spMkLst>
            <pc:docMk/>
            <pc:sldMk cId="0" sldId="264"/>
            <ac:spMk id="24" creationId="{00000000-0000-0000-0000-000000000000}"/>
          </ac:spMkLst>
        </pc:spChg>
        <pc:spChg chg="del">
          <ac:chgData name="yuting zheng" userId="00c49f17c780fc61" providerId="LiveId" clId="{49DE0611-F4B8-4172-A0DF-BE29E9B14AD8}" dt="2024-10-16T02:41:27.505" v="0" actId="478"/>
          <ac:spMkLst>
            <pc:docMk/>
            <pc:sldMk cId="0" sldId="264"/>
            <ac:spMk id="26" creationId="{00000000-0000-0000-0000-000000000000}"/>
          </ac:spMkLst>
        </pc:spChg>
        <pc:spChg chg="del">
          <ac:chgData name="yuting zheng" userId="00c49f17c780fc61" providerId="LiveId" clId="{49DE0611-F4B8-4172-A0DF-BE29E9B14AD8}" dt="2024-10-16T02:41:27.505" v="0" actId="478"/>
          <ac:spMkLst>
            <pc:docMk/>
            <pc:sldMk cId="0" sldId="264"/>
            <ac:spMk id="28" creationId="{00000000-0000-0000-0000-000000000000}"/>
          </ac:spMkLst>
        </pc:spChg>
        <pc:spChg chg="del">
          <ac:chgData name="yuting zheng" userId="00c49f17c780fc61" providerId="LiveId" clId="{49DE0611-F4B8-4172-A0DF-BE29E9B14AD8}" dt="2024-10-16T02:41:27.505" v="0" actId="478"/>
          <ac:spMkLst>
            <pc:docMk/>
            <pc:sldMk cId="0" sldId="264"/>
            <ac:spMk id="29" creationId="{00000000-0000-0000-0000-000000000000}"/>
          </ac:spMkLst>
        </pc:spChg>
        <pc:spChg chg="del">
          <ac:chgData name="yuting zheng" userId="00c49f17c780fc61" providerId="LiveId" clId="{49DE0611-F4B8-4172-A0DF-BE29E9B14AD8}" dt="2024-10-16T02:41:27.505" v="0" actId="478"/>
          <ac:spMkLst>
            <pc:docMk/>
            <pc:sldMk cId="0" sldId="264"/>
            <ac:spMk id="30" creationId="{00000000-0000-0000-0000-000000000000}"/>
          </ac:spMkLst>
        </pc:spChg>
        <pc:spChg chg="del">
          <ac:chgData name="yuting zheng" userId="00c49f17c780fc61" providerId="LiveId" clId="{49DE0611-F4B8-4172-A0DF-BE29E9B14AD8}" dt="2024-10-16T02:41:27.505" v="0" actId="478"/>
          <ac:spMkLst>
            <pc:docMk/>
            <pc:sldMk cId="0" sldId="264"/>
            <ac:spMk id="31" creationId="{00000000-0000-0000-0000-000000000000}"/>
          </ac:spMkLst>
        </pc:spChg>
        <pc:spChg chg="del">
          <ac:chgData name="yuting zheng" userId="00c49f17c780fc61" providerId="LiveId" clId="{49DE0611-F4B8-4172-A0DF-BE29E9B14AD8}" dt="2024-10-16T02:41:27.505" v="0" actId="478"/>
          <ac:spMkLst>
            <pc:docMk/>
            <pc:sldMk cId="0" sldId="264"/>
            <ac:spMk id="32" creationId="{00000000-0000-0000-0000-000000000000}"/>
          </ac:spMkLst>
        </pc:spChg>
        <pc:spChg chg="del">
          <ac:chgData name="yuting zheng" userId="00c49f17c780fc61" providerId="LiveId" clId="{49DE0611-F4B8-4172-A0DF-BE29E9B14AD8}" dt="2024-10-16T02:41:29.431" v="2" actId="478"/>
          <ac:spMkLst>
            <pc:docMk/>
            <pc:sldMk cId="0" sldId="264"/>
            <ac:spMk id="33" creationId="{00000000-0000-0000-0000-000000000000}"/>
          </ac:spMkLst>
        </pc:spChg>
        <pc:spChg chg="del">
          <ac:chgData name="yuting zheng" userId="00c49f17c780fc61" providerId="LiveId" clId="{49DE0611-F4B8-4172-A0DF-BE29E9B14AD8}" dt="2024-10-16T02:41:27.505" v="0" actId="478"/>
          <ac:spMkLst>
            <pc:docMk/>
            <pc:sldMk cId="0" sldId="264"/>
            <ac:spMk id="34" creationId="{00000000-0000-0000-0000-000000000000}"/>
          </ac:spMkLst>
        </pc:spChg>
        <pc:spChg chg="del">
          <ac:chgData name="yuting zheng" userId="00c49f17c780fc61" providerId="LiveId" clId="{49DE0611-F4B8-4172-A0DF-BE29E9B14AD8}" dt="2024-10-16T02:41:27.505" v="0" actId="478"/>
          <ac:spMkLst>
            <pc:docMk/>
            <pc:sldMk cId="0" sldId="264"/>
            <ac:spMk id="36" creationId="{00000000-0000-0000-0000-000000000000}"/>
          </ac:spMkLst>
        </pc:spChg>
        <pc:spChg chg="del">
          <ac:chgData name="yuting zheng" userId="00c49f17c780fc61" providerId="LiveId" clId="{49DE0611-F4B8-4172-A0DF-BE29E9B14AD8}" dt="2024-10-16T02:41:27.505" v="0" actId="478"/>
          <ac:spMkLst>
            <pc:docMk/>
            <pc:sldMk cId="0" sldId="264"/>
            <ac:spMk id="37" creationId="{00000000-0000-0000-0000-000000000000}"/>
          </ac:spMkLst>
        </pc:spChg>
        <pc:spChg chg="del">
          <ac:chgData name="yuting zheng" userId="00c49f17c780fc61" providerId="LiveId" clId="{49DE0611-F4B8-4172-A0DF-BE29E9B14AD8}" dt="2024-10-16T02:41:27.505" v="0" actId="478"/>
          <ac:spMkLst>
            <pc:docMk/>
            <pc:sldMk cId="0" sldId="264"/>
            <ac:spMk id="38" creationId="{00000000-0000-0000-0000-000000000000}"/>
          </ac:spMkLst>
        </pc:spChg>
        <pc:spChg chg="del">
          <ac:chgData name="yuting zheng" userId="00c49f17c780fc61" providerId="LiveId" clId="{49DE0611-F4B8-4172-A0DF-BE29E9B14AD8}" dt="2024-10-16T02:41:27.505" v="0" actId="478"/>
          <ac:spMkLst>
            <pc:docMk/>
            <pc:sldMk cId="0" sldId="264"/>
            <ac:spMk id="39" creationId="{00000000-0000-0000-0000-000000000000}"/>
          </ac:spMkLst>
        </pc:spChg>
        <pc:spChg chg="del">
          <ac:chgData name="yuting zheng" userId="00c49f17c780fc61" providerId="LiveId" clId="{49DE0611-F4B8-4172-A0DF-BE29E9B14AD8}" dt="2024-10-16T02:41:28.953" v="1" actId="478"/>
          <ac:spMkLst>
            <pc:docMk/>
            <pc:sldMk cId="0" sldId="264"/>
            <ac:spMk id="40" creationId="{00000000-0000-0000-0000-000000000000}"/>
          </ac:spMkLst>
        </pc:spChg>
        <pc:spChg chg="del">
          <ac:chgData name="yuting zheng" userId="00c49f17c780fc61" providerId="LiveId" clId="{49DE0611-F4B8-4172-A0DF-BE29E9B14AD8}" dt="2024-10-16T02:41:27.505" v="0" actId="478"/>
          <ac:spMkLst>
            <pc:docMk/>
            <pc:sldMk cId="0" sldId="264"/>
            <ac:spMk id="41" creationId="{00000000-0000-0000-0000-000000000000}"/>
          </ac:spMkLst>
        </pc:spChg>
        <pc:spChg chg="del">
          <ac:chgData name="yuting zheng" userId="00c49f17c780fc61" providerId="LiveId" clId="{49DE0611-F4B8-4172-A0DF-BE29E9B14AD8}" dt="2024-10-16T02:41:27.505" v="0" actId="478"/>
          <ac:spMkLst>
            <pc:docMk/>
            <pc:sldMk cId="0" sldId="264"/>
            <ac:spMk id="44" creationId="{00000000-0000-0000-0000-000000000000}"/>
          </ac:spMkLst>
        </pc:spChg>
        <pc:spChg chg="del">
          <ac:chgData name="yuting zheng" userId="00c49f17c780fc61" providerId="LiveId" clId="{49DE0611-F4B8-4172-A0DF-BE29E9B14AD8}" dt="2024-10-16T02:41:27.505" v="0" actId="478"/>
          <ac:spMkLst>
            <pc:docMk/>
            <pc:sldMk cId="0" sldId="264"/>
            <ac:spMk id="45" creationId="{00000000-0000-0000-0000-000000000000}"/>
          </ac:spMkLst>
        </pc:spChg>
        <pc:spChg chg="del">
          <ac:chgData name="yuting zheng" userId="00c49f17c780fc61" providerId="LiveId" clId="{49DE0611-F4B8-4172-A0DF-BE29E9B14AD8}" dt="2024-10-16T02:41:27.505" v="0" actId="478"/>
          <ac:spMkLst>
            <pc:docMk/>
            <pc:sldMk cId="0" sldId="264"/>
            <ac:spMk id="48" creationId="{00000000-0000-0000-0000-000000000000}"/>
          </ac:spMkLst>
        </pc:spChg>
        <pc:spChg chg="del">
          <ac:chgData name="yuting zheng" userId="00c49f17c780fc61" providerId="LiveId" clId="{49DE0611-F4B8-4172-A0DF-BE29E9B14AD8}" dt="2024-10-16T02:41:27.505" v="0" actId="478"/>
          <ac:spMkLst>
            <pc:docMk/>
            <pc:sldMk cId="0" sldId="264"/>
            <ac:spMk id="49" creationId="{00000000-0000-0000-0000-000000000000}"/>
          </ac:spMkLst>
        </pc:spChg>
        <pc:cxnChg chg="add mod">
          <ac:chgData name="yuting zheng" userId="00c49f17c780fc61" providerId="LiveId" clId="{49DE0611-F4B8-4172-A0DF-BE29E9B14AD8}" dt="2024-10-16T02:42:07.915" v="6" actId="1076"/>
          <ac:cxnSpMkLst>
            <pc:docMk/>
            <pc:sldMk cId="0" sldId="264"/>
            <ac:cxnSpMk id="5" creationId="{F73B89F3-2C38-627C-2FB5-1333766910E7}"/>
          </ac:cxnSpMkLst>
        </pc:cxnChg>
        <pc:cxnChg chg="add mod">
          <ac:chgData name="yuting zheng" userId="00c49f17c780fc61" providerId="LiveId" clId="{49DE0611-F4B8-4172-A0DF-BE29E9B14AD8}" dt="2024-10-16T02:42:07.915" v="6" actId="1076"/>
          <ac:cxnSpMkLst>
            <pc:docMk/>
            <pc:sldMk cId="0" sldId="264"/>
            <ac:cxnSpMk id="12" creationId="{00000000-0000-0000-0000-000000000000}"/>
          </ac:cxnSpMkLst>
        </pc:cxnChg>
      </pc:sldChg>
      <pc:sldChg chg="addSp delSp modSp mod">
        <pc:chgData name="yuting zheng" userId="00c49f17c780fc61" providerId="LiveId" clId="{49DE0611-F4B8-4172-A0DF-BE29E9B14AD8}" dt="2024-10-16T03:15:34.459" v="541" actId="20577"/>
        <pc:sldMkLst>
          <pc:docMk/>
          <pc:sldMk cId="4023903824" sldId="301"/>
        </pc:sldMkLst>
        <pc:spChg chg="mod">
          <ac:chgData name="yuting zheng" userId="00c49f17c780fc61" providerId="LiveId" clId="{49DE0611-F4B8-4172-A0DF-BE29E9B14AD8}" dt="2024-10-16T03:15:34.459" v="541" actId="20577"/>
          <ac:spMkLst>
            <pc:docMk/>
            <pc:sldMk cId="4023903824" sldId="301"/>
            <ac:spMk id="2" creationId="{B1D08BC3-BB1C-628D-D6AC-D0C467BD7D88}"/>
          </ac:spMkLst>
        </pc:spChg>
        <pc:spChg chg="add mod">
          <ac:chgData name="yuting zheng" userId="00c49f17c780fc61" providerId="LiveId" clId="{49DE0611-F4B8-4172-A0DF-BE29E9B14AD8}" dt="2024-10-16T03:00:59.764" v="228" actId="11"/>
          <ac:spMkLst>
            <pc:docMk/>
            <pc:sldMk cId="4023903824" sldId="301"/>
            <ac:spMk id="6" creationId="{147449E6-56BA-1FB5-1BFC-AB1638C82440}"/>
          </ac:spMkLst>
        </pc:spChg>
        <pc:spChg chg="add">
          <ac:chgData name="yuting zheng" userId="00c49f17c780fc61" providerId="LiveId" clId="{49DE0611-F4B8-4172-A0DF-BE29E9B14AD8}" dt="2024-10-16T03:02:06.485" v="257"/>
          <ac:spMkLst>
            <pc:docMk/>
            <pc:sldMk cId="4023903824" sldId="301"/>
            <ac:spMk id="7" creationId="{150CCE85-5EC5-6ACA-49EF-EA61708B14DB}"/>
          </ac:spMkLst>
        </pc:spChg>
        <pc:spChg chg="add del mod">
          <ac:chgData name="yuting zheng" userId="00c49f17c780fc61" providerId="LiveId" clId="{49DE0611-F4B8-4172-A0DF-BE29E9B14AD8}" dt="2024-10-16T03:03:36.169" v="299"/>
          <ac:spMkLst>
            <pc:docMk/>
            <pc:sldMk cId="4023903824" sldId="301"/>
            <ac:spMk id="8" creationId="{81DDD389-C97E-20E9-2DBF-537AC717523D}"/>
          </ac:spMkLst>
        </pc:spChg>
        <pc:spChg chg="del mod">
          <ac:chgData name="yuting zheng" userId="00c49f17c780fc61" providerId="LiveId" clId="{49DE0611-F4B8-4172-A0DF-BE29E9B14AD8}" dt="2024-10-16T02:54:53.614" v="214"/>
          <ac:spMkLst>
            <pc:docMk/>
            <pc:sldMk cId="4023903824" sldId="301"/>
            <ac:spMk id="10" creationId="{FC992BC3-6504-06E3-A41C-46CA88370BF8}"/>
          </ac:spMkLst>
        </pc:spChg>
        <pc:spChg chg="mod">
          <ac:chgData name="yuting zheng" userId="00c49f17c780fc61" providerId="LiveId" clId="{49DE0611-F4B8-4172-A0DF-BE29E9B14AD8}" dt="2024-10-16T03:00:28.437" v="216" actId="20577"/>
          <ac:spMkLst>
            <pc:docMk/>
            <pc:sldMk cId="4023903824" sldId="301"/>
            <ac:spMk id="11" creationId="{CDF4DBC2-F096-3D48-E9B3-7B80E9C3CEF6}"/>
          </ac:spMkLst>
        </pc:spChg>
        <pc:cxnChg chg="mod">
          <ac:chgData name="yuting zheng" userId="00c49f17c780fc61" providerId="LiveId" clId="{49DE0611-F4B8-4172-A0DF-BE29E9B14AD8}" dt="2024-10-16T03:02:12.140" v="260" actId="1076"/>
          <ac:cxnSpMkLst>
            <pc:docMk/>
            <pc:sldMk cId="4023903824" sldId="301"/>
            <ac:cxnSpMk id="17" creationId="{D893178C-5358-EAF0-087D-2E7DAD694E43}"/>
          </ac:cxnSpMkLst>
        </pc:cxnChg>
      </pc:sldChg>
      <pc:sldChg chg="addSp modSp mod">
        <pc:chgData name="yuting zheng" userId="00c49f17c780fc61" providerId="LiveId" clId="{49DE0611-F4B8-4172-A0DF-BE29E9B14AD8}" dt="2024-10-16T03:19:44.806" v="637" actId="108"/>
        <pc:sldMkLst>
          <pc:docMk/>
          <pc:sldMk cId="3389344360" sldId="302"/>
        </pc:sldMkLst>
        <pc:spChg chg="mod">
          <ac:chgData name="yuting zheng" userId="00c49f17c780fc61" providerId="LiveId" clId="{49DE0611-F4B8-4172-A0DF-BE29E9B14AD8}" dt="2024-10-16T03:19:40.451" v="634" actId="108"/>
          <ac:spMkLst>
            <pc:docMk/>
            <pc:sldMk cId="3389344360" sldId="302"/>
            <ac:spMk id="2" creationId="{D6426E4F-8296-0347-5BEA-736496A8A5C4}"/>
          </ac:spMkLst>
        </pc:spChg>
        <pc:spChg chg="add mod">
          <ac:chgData name="yuting zheng" userId="00c49f17c780fc61" providerId="LiveId" clId="{49DE0611-F4B8-4172-A0DF-BE29E9B14AD8}" dt="2024-10-16T03:17:37.441" v="600" actId="20577"/>
          <ac:spMkLst>
            <pc:docMk/>
            <pc:sldMk cId="3389344360" sldId="302"/>
            <ac:spMk id="5" creationId="{D40072BE-355C-58A5-5D53-1B4E22DF3D22}"/>
          </ac:spMkLst>
        </pc:spChg>
        <pc:spChg chg="mod">
          <ac:chgData name="yuting zheng" userId="00c49f17c780fc61" providerId="LiveId" clId="{49DE0611-F4B8-4172-A0DF-BE29E9B14AD8}" dt="2024-10-16T03:19:44.806" v="637" actId="108"/>
          <ac:spMkLst>
            <pc:docMk/>
            <pc:sldMk cId="3389344360" sldId="302"/>
            <ac:spMk id="10" creationId="{206CFC1A-F826-DC6D-156D-2BC1F22A32D4}"/>
          </ac:spMkLst>
        </pc:spChg>
        <pc:spChg chg="mod">
          <ac:chgData name="yuting zheng" userId="00c49f17c780fc61" providerId="LiveId" clId="{49DE0611-F4B8-4172-A0DF-BE29E9B14AD8}" dt="2024-10-16T03:13:21.213" v="456" actId="108"/>
          <ac:spMkLst>
            <pc:docMk/>
            <pc:sldMk cId="3389344360" sldId="302"/>
            <ac:spMk id="11" creationId="{F7C27179-B966-9B69-8FA9-7B0E808E3C67}"/>
          </ac:spMkLst>
        </pc:spChg>
      </pc:sldChg>
      <pc:sldChg chg="addSp modSp add mod ord">
        <pc:chgData name="yuting zheng" userId="00c49f17c780fc61" providerId="LiveId" clId="{49DE0611-F4B8-4172-A0DF-BE29E9B14AD8}" dt="2024-10-16T02:49:29.860" v="158" actId="1076"/>
        <pc:sldMkLst>
          <pc:docMk/>
          <pc:sldMk cId="3366771709" sldId="303"/>
        </pc:sldMkLst>
        <pc:spChg chg="mod">
          <ac:chgData name="yuting zheng" userId="00c49f17c780fc61" providerId="LiveId" clId="{49DE0611-F4B8-4172-A0DF-BE29E9B14AD8}" dt="2024-10-16T02:49:29.860" v="158" actId="1076"/>
          <ac:spMkLst>
            <pc:docMk/>
            <pc:sldMk cId="3366771709" sldId="303"/>
            <ac:spMk id="2" creationId="{6F9D0718-8D49-7F48-D049-B8E0A609AF22}"/>
          </ac:spMkLst>
        </pc:spChg>
        <pc:spChg chg="mod">
          <ac:chgData name="yuting zheng" userId="00c49f17c780fc61" providerId="LiveId" clId="{49DE0611-F4B8-4172-A0DF-BE29E9B14AD8}" dt="2024-10-16T02:49:29.860" v="158" actId="1076"/>
          <ac:spMkLst>
            <pc:docMk/>
            <pc:sldMk cId="3366771709" sldId="303"/>
            <ac:spMk id="3" creationId="{5304418B-6925-29B1-3B27-270323FFB6F3}"/>
          </ac:spMkLst>
        </pc:spChg>
        <pc:spChg chg="add mod">
          <ac:chgData name="yuting zheng" userId="00c49f17c780fc61" providerId="LiveId" clId="{49DE0611-F4B8-4172-A0DF-BE29E9B14AD8}" dt="2024-10-16T02:49:29.860" v="158" actId="1076"/>
          <ac:spMkLst>
            <pc:docMk/>
            <pc:sldMk cId="3366771709" sldId="303"/>
            <ac:spMk id="4" creationId="{00000000-0000-0000-0000-000000000000}"/>
          </ac:spMkLst>
        </pc:spChg>
        <pc:spChg chg="mod">
          <ac:chgData name="yuting zheng" userId="00c49f17c780fc61" providerId="LiveId" clId="{49DE0611-F4B8-4172-A0DF-BE29E9B14AD8}" dt="2024-10-16T02:49:29.860" v="158" actId="1076"/>
          <ac:spMkLst>
            <pc:docMk/>
            <pc:sldMk cId="3366771709" sldId="303"/>
            <ac:spMk id="7" creationId="{9BB35B67-ED41-AAF2-6E23-290C981823B4}"/>
          </ac:spMkLst>
        </pc:spChg>
        <pc:spChg chg="add mod">
          <ac:chgData name="yuting zheng" userId="00c49f17c780fc61" providerId="LiveId" clId="{49DE0611-F4B8-4172-A0DF-BE29E9B14AD8}" dt="2024-10-16T02:49:29.860" v="158" actId="1076"/>
          <ac:spMkLst>
            <pc:docMk/>
            <pc:sldMk cId="3366771709" sldId="303"/>
            <ac:spMk id="8" creationId="{9BB35B67-ED41-AAF2-6E23-290C981823B4}"/>
          </ac:spMkLst>
        </pc:spChg>
        <pc:spChg chg="mod">
          <ac:chgData name="yuting zheng" userId="00c49f17c780fc61" providerId="LiveId" clId="{49DE0611-F4B8-4172-A0DF-BE29E9B14AD8}" dt="2024-10-16T02:49:29.860" v="158" actId="1076"/>
          <ac:spMkLst>
            <pc:docMk/>
            <pc:sldMk cId="3366771709" sldId="303"/>
            <ac:spMk id="10" creationId="{00000000-0000-0000-0000-000000000000}"/>
          </ac:spMkLst>
        </pc:spChg>
        <pc:spChg chg="mod">
          <ac:chgData name="yuting zheng" userId="00c49f17c780fc61" providerId="LiveId" clId="{49DE0611-F4B8-4172-A0DF-BE29E9B14AD8}" dt="2024-10-16T02:49:29.860" v="158" actId="1076"/>
          <ac:spMkLst>
            <pc:docMk/>
            <pc:sldMk cId="3366771709" sldId="303"/>
            <ac:spMk id="53" creationId="{00000000-0000-0000-0000-000000000000}"/>
          </ac:spMkLst>
        </pc:spChg>
        <pc:cxnChg chg="mod">
          <ac:chgData name="yuting zheng" userId="00c49f17c780fc61" providerId="LiveId" clId="{49DE0611-F4B8-4172-A0DF-BE29E9B14AD8}" dt="2024-10-16T02:49:29.860" v="158" actId="1076"/>
          <ac:cxnSpMkLst>
            <pc:docMk/>
            <pc:sldMk cId="3366771709" sldId="303"/>
            <ac:cxnSpMk id="5" creationId="{F73B89F3-2C38-627C-2FB5-1333766910E7}"/>
          </ac:cxnSpMkLst>
        </pc:cxnChg>
        <pc:cxnChg chg="add mod">
          <ac:chgData name="yuting zheng" userId="00c49f17c780fc61" providerId="LiveId" clId="{49DE0611-F4B8-4172-A0DF-BE29E9B14AD8}" dt="2024-10-16T02:49:29.860" v="158" actId="1076"/>
          <ac:cxnSpMkLst>
            <pc:docMk/>
            <pc:sldMk cId="3366771709" sldId="303"/>
            <ac:cxnSpMk id="6" creationId="{00000000-0000-0000-0000-000000000000}"/>
          </ac:cxnSpMkLst>
        </pc:cxnChg>
        <pc:cxnChg chg="mod">
          <ac:chgData name="yuting zheng" userId="00c49f17c780fc61" providerId="LiveId" clId="{49DE0611-F4B8-4172-A0DF-BE29E9B14AD8}" dt="2024-10-16T02:49:29.860" v="158" actId="1076"/>
          <ac:cxnSpMkLst>
            <pc:docMk/>
            <pc:sldMk cId="3366771709" sldId="303"/>
            <ac:cxnSpMk id="12" creationId="{00000000-0000-0000-0000-000000000000}"/>
          </ac:cxnSpMkLst>
        </pc:cxnChg>
      </pc:sldChg>
      <pc:sldChg chg="delSp add del mod">
        <pc:chgData name="yuting zheng" userId="00c49f17c780fc61" providerId="LiveId" clId="{49DE0611-F4B8-4172-A0DF-BE29E9B14AD8}" dt="2024-10-16T02:42:20.050" v="9" actId="2696"/>
        <pc:sldMkLst>
          <pc:docMk/>
          <pc:sldMk cId="3473603116" sldId="303"/>
        </pc:sldMkLst>
        <pc:spChg chg="del">
          <ac:chgData name="yuting zheng" userId="00c49f17c780fc61" providerId="LiveId" clId="{49DE0611-F4B8-4172-A0DF-BE29E9B14AD8}" dt="2024-10-16T02:42:00.907" v="4" actId="21"/>
          <ac:spMkLst>
            <pc:docMk/>
            <pc:sldMk cId="3473603116" sldId="303"/>
            <ac:spMk id="2" creationId="{6F9D0718-8D49-7F48-D049-B8E0A609AF22}"/>
          </ac:spMkLst>
        </pc:spChg>
        <pc:spChg chg="del">
          <ac:chgData name="yuting zheng" userId="00c49f17c780fc61" providerId="LiveId" clId="{49DE0611-F4B8-4172-A0DF-BE29E9B14AD8}" dt="2024-10-16T02:42:00.907" v="4" actId="21"/>
          <ac:spMkLst>
            <pc:docMk/>
            <pc:sldMk cId="3473603116" sldId="303"/>
            <ac:spMk id="3" creationId="{5304418B-6925-29B1-3B27-270323FFB6F3}"/>
          </ac:spMkLst>
        </pc:spChg>
        <pc:spChg chg="del">
          <ac:chgData name="yuting zheng" userId="00c49f17c780fc61" providerId="LiveId" clId="{49DE0611-F4B8-4172-A0DF-BE29E9B14AD8}" dt="2024-10-16T02:42:00.907" v="4" actId="21"/>
          <ac:spMkLst>
            <pc:docMk/>
            <pc:sldMk cId="3473603116" sldId="303"/>
            <ac:spMk id="10" creationId="{00000000-0000-0000-0000-000000000000}"/>
          </ac:spMkLst>
        </pc:spChg>
        <pc:cxnChg chg="del">
          <ac:chgData name="yuting zheng" userId="00c49f17c780fc61" providerId="LiveId" clId="{49DE0611-F4B8-4172-A0DF-BE29E9B14AD8}" dt="2024-10-16T02:42:00.907" v="4" actId="21"/>
          <ac:cxnSpMkLst>
            <pc:docMk/>
            <pc:sldMk cId="3473603116" sldId="303"/>
            <ac:cxnSpMk id="4" creationId="{F73B89F3-2C38-627C-2FB5-1333766910E7}"/>
          </ac:cxnSpMkLst>
        </pc:cxnChg>
        <pc:cxnChg chg="del">
          <ac:chgData name="yuting zheng" userId="00c49f17c780fc61" providerId="LiveId" clId="{49DE0611-F4B8-4172-A0DF-BE29E9B14AD8}" dt="2024-10-16T02:42:00.907" v="4" actId="21"/>
          <ac:cxnSpMkLst>
            <pc:docMk/>
            <pc:sldMk cId="3473603116" sldId="303"/>
            <ac:cxnSpMk id="12" creationId="{00000000-0000-0000-0000-000000000000}"/>
          </ac:cxnSpMkLst>
        </pc:cxnChg>
      </pc:sldChg>
      <pc:sldChg chg="delSp modSp add mod">
        <pc:chgData name="yuting zheng" userId="00c49f17c780fc61" providerId="LiveId" clId="{49DE0611-F4B8-4172-A0DF-BE29E9B14AD8}" dt="2024-10-16T02:51:11.118" v="187" actId="108"/>
        <pc:sldMkLst>
          <pc:docMk/>
          <pc:sldMk cId="2963764496" sldId="304"/>
        </pc:sldMkLst>
        <pc:spChg chg="mod">
          <ac:chgData name="yuting zheng" userId="00c49f17c780fc61" providerId="LiveId" clId="{49DE0611-F4B8-4172-A0DF-BE29E9B14AD8}" dt="2024-10-16T02:51:11.118" v="187" actId="108"/>
          <ac:spMkLst>
            <pc:docMk/>
            <pc:sldMk cId="2963764496" sldId="304"/>
            <ac:spMk id="2" creationId="{6F9D0718-8D49-7F48-D049-B8E0A609AF22}"/>
          </ac:spMkLst>
        </pc:spChg>
        <pc:spChg chg="mod">
          <ac:chgData name="yuting zheng" userId="00c49f17c780fc61" providerId="LiveId" clId="{49DE0611-F4B8-4172-A0DF-BE29E9B14AD8}" dt="2024-10-16T02:49:40.898" v="159" actId="1076"/>
          <ac:spMkLst>
            <pc:docMk/>
            <pc:sldMk cId="2963764496" sldId="304"/>
            <ac:spMk id="3" creationId="{5304418B-6925-29B1-3B27-270323FFB6F3}"/>
          </ac:spMkLst>
        </pc:spChg>
        <pc:spChg chg="del mod">
          <ac:chgData name="yuting zheng" userId="00c49f17c780fc61" providerId="LiveId" clId="{49DE0611-F4B8-4172-A0DF-BE29E9B14AD8}" dt="2024-10-16T02:49:05.294" v="153" actId="21"/>
          <ac:spMkLst>
            <pc:docMk/>
            <pc:sldMk cId="2963764496" sldId="304"/>
            <ac:spMk id="7" creationId="{9BB35B67-ED41-AAF2-6E23-290C981823B4}"/>
          </ac:spMkLst>
        </pc:spChg>
        <pc:spChg chg="del mod">
          <ac:chgData name="yuting zheng" userId="00c49f17c780fc61" providerId="LiveId" clId="{49DE0611-F4B8-4172-A0DF-BE29E9B14AD8}" dt="2024-10-16T02:49:05.294" v="153" actId="21"/>
          <ac:spMkLst>
            <pc:docMk/>
            <pc:sldMk cId="2963764496" sldId="304"/>
            <ac:spMk id="10" creationId="{00000000-0000-0000-0000-000000000000}"/>
          </ac:spMkLst>
        </pc:spChg>
        <pc:spChg chg="mod">
          <ac:chgData name="yuting zheng" userId="00c49f17c780fc61" providerId="LiveId" clId="{49DE0611-F4B8-4172-A0DF-BE29E9B14AD8}" dt="2024-10-16T02:49:40.898" v="159" actId="1076"/>
          <ac:spMkLst>
            <pc:docMk/>
            <pc:sldMk cId="2963764496" sldId="304"/>
            <ac:spMk id="53" creationId="{00000000-0000-0000-0000-000000000000}"/>
          </ac:spMkLst>
        </pc:spChg>
        <pc:cxnChg chg="mod">
          <ac:chgData name="yuting zheng" userId="00c49f17c780fc61" providerId="LiveId" clId="{49DE0611-F4B8-4172-A0DF-BE29E9B14AD8}" dt="2024-10-16T02:49:40.898" v="159" actId="1076"/>
          <ac:cxnSpMkLst>
            <pc:docMk/>
            <pc:sldMk cId="2963764496" sldId="304"/>
            <ac:cxnSpMk id="5" creationId="{F73B89F3-2C38-627C-2FB5-1333766910E7}"/>
          </ac:cxnSpMkLst>
        </pc:cxnChg>
        <pc:cxnChg chg="del">
          <ac:chgData name="yuting zheng" userId="00c49f17c780fc61" providerId="LiveId" clId="{49DE0611-F4B8-4172-A0DF-BE29E9B14AD8}" dt="2024-10-16T02:49:05.294" v="153" actId="21"/>
          <ac:cxnSpMkLst>
            <pc:docMk/>
            <pc:sldMk cId="2963764496" sldId="304"/>
            <ac:cxnSpMk id="12" creationId="{00000000-0000-0000-0000-000000000000}"/>
          </ac:cxnSpMkLst>
        </pc:cxnChg>
      </pc:sldChg>
      <pc:sldChg chg="modSp add mod">
        <pc:chgData name="yuting zheng" userId="00c49f17c780fc61" providerId="LiveId" clId="{49DE0611-F4B8-4172-A0DF-BE29E9B14AD8}" dt="2024-10-16T03:09:42.431" v="454" actId="108"/>
        <pc:sldMkLst>
          <pc:docMk/>
          <pc:sldMk cId="3940359430" sldId="305"/>
        </pc:sldMkLst>
        <pc:spChg chg="mod">
          <ac:chgData name="yuting zheng" userId="00c49f17c780fc61" providerId="LiveId" clId="{49DE0611-F4B8-4172-A0DF-BE29E9B14AD8}" dt="2024-10-16T03:09:26.713" v="449" actId="20577"/>
          <ac:spMkLst>
            <pc:docMk/>
            <pc:sldMk cId="3940359430" sldId="305"/>
            <ac:spMk id="2" creationId="{B1D08BC3-BB1C-628D-D6AC-D0C467BD7D88}"/>
          </ac:spMkLst>
        </pc:spChg>
        <pc:spChg chg="mod">
          <ac:chgData name="yuting zheng" userId="00c49f17c780fc61" providerId="LiveId" clId="{49DE0611-F4B8-4172-A0DF-BE29E9B14AD8}" dt="2024-10-16T03:09:42.431" v="454" actId="108"/>
          <ac:spMkLst>
            <pc:docMk/>
            <pc:sldMk cId="3940359430" sldId="305"/>
            <ac:spMk id="3" creationId="{9A4702E5-ABE3-E813-0E22-087A22F042FD}"/>
          </ac:spMkLst>
        </pc:spChg>
        <pc:spChg chg="mod">
          <ac:chgData name="yuting zheng" userId="00c49f17c780fc61" providerId="LiveId" clId="{49DE0611-F4B8-4172-A0DF-BE29E9B14AD8}" dt="2024-10-16T03:07:48.978" v="339" actId="108"/>
          <ac:spMkLst>
            <pc:docMk/>
            <pc:sldMk cId="3940359430" sldId="305"/>
            <ac:spMk id="6" creationId="{147449E6-56BA-1FB5-1BFC-AB1638C82440}"/>
          </ac:spMkLst>
        </pc:spChg>
        <pc:spChg chg="mod">
          <ac:chgData name="yuting zheng" userId="00c49f17c780fc61" providerId="LiveId" clId="{49DE0611-F4B8-4172-A0DF-BE29E9B14AD8}" dt="2024-10-16T03:06:58.049" v="331" actId="108"/>
          <ac:spMkLst>
            <pc:docMk/>
            <pc:sldMk cId="3940359430" sldId="305"/>
            <ac:spMk id="11" creationId="{CDF4DBC2-F096-3D48-E9B3-7B80E9C3CEF6}"/>
          </ac:spMkLst>
        </pc:spChg>
      </pc:sldChg>
    </pc:docChg>
  </pc:docChgLst>
  <pc:docChgLst>
    <pc:chgData name="yuting zheng" userId="00c49f17c780fc61" providerId="LiveId" clId="{9B52CB43-0090-43E6-8DAD-A93A880B0927}"/>
    <pc:docChg chg="undo redo custSel addSld modSld">
      <pc:chgData name="yuting zheng" userId="00c49f17c780fc61" providerId="LiveId" clId="{9B52CB43-0090-43E6-8DAD-A93A880B0927}" dt="2024-10-15T17:35:17.370" v="885"/>
      <pc:docMkLst>
        <pc:docMk/>
      </pc:docMkLst>
      <pc:sldChg chg="modSp mod">
        <pc:chgData name="yuting zheng" userId="00c49f17c780fc61" providerId="LiveId" clId="{9B52CB43-0090-43E6-8DAD-A93A880B0927}" dt="2024-10-15T17:33:09.296" v="734" actId="20577"/>
        <pc:sldMkLst>
          <pc:docMk/>
          <pc:sldMk cId="0" sldId="264"/>
        </pc:sldMkLst>
        <pc:spChg chg="mod">
          <ac:chgData name="yuting zheng" userId="00c49f17c780fc61" providerId="LiveId" clId="{9B52CB43-0090-43E6-8DAD-A93A880B0927}" dt="2024-10-15T17:32:57.971" v="707" actId="20577"/>
          <ac:spMkLst>
            <pc:docMk/>
            <pc:sldMk cId="0" sldId="264"/>
            <ac:spMk id="22" creationId="{00000000-0000-0000-0000-000000000000}"/>
          </ac:spMkLst>
        </pc:spChg>
        <pc:spChg chg="mod">
          <ac:chgData name="yuting zheng" userId="00c49f17c780fc61" providerId="LiveId" clId="{9B52CB43-0090-43E6-8DAD-A93A880B0927}" dt="2024-10-15T17:33:09.296" v="734" actId="20577"/>
          <ac:spMkLst>
            <pc:docMk/>
            <pc:sldMk cId="0" sldId="264"/>
            <ac:spMk id="23" creationId="{00000000-0000-0000-0000-000000000000}"/>
          </ac:spMkLst>
        </pc:spChg>
        <pc:cxnChg chg="mod">
          <ac:chgData name="yuting zheng" userId="00c49f17c780fc61" providerId="LiveId" clId="{9B52CB43-0090-43E6-8DAD-A93A880B0927}" dt="2024-10-15T17:33:09.296" v="734" actId="20577"/>
          <ac:cxnSpMkLst>
            <pc:docMk/>
            <pc:sldMk cId="0" sldId="264"/>
            <ac:cxnSpMk id="17" creationId="{00000000-0000-0000-0000-000000000000}"/>
          </ac:cxnSpMkLst>
        </pc:cxnChg>
      </pc:sldChg>
      <pc:sldChg chg="addSp modSp mod">
        <pc:chgData name="yuting zheng" userId="00c49f17c780fc61" providerId="LiveId" clId="{9B52CB43-0090-43E6-8DAD-A93A880B0927}" dt="2024-10-15T17:05:04.167" v="196" actId="20577"/>
        <pc:sldMkLst>
          <pc:docMk/>
          <pc:sldMk cId="2261727514" sldId="295"/>
        </pc:sldMkLst>
        <pc:spChg chg="add mod">
          <ac:chgData name="yuting zheng" userId="00c49f17c780fc61" providerId="LiveId" clId="{9B52CB43-0090-43E6-8DAD-A93A880B0927}" dt="2024-10-15T17:05:04.167" v="196" actId="20577"/>
          <ac:spMkLst>
            <pc:docMk/>
            <pc:sldMk cId="2261727514" sldId="295"/>
            <ac:spMk id="2" creationId="{6F9D0718-8D49-7F48-D049-B8E0A609AF22}"/>
          </ac:spMkLst>
        </pc:spChg>
        <pc:spChg chg="add mod">
          <ac:chgData name="yuting zheng" userId="00c49f17c780fc61" providerId="LiveId" clId="{9B52CB43-0090-43E6-8DAD-A93A880B0927}" dt="2024-10-15T16:48:33.006" v="127" actId="1076"/>
          <ac:spMkLst>
            <pc:docMk/>
            <pc:sldMk cId="2261727514" sldId="295"/>
            <ac:spMk id="3" creationId="{5304418B-6925-29B1-3B27-270323FFB6F3}"/>
          </ac:spMkLst>
        </pc:spChg>
        <pc:spChg chg="mod">
          <ac:chgData name="yuting zheng" userId="00c49f17c780fc61" providerId="LiveId" clId="{9B52CB43-0090-43E6-8DAD-A93A880B0927}" dt="2024-10-15T16:43:50.932" v="71" actId="108"/>
          <ac:spMkLst>
            <pc:docMk/>
            <pc:sldMk cId="2261727514" sldId="295"/>
            <ac:spMk id="10" creationId="{00000000-0000-0000-0000-000000000000}"/>
          </ac:spMkLst>
        </pc:spChg>
        <pc:cxnChg chg="add mod">
          <ac:chgData name="yuting zheng" userId="00c49f17c780fc61" providerId="LiveId" clId="{9B52CB43-0090-43E6-8DAD-A93A880B0927}" dt="2024-10-15T16:48:33.006" v="127" actId="1076"/>
          <ac:cxnSpMkLst>
            <pc:docMk/>
            <pc:sldMk cId="2261727514" sldId="295"/>
            <ac:cxnSpMk id="4" creationId="{F73B89F3-2C38-627C-2FB5-1333766910E7}"/>
          </ac:cxnSpMkLst>
        </pc:cxnChg>
      </pc:sldChg>
      <pc:sldChg chg="addSp delSp modSp add mod">
        <pc:chgData name="yuting zheng" userId="00c49f17c780fc61" providerId="LiveId" clId="{9B52CB43-0090-43E6-8DAD-A93A880B0927}" dt="2024-10-15T17:13:17.202" v="358" actId="478"/>
        <pc:sldMkLst>
          <pc:docMk/>
          <pc:sldMk cId="588385674" sldId="296"/>
        </pc:sldMkLst>
        <pc:spChg chg="del">
          <ac:chgData name="yuting zheng" userId="00c49f17c780fc61" providerId="LiveId" clId="{9B52CB43-0090-43E6-8DAD-A93A880B0927}" dt="2024-10-15T16:44:59.291" v="101" actId="478"/>
          <ac:spMkLst>
            <pc:docMk/>
            <pc:sldMk cId="588385674" sldId="296"/>
            <ac:spMk id="2" creationId="{F343B7C7-4B8B-6AF5-6CDE-28F4ABC6C0A4}"/>
          </ac:spMkLst>
        </pc:spChg>
        <pc:spChg chg="del">
          <ac:chgData name="yuting zheng" userId="00c49f17c780fc61" providerId="LiveId" clId="{9B52CB43-0090-43E6-8DAD-A93A880B0927}" dt="2024-10-15T16:44:59.291" v="101" actId="478"/>
          <ac:spMkLst>
            <pc:docMk/>
            <pc:sldMk cId="588385674" sldId="296"/>
            <ac:spMk id="3" creationId="{38C52EEA-34E1-92BF-29F2-1E357AD58B89}"/>
          </ac:spMkLst>
        </pc:spChg>
        <pc:spChg chg="add mod">
          <ac:chgData name="yuting zheng" userId="00c49f17c780fc61" providerId="LiveId" clId="{9B52CB43-0090-43E6-8DAD-A93A880B0927}" dt="2024-10-15T17:09:39.896" v="259" actId="20577"/>
          <ac:spMkLst>
            <pc:docMk/>
            <pc:sldMk cId="588385674" sldId="296"/>
            <ac:spMk id="6" creationId="{1A8554E9-FEAF-00AF-2C5B-3B18AE7F36E6}"/>
          </ac:spMkLst>
        </pc:spChg>
        <pc:spChg chg="add del mod">
          <ac:chgData name="yuting zheng" userId="00c49f17c780fc61" providerId="LiveId" clId="{9B52CB43-0090-43E6-8DAD-A93A880B0927}" dt="2024-10-15T16:48:22.663" v="125"/>
          <ac:spMkLst>
            <pc:docMk/>
            <pc:sldMk cId="588385674" sldId="296"/>
            <ac:spMk id="10" creationId="{8C72C0AC-F86F-4E7A-1923-3607C82BF7C3}"/>
          </ac:spMkLst>
        </pc:spChg>
        <pc:spChg chg="add del mod">
          <ac:chgData name="yuting zheng" userId="00c49f17c780fc61" providerId="LiveId" clId="{9B52CB43-0090-43E6-8DAD-A93A880B0927}" dt="2024-10-15T17:13:15.044" v="356" actId="20577"/>
          <ac:spMkLst>
            <pc:docMk/>
            <pc:sldMk cId="588385674" sldId="296"/>
            <ac:spMk id="11" creationId="{38F42F2E-3959-3E2F-9414-DB9FA2B4D7C6}"/>
          </ac:spMkLst>
        </pc:spChg>
        <pc:cxnChg chg="del">
          <ac:chgData name="yuting zheng" userId="00c49f17c780fc61" providerId="LiveId" clId="{9B52CB43-0090-43E6-8DAD-A93A880B0927}" dt="2024-10-15T16:44:59.291" v="101" actId="478"/>
          <ac:cxnSpMkLst>
            <pc:docMk/>
            <pc:sldMk cId="588385674" sldId="296"/>
            <ac:cxnSpMk id="4" creationId="{3063E947-0166-31DB-2D21-9AFE1E5C47BA}"/>
          </ac:cxnSpMkLst>
        </pc:cxnChg>
        <pc:cxnChg chg="add mod">
          <ac:chgData name="yuting zheng" userId="00c49f17c780fc61" providerId="LiveId" clId="{9B52CB43-0090-43E6-8DAD-A93A880B0927}" dt="2024-10-15T17:09:59.416" v="265" actId="1076"/>
          <ac:cxnSpMkLst>
            <pc:docMk/>
            <pc:sldMk cId="588385674" sldId="296"/>
            <ac:cxnSpMk id="7" creationId="{3965DDDA-62F5-A488-0746-BAF86379437F}"/>
          </ac:cxnSpMkLst>
        </pc:cxnChg>
        <pc:cxnChg chg="add del mod">
          <ac:chgData name="yuting zheng" userId="00c49f17c780fc61" providerId="LiveId" clId="{9B52CB43-0090-43E6-8DAD-A93A880B0927}" dt="2024-10-15T17:13:17.202" v="358" actId="478"/>
          <ac:cxnSpMkLst>
            <pc:docMk/>
            <pc:sldMk cId="588385674" sldId="296"/>
            <ac:cxnSpMk id="13" creationId="{D289B0D6-2FD9-3C02-8B90-C3E2A839EB95}"/>
          </ac:cxnSpMkLst>
        </pc:cxnChg>
        <pc:cxnChg chg="add del mod">
          <ac:chgData name="yuting zheng" userId="00c49f17c780fc61" providerId="LiveId" clId="{9B52CB43-0090-43E6-8DAD-A93A880B0927}" dt="2024-10-15T17:13:11.873" v="351" actId="478"/>
          <ac:cxnSpMkLst>
            <pc:docMk/>
            <pc:sldMk cId="588385674" sldId="296"/>
            <ac:cxnSpMk id="14" creationId="{8EA0DBC5-1EBA-F130-5F97-7DF516F6D6A7}"/>
          </ac:cxnSpMkLst>
        </pc:cxnChg>
      </pc:sldChg>
      <pc:sldChg chg="add">
        <pc:chgData name="yuting zheng" userId="00c49f17c780fc61" providerId="LiveId" clId="{9B52CB43-0090-43E6-8DAD-A93A880B0927}" dt="2024-10-15T17:11:37.445" v="268"/>
        <pc:sldMkLst>
          <pc:docMk/>
          <pc:sldMk cId="1530421922" sldId="297"/>
        </pc:sldMkLst>
      </pc:sldChg>
      <pc:sldChg chg="addSp delSp modSp add mod">
        <pc:chgData name="yuting zheng" userId="00c49f17c780fc61" providerId="LiveId" clId="{9B52CB43-0090-43E6-8DAD-A93A880B0927}" dt="2024-10-15T17:26:31.998" v="644" actId="20577"/>
        <pc:sldMkLst>
          <pc:docMk/>
          <pc:sldMk cId="979545101" sldId="298"/>
        </pc:sldMkLst>
        <pc:spChg chg="mod">
          <ac:chgData name="yuting zheng" userId="00c49f17c780fc61" providerId="LiveId" clId="{9B52CB43-0090-43E6-8DAD-A93A880B0927}" dt="2024-10-15T17:26:31.998" v="644" actId="20577"/>
          <ac:spMkLst>
            <pc:docMk/>
            <pc:sldMk cId="979545101" sldId="298"/>
            <ac:spMk id="6" creationId="{81539C9F-27AB-6B5F-3D47-7299BAE635FC}"/>
          </ac:spMkLst>
        </pc:spChg>
        <pc:spChg chg="mod">
          <ac:chgData name="yuting zheng" userId="00c49f17c780fc61" providerId="LiveId" clId="{9B52CB43-0090-43E6-8DAD-A93A880B0927}" dt="2024-10-15T17:13:46.664" v="413" actId="14100"/>
          <ac:spMkLst>
            <pc:docMk/>
            <pc:sldMk cId="979545101" sldId="298"/>
            <ac:spMk id="11" creationId="{476692D5-D055-770C-ED23-E9331E43222D}"/>
          </ac:spMkLst>
        </pc:spChg>
        <pc:cxnChg chg="del">
          <ac:chgData name="yuting zheng" userId="00c49f17c780fc61" providerId="LiveId" clId="{9B52CB43-0090-43E6-8DAD-A93A880B0927}" dt="2024-10-15T17:14:49.393" v="415" actId="478"/>
          <ac:cxnSpMkLst>
            <pc:docMk/>
            <pc:sldMk cId="979545101" sldId="298"/>
            <ac:cxnSpMk id="7" creationId="{62F058F5-47D9-26E1-C94D-D7F1D3982090}"/>
          </ac:cxnSpMkLst>
        </pc:cxnChg>
        <pc:cxnChg chg="add del">
          <ac:chgData name="yuting zheng" userId="00c49f17c780fc61" providerId="LiveId" clId="{9B52CB43-0090-43E6-8DAD-A93A880B0927}" dt="2024-10-15T17:13:12.770" v="353" actId="478"/>
          <ac:cxnSpMkLst>
            <pc:docMk/>
            <pc:sldMk cId="979545101" sldId="298"/>
            <ac:cxnSpMk id="13" creationId="{068CADE5-5E6B-0FF2-C8C2-AB81B5F2746D}"/>
          </ac:cxnSpMkLst>
        </pc:cxnChg>
        <pc:cxnChg chg="add del">
          <ac:chgData name="yuting zheng" userId="00c49f17c780fc61" providerId="LiveId" clId="{9B52CB43-0090-43E6-8DAD-A93A880B0927}" dt="2024-10-15T17:13:12.243" v="352" actId="478"/>
          <ac:cxnSpMkLst>
            <pc:docMk/>
            <pc:sldMk cId="979545101" sldId="298"/>
            <ac:cxnSpMk id="14" creationId="{20A62381-F74D-B27A-1667-971194B13FC3}"/>
          </ac:cxnSpMkLst>
        </pc:cxnChg>
      </pc:sldChg>
      <pc:sldChg chg="modSp add mod">
        <pc:chgData name="yuting zheng" userId="00c49f17c780fc61" providerId="LiveId" clId="{9B52CB43-0090-43E6-8DAD-A93A880B0927}" dt="2024-10-15T17:29:56.958" v="686" actId="1076"/>
        <pc:sldMkLst>
          <pc:docMk/>
          <pc:sldMk cId="2513376359" sldId="299"/>
        </pc:sldMkLst>
        <pc:spChg chg="mod">
          <ac:chgData name="yuting zheng" userId="00c49f17c780fc61" providerId="LiveId" clId="{9B52CB43-0090-43E6-8DAD-A93A880B0927}" dt="2024-10-15T17:29:56.958" v="686" actId="1076"/>
          <ac:spMkLst>
            <pc:docMk/>
            <pc:sldMk cId="2513376359" sldId="299"/>
            <ac:spMk id="6" creationId="{2B3CE6DB-F6ED-C7AA-DE6E-F43443D07EE7}"/>
          </ac:spMkLst>
        </pc:spChg>
      </pc:sldChg>
      <pc:sldChg chg="modSp add mod">
        <pc:chgData name="yuting zheng" userId="00c49f17c780fc61" providerId="LiveId" clId="{9B52CB43-0090-43E6-8DAD-A93A880B0927}" dt="2024-10-15T17:32:37.760" v="703" actId="108"/>
        <pc:sldMkLst>
          <pc:docMk/>
          <pc:sldMk cId="1935257416" sldId="300"/>
        </pc:sldMkLst>
        <pc:spChg chg="mod">
          <ac:chgData name="yuting zheng" userId="00c49f17c780fc61" providerId="LiveId" clId="{9B52CB43-0090-43E6-8DAD-A93A880B0927}" dt="2024-10-15T17:31:49.299" v="689" actId="20577"/>
          <ac:spMkLst>
            <pc:docMk/>
            <pc:sldMk cId="1935257416" sldId="300"/>
            <ac:spMk id="3" creationId="{554A4023-CE10-249C-59EB-8C38AB522713}"/>
          </ac:spMkLst>
        </pc:spChg>
        <pc:spChg chg="mod">
          <ac:chgData name="yuting zheng" userId="00c49f17c780fc61" providerId="LiveId" clId="{9B52CB43-0090-43E6-8DAD-A93A880B0927}" dt="2024-10-15T17:32:01.840" v="699" actId="14100"/>
          <ac:spMkLst>
            <pc:docMk/>
            <pc:sldMk cId="1935257416" sldId="300"/>
            <ac:spMk id="4" creationId="{9431981F-A32E-AE57-B1A4-EF39587F969F}"/>
          </ac:spMkLst>
        </pc:spChg>
        <pc:spChg chg="mod">
          <ac:chgData name="yuting zheng" userId="00c49f17c780fc61" providerId="LiveId" clId="{9B52CB43-0090-43E6-8DAD-A93A880B0927}" dt="2024-10-15T17:31:55.702" v="697" actId="20577"/>
          <ac:spMkLst>
            <pc:docMk/>
            <pc:sldMk cId="1935257416" sldId="300"/>
            <ac:spMk id="5" creationId="{2EC115BC-0124-069B-3B84-1E11505E559E}"/>
          </ac:spMkLst>
        </pc:spChg>
        <pc:spChg chg="mod">
          <ac:chgData name="yuting zheng" userId="00c49f17c780fc61" providerId="LiveId" clId="{9B52CB43-0090-43E6-8DAD-A93A880B0927}" dt="2024-10-15T17:32:29.159" v="702" actId="108"/>
          <ac:spMkLst>
            <pc:docMk/>
            <pc:sldMk cId="1935257416" sldId="300"/>
            <ac:spMk id="7" creationId="{E088EDFD-C0D4-E2DF-294B-E3EEC464FF9B}"/>
          </ac:spMkLst>
        </pc:spChg>
        <pc:spChg chg="mod">
          <ac:chgData name="yuting zheng" userId="00c49f17c780fc61" providerId="LiveId" clId="{9B52CB43-0090-43E6-8DAD-A93A880B0927}" dt="2024-10-15T17:32:37.760" v="703" actId="108"/>
          <ac:spMkLst>
            <pc:docMk/>
            <pc:sldMk cId="1935257416" sldId="300"/>
            <ac:spMk id="8" creationId="{04BCD296-1BA2-9C1F-73C2-895AC46BEEFD}"/>
          </ac:spMkLst>
        </pc:spChg>
        <pc:spChg chg="mod">
          <ac:chgData name="yuting zheng" userId="00c49f17c780fc61" providerId="LiveId" clId="{9B52CB43-0090-43E6-8DAD-A93A880B0927}" dt="2024-10-15T17:32:14.073" v="700" actId="108"/>
          <ac:spMkLst>
            <pc:docMk/>
            <pc:sldMk cId="1935257416" sldId="300"/>
            <ac:spMk id="9" creationId="{55B16819-2577-C81F-BAFB-7950AD10BEB3}"/>
          </ac:spMkLst>
        </pc:spChg>
        <pc:spChg chg="mod">
          <ac:chgData name="yuting zheng" userId="00c49f17c780fc61" providerId="LiveId" clId="{9B52CB43-0090-43E6-8DAD-A93A880B0927}" dt="2024-10-15T17:32:23.628" v="701" actId="108"/>
          <ac:spMkLst>
            <pc:docMk/>
            <pc:sldMk cId="1935257416" sldId="300"/>
            <ac:spMk id="10" creationId="{D3C0D5DB-D8AD-083A-2718-77678DC8DDA0}"/>
          </ac:spMkLst>
        </pc:spChg>
      </pc:sldChg>
      <pc:sldChg chg="modSp add mod">
        <pc:chgData name="yuting zheng" userId="00c49f17c780fc61" providerId="LiveId" clId="{9B52CB43-0090-43E6-8DAD-A93A880B0927}" dt="2024-10-15T17:34:26.261" v="831" actId="20577"/>
        <pc:sldMkLst>
          <pc:docMk/>
          <pc:sldMk cId="4023903824" sldId="301"/>
        </pc:sldMkLst>
        <pc:spChg chg="mod">
          <ac:chgData name="yuting zheng" userId="00c49f17c780fc61" providerId="LiveId" clId="{9B52CB43-0090-43E6-8DAD-A93A880B0927}" dt="2024-10-15T17:34:26.261" v="831" actId="20577"/>
          <ac:spMkLst>
            <pc:docMk/>
            <pc:sldMk cId="4023903824" sldId="301"/>
            <ac:spMk id="3" creationId="{9A4702E5-ABE3-E813-0E22-087A22F042FD}"/>
          </ac:spMkLst>
        </pc:spChg>
        <pc:spChg chg="mod">
          <ac:chgData name="yuting zheng" userId="00c49f17c780fc61" providerId="LiveId" clId="{9B52CB43-0090-43E6-8DAD-A93A880B0927}" dt="2024-10-15T17:34:20.384" v="821" actId="20577"/>
          <ac:spMkLst>
            <pc:docMk/>
            <pc:sldMk cId="4023903824" sldId="301"/>
            <ac:spMk id="11" creationId="{CDF4DBC2-F096-3D48-E9B3-7B80E9C3CEF6}"/>
          </ac:spMkLst>
        </pc:spChg>
        <pc:spChg chg="mod">
          <ac:chgData name="yuting zheng" userId="00c49f17c780fc61" providerId="LiveId" clId="{9B52CB43-0090-43E6-8DAD-A93A880B0927}" dt="2024-10-15T17:33:34.512" v="741" actId="20577"/>
          <ac:spMkLst>
            <pc:docMk/>
            <pc:sldMk cId="4023903824" sldId="301"/>
            <ac:spMk id="22" creationId="{6EE9EDAD-6BC1-F619-43ED-F3061FAF1262}"/>
          </ac:spMkLst>
        </pc:spChg>
        <pc:spChg chg="mod">
          <ac:chgData name="yuting zheng" userId="00c49f17c780fc61" providerId="LiveId" clId="{9B52CB43-0090-43E6-8DAD-A93A880B0927}" dt="2024-10-15T17:34:00.330" v="803" actId="20577"/>
          <ac:spMkLst>
            <pc:docMk/>
            <pc:sldMk cId="4023903824" sldId="301"/>
            <ac:spMk id="23" creationId="{6EE0323D-126B-317A-F29D-162A2D7AB9E2}"/>
          </ac:spMkLst>
        </pc:spChg>
        <pc:cxnChg chg="mod">
          <ac:chgData name="yuting zheng" userId="00c49f17c780fc61" providerId="LiveId" clId="{9B52CB43-0090-43E6-8DAD-A93A880B0927}" dt="2024-10-15T17:34:00.330" v="803" actId="20577"/>
          <ac:cxnSpMkLst>
            <pc:docMk/>
            <pc:sldMk cId="4023903824" sldId="301"/>
            <ac:cxnSpMk id="17" creationId="{D893178C-5358-EAF0-087D-2E7DAD694E43}"/>
          </ac:cxnSpMkLst>
        </pc:cxnChg>
      </pc:sldChg>
      <pc:sldChg chg="delSp modSp add mod">
        <pc:chgData name="yuting zheng" userId="00c49f17c780fc61" providerId="LiveId" clId="{9B52CB43-0090-43E6-8DAD-A93A880B0927}" dt="2024-10-15T17:35:17.370" v="885"/>
        <pc:sldMkLst>
          <pc:docMk/>
          <pc:sldMk cId="3389344360" sldId="302"/>
        </pc:sldMkLst>
        <pc:spChg chg="del mod">
          <ac:chgData name="yuting zheng" userId="00c49f17c780fc61" providerId="LiveId" clId="{9B52CB43-0090-43E6-8DAD-A93A880B0927}" dt="2024-10-15T17:35:17.370" v="885"/>
          <ac:spMkLst>
            <pc:docMk/>
            <pc:sldMk cId="3389344360" sldId="302"/>
            <ac:spMk id="3" creationId="{D1C1D0A8-B45A-1B1F-7BBB-B202C0B6CDE0}"/>
          </ac:spMkLst>
        </pc:spChg>
        <pc:spChg chg="mod">
          <ac:chgData name="yuting zheng" userId="00c49f17c780fc61" providerId="LiveId" clId="{9B52CB43-0090-43E6-8DAD-A93A880B0927}" dt="2024-10-15T17:35:13.025" v="875" actId="20577"/>
          <ac:spMkLst>
            <pc:docMk/>
            <pc:sldMk cId="3389344360" sldId="302"/>
            <ac:spMk id="23" creationId="{DC5EE5CF-B17F-1134-3AEC-512A0CEC45FC}"/>
          </ac:spMkLst>
        </pc:spChg>
        <pc:cxnChg chg="mod">
          <ac:chgData name="yuting zheng" userId="00c49f17c780fc61" providerId="LiveId" clId="{9B52CB43-0090-43E6-8DAD-A93A880B0927}" dt="2024-10-15T17:35:13.025" v="875" actId="20577"/>
          <ac:cxnSpMkLst>
            <pc:docMk/>
            <pc:sldMk cId="3389344360" sldId="302"/>
            <ac:cxnSpMk id="17" creationId="{E87EE984-091B-9C48-54DA-5BB2F82DDE52}"/>
          </ac:cxnSpMkLst>
        </pc:cxnChg>
      </pc:sldChg>
    </pc:docChg>
  </pc:docChgLst>
  <pc:docChgLst>
    <pc:chgData name="7 Town" userId="f001bd45134943c1" providerId="LiveId" clId="{1AA3D7FF-3EBB-46D1-A363-977F47C8B3C7}"/>
    <pc:docChg chg="custSel modSld">
      <pc:chgData name="7 Town" userId="f001bd45134943c1" providerId="LiveId" clId="{1AA3D7FF-3EBB-46D1-A363-977F47C8B3C7}" dt="2024-10-16T06:00:04.817" v="45" actId="20577"/>
      <pc:docMkLst>
        <pc:docMk/>
      </pc:docMkLst>
      <pc:sldChg chg="delSp modSp mod">
        <pc:chgData name="7 Town" userId="f001bd45134943c1" providerId="LiveId" clId="{1AA3D7FF-3EBB-46D1-A363-977F47C8B3C7}" dt="2024-10-16T05:51:49.162" v="1" actId="478"/>
        <pc:sldMkLst>
          <pc:docMk/>
          <pc:sldMk cId="0" sldId="271"/>
        </pc:sldMkLst>
        <pc:spChg chg="del mod">
          <ac:chgData name="7 Town" userId="f001bd45134943c1" providerId="LiveId" clId="{1AA3D7FF-3EBB-46D1-A363-977F47C8B3C7}" dt="2024-10-16T05:51:49.162" v="1" actId="478"/>
          <ac:spMkLst>
            <pc:docMk/>
            <pc:sldMk cId="0" sldId="271"/>
            <ac:spMk id="75" creationId="{00000000-0000-0000-0000-000000000000}"/>
          </ac:spMkLst>
        </pc:spChg>
      </pc:sldChg>
      <pc:sldChg chg="modSp mod">
        <pc:chgData name="7 Town" userId="f001bd45134943c1" providerId="LiveId" clId="{1AA3D7FF-3EBB-46D1-A363-977F47C8B3C7}" dt="2024-10-16T06:00:04.817" v="45" actId="20577"/>
        <pc:sldMkLst>
          <pc:docMk/>
          <pc:sldMk cId="0" sldId="284"/>
        </pc:sldMkLst>
        <pc:spChg chg="mod">
          <ac:chgData name="7 Town" userId="f001bd45134943c1" providerId="LiveId" clId="{1AA3D7FF-3EBB-46D1-A363-977F47C8B3C7}" dt="2024-10-16T06:00:04.817" v="45" actId="20577"/>
          <ac:spMkLst>
            <pc:docMk/>
            <pc:sldMk cId="0" sldId="284"/>
            <ac:spMk id="32" creationId="{00000000-0000-0000-0000-000000000000}"/>
          </ac:spMkLst>
        </pc:spChg>
      </pc:sldChg>
    </pc:docChg>
  </pc:docChgLst>
  <pc:docChgLst>
    <pc:chgData name="7 Town" userId="f001bd45134943c1" providerId="LiveId" clId="{33CB17F7-3CE2-45F5-85EA-65C2D6BA2C9A}"/>
    <pc:docChg chg="delSld modSection">
      <pc:chgData name="7 Town" userId="f001bd45134943c1" providerId="LiveId" clId="{33CB17F7-3CE2-45F5-85EA-65C2D6BA2C9A}" dt="2024-10-29T09:30:22.243" v="0" actId="47"/>
      <pc:docMkLst>
        <pc:docMk/>
      </pc:docMkLst>
      <pc:sldChg chg="del">
        <pc:chgData name="7 Town" userId="f001bd45134943c1" providerId="LiveId" clId="{33CB17F7-3CE2-45F5-85EA-65C2D6BA2C9A}" dt="2024-10-29T09:30:22.243" v="0" actId="47"/>
        <pc:sldMkLst>
          <pc:docMk/>
          <pc:sldMk cId="2630122061" sldId="301"/>
        </pc:sldMkLst>
      </pc:sldChg>
    </pc:docChg>
  </pc:docChgLst>
  <pc:docChgLst>
    <pc:chgData name="7 Town" userId="f001bd45134943c1" providerId="LiveId" clId="{6E93F4F6-B0BC-4B01-BE77-9B9B01CAAEED}"/>
    <pc:docChg chg="undo custSel addSld delSld modSld sldOrd modSection">
      <pc:chgData name="7 Town" userId="f001bd45134943c1" providerId="LiveId" clId="{6E93F4F6-B0BC-4B01-BE77-9B9B01CAAEED}" dt="2024-10-14T07:04:45.207" v="1103" actId="47"/>
      <pc:docMkLst>
        <pc:docMk/>
      </pc:docMkLst>
      <pc:sldChg chg="delSp modSp mod">
        <pc:chgData name="7 Town" userId="f001bd45134943c1" providerId="LiveId" clId="{6E93F4F6-B0BC-4B01-BE77-9B9B01CAAEED}" dt="2024-10-14T06:47:24.273" v="224" actId="1035"/>
        <pc:sldMkLst>
          <pc:docMk/>
          <pc:sldMk cId="0" sldId="256"/>
        </pc:sldMkLst>
        <pc:spChg chg="mod">
          <ac:chgData name="7 Town" userId="f001bd45134943c1" providerId="LiveId" clId="{6E93F4F6-B0BC-4B01-BE77-9B9B01CAAEED}" dt="2024-10-14T06:44:18.151" v="50" actId="1076"/>
          <ac:spMkLst>
            <pc:docMk/>
            <pc:sldMk cId="0" sldId="256"/>
            <ac:spMk id="5" creationId="{00000000-0000-0000-0000-000000000000}"/>
          </ac:spMkLst>
        </pc:spChg>
        <pc:spChg chg="del">
          <ac:chgData name="7 Town" userId="f001bd45134943c1" providerId="LiveId" clId="{6E93F4F6-B0BC-4B01-BE77-9B9B01CAAEED}" dt="2024-10-14T06:47:15.811" v="151" actId="478"/>
          <ac:spMkLst>
            <pc:docMk/>
            <pc:sldMk cId="0" sldId="256"/>
            <ac:spMk id="6" creationId="{00000000-0000-0000-0000-000000000000}"/>
          </ac:spMkLst>
        </pc:spChg>
        <pc:spChg chg="del">
          <ac:chgData name="7 Town" userId="f001bd45134943c1" providerId="LiveId" clId="{6E93F4F6-B0BC-4B01-BE77-9B9B01CAAEED}" dt="2024-10-14T06:47:15.811" v="151" actId="478"/>
          <ac:spMkLst>
            <pc:docMk/>
            <pc:sldMk cId="0" sldId="256"/>
            <ac:spMk id="7" creationId="{00000000-0000-0000-0000-000000000000}"/>
          </ac:spMkLst>
        </pc:spChg>
        <pc:spChg chg="del">
          <ac:chgData name="7 Town" userId="f001bd45134943c1" providerId="LiveId" clId="{6E93F4F6-B0BC-4B01-BE77-9B9B01CAAEED}" dt="2024-10-14T06:47:15.811" v="151" actId="478"/>
          <ac:spMkLst>
            <pc:docMk/>
            <pc:sldMk cId="0" sldId="256"/>
            <ac:spMk id="8" creationId="{00000000-0000-0000-0000-000000000000}"/>
          </ac:spMkLst>
        </pc:spChg>
        <pc:spChg chg="del">
          <ac:chgData name="7 Town" userId="f001bd45134943c1" providerId="LiveId" clId="{6E93F4F6-B0BC-4B01-BE77-9B9B01CAAEED}" dt="2024-10-14T06:47:15.811" v="151" actId="478"/>
          <ac:spMkLst>
            <pc:docMk/>
            <pc:sldMk cId="0" sldId="256"/>
            <ac:spMk id="9" creationId="{00000000-0000-0000-0000-000000000000}"/>
          </ac:spMkLst>
        </pc:spChg>
        <pc:spChg chg="del">
          <ac:chgData name="7 Town" userId="f001bd45134943c1" providerId="LiveId" clId="{6E93F4F6-B0BC-4B01-BE77-9B9B01CAAEED}" dt="2024-10-14T06:47:15.811" v="151" actId="478"/>
          <ac:spMkLst>
            <pc:docMk/>
            <pc:sldMk cId="0" sldId="256"/>
            <ac:spMk id="10" creationId="{00000000-0000-0000-0000-000000000000}"/>
          </ac:spMkLst>
        </pc:spChg>
        <pc:spChg chg="del">
          <ac:chgData name="7 Town" userId="f001bd45134943c1" providerId="LiveId" clId="{6E93F4F6-B0BC-4B01-BE77-9B9B01CAAEED}" dt="2024-10-14T06:47:15.811" v="151" actId="478"/>
          <ac:spMkLst>
            <pc:docMk/>
            <pc:sldMk cId="0" sldId="256"/>
            <ac:spMk id="11" creationId="{00000000-0000-0000-0000-000000000000}"/>
          </ac:spMkLst>
        </pc:spChg>
        <pc:spChg chg="mod">
          <ac:chgData name="7 Town" userId="f001bd45134943c1" providerId="LiveId" clId="{6E93F4F6-B0BC-4B01-BE77-9B9B01CAAEED}" dt="2024-10-14T06:47:24.273" v="224" actId="1035"/>
          <ac:spMkLst>
            <pc:docMk/>
            <pc:sldMk cId="0" sldId="256"/>
            <ac:spMk id="15" creationId="{00000000-0000-0000-0000-000000000000}"/>
          </ac:spMkLst>
        </pc:spChg>
        <pc:spChg chg="mod">
          <ac:chgData name="7 Town" userId="f001bd45134943c1" providerId="LiveId" clId="{6E93F4F6-B0BC-4B01-BE77-9B9B01CAAEED}" dt="2024-10-14T06:47:24.273" v="224" actId="1035"/>
          <ac:spMkLst>
            <pc:docMk/>
            <pc:sldMk cId="0" sldId="256"/>
            <ac:spMk id="16" creationId="{00000000-0000-0000-0000-000000000000}"/>
          </ac:spMkLst>
        </pc:spChg>
        <pc:spChg chg="mod">
          <ac:chgData name="7 Town" userId="f001bd45134943c1" providerId="LiveId" clId="{6E93F4F6-B0BC-4B01-BE77-9B9B01CAAEED}" dt="2024-10-14T06:47:24.273" v="224" actId="1035"/>
          <ac:spMkLst>
            <pc:docMk/>
            <pc:sldMk cId="0" sldId="256"/>
            <ac:spMk id="17" creationId="{00000000-0000-0000-0000-000000000000}"/>
          </ac:spMkLst>
        </pc:spChg>
        <pc:spChg chg="mod">
          <ac:chgData name="7 Town" userId="f001bd45134943c1" providerId="LiveId" clId="{6E93F4F6-B0BC-4B01-BE77-9B9B01CAAEED}" dt="2024-10-14T06:47:24.273" v="224" actId="1035"/>
          <ac:spMkLst>
            <pc:docMk/>
            <pc:sldMk cId="0" sldId="256"/>
            <ac:spMk id="34" creationId="{00000000-0000-0000-0000-000000000000}"/>
          </ac:spMkLst>
        </pc:spChg>
        <pc:picChg chg="mod">
          <ac:chgData name="7 Town" userId="f001bd45134943c1" providerId="LiveId" clId="{6E93F4F6-B0BC-4B01-BE77-9B9B01CAAEED}" dt="2024-10-14T06:47:24.273" v="224" actId="1035"/>
          <ac:picMkLst>
            <pc:docMk/>
            <pc:sldMk cId="0" sldId="256"/>
            <ac:picMk id="14" creationId="{00000000-0000-0000-0000-000000000000}"/>
          </ac:picMkLst>
        </pc:picChg>
        <pc:cxnChg chg="mod">
          <ac:chgData name="7 Town" userId="f001bd45134943c1" providerId="LiveId" clId="{6E93F4F6-B0BC-4B01-BE77-9B9B01CAAEED}" dt="2024-10-14T06:47:24.273" v="224" actId="1035"/>
          <ac:cxnSpMkLst>
            <pc:docMk/>
            <pc:sldMk cId="0" sldId="256"/>
            <ac:cxnSpMk id="30" creationId="{00000000-0000-0000-0000-000000000000}"/>
          </ac:cxnSpMkLst>
        </pc:cxnChg>
      </pc:sldChg>
      <pc:sldChg chg="addSp delSp modSp mod">
        <pc:chgData name="7 Town" userId="f001bd45134943c1" providerId="LiveId" clId="{6E93F4F6-B0BC-4B01-BE77-9B9B01CAAEED}" dt="2024-10-14T07:02:18.887" v="1083" actId="1036"/>
        <pc:sldMkLst>
          <pc:docMk/>
          <pc:sldMk cId="0" sldId="257"/>
        </pc:sldMkLst>
        <pc:spChg chg="add mod">
          <ac:chgData name="7 Town" userId="f001bd45134943c1" providerId="LiveId" clId="{6E93F4F6-B0BC-4B01-BE77-9B9B01CAAEED}" dt="2024-10-14T07:02:12.449" v="1062" actId="1036"/>
          <ac:spMkLst>
            <pc:docMk/>
            <pc:sldMk cId="0" sldId="257"/>
            <ac:spMk id="4" creationId="{C9EEF9FB-C9D5-9266-7E6B-3A1DD6A920C6}"/>
          </ac:spMkLst>
        </pc:spChg>
        <pc:spChg chg="add mod">
          <ac:chgData name="7 Town" userId="f001bd45134943c1" providerId="LiveId" clId="{6E93F4F6-B0BC-4B01-BE77-9B9B01CAAEED}" dt="2024-10-14T07:02:18.887" v="1083" actId="1036"/>
          <ac:spMkLst>
            <pc:docMk/>
            <pc:sldMk cId="0" sldId="257"/>
            <ac:spMk id="5" creationId="{B27B92D3-414D-A7F6-9BCA-7B59DF14343B}"/>
          </ac:spMkLst>
        </pc:spChg>
        <pc:spChg chg="add mod">
          <ac:chgData name="7 Town" userId="f001bd45134943c1" providerId="LiveId" clId="{6E93F4F6-B0BC-4B01-BE77-9B9B01CAAEED}" dt="2024-10-14T06:55:32.351" v="917" actId="1038"/>
          <ac:spMkLst>
            <pc:docMk/>
            <pc:sldMk cId="0" sldId="257"/>
            <ac:spMk id="6" creationId="{B3D8EAB1-EE61-E053-C989-F95F6E74F818}"/>
          </ac:spMkLst>
        </pc:spChg>
        <pc:spChg chg="add mod">
          <ac:chgData name="7 Town" userId="f001bd45134943c1" providerId="LiveId" clId="{6E93F4F6-B0BC-4B01-BE77-9B9B01CAAEED}" dt="2024-10-14T07:02:12.449" v="1062" actId="1036"/>
          <ac:spMkLst>
            <pc:docMk/>
            <pc:sldMk cId="0" sldId="257"/>
            <ac:spMk id="7" creationId="{1EB7FF0A-DD2B-1D38-A3BE-46B7179C3B17}"/>
          </ac:spMkLst>
        </pc:spChg>
        <pc:spChg chg="add mod">
          <ac:chgData name="7 Town" userId="f001bd45134943c1" providerId="LiveId" clId="{6E93F4F6-B0BC-4B01-BE77-9B9B01CAAEED}" dt="2024-10-14T07:02:18.887" v="1083" actId="1036"/>
          <ac:spMkLst>
            <pc:docMk/>
            <pc:sldMk cId="0" sldId="257"/>
            <ac:spMk id="8" creationId="{F5005FE2-C215-0136-622A-75348B0F1639}"/>
          </ac:spMkLst>
        </pc:spChg>
        <pc:spChg chg="add del mod">
          <ac:chgData name="7 Town" userId="f001bd45134943c1" providerId="LiveId" clId="{6E93F4F6-B0BC-4B01-BE77-9B9B01CAAEED}" dt="2024-10-14T06:54:49.874" v="831" actId="478"/>
          <ac:spMkLst>
            <pc:docMk/>
            <pc:sldMk cId="0" sldId="257"/>
            <ac:spMk id="9" creationId="{9EB6E367-D5D9-4DB3-29C1-DC53765552EF}"/>
          </ac:spMkLst>
        </pc:spChg>
        <pc:spChg chg="add del mod">
          <ac:chgData name="7 Town" userId="f001bd45134943c1" providerId="LiveId" clId="{6E93F4F6-B0BC-4B01-BE77-9B9B01CAAEED}" dt="2024-10-14T06:54:49.874" v="831" actId="478"/>
          <ac:spMkLst>
            <pc:docMk/>
            <pc:sldMk cId="0" sldId="257"/>
            <ac:spMk id="10" creationId="{8D612BE4-6ADE-8F65-C95B-C1B37DEFDC8F}"/>
          </ac:spMkLst>
        </pc:spChg>
        <pc:spChg chg="add del mod">
          <ac:chgData name="7 Town" userId="f001bd45134943c1" providerId="LiveId" clId="{6E93F4F6-B0BC-4B01-BE77-9B9B01CAAEED}" dt="2024-10-14T07:01:50.539" v="1027" actId="478"/>
          <ac:spMkLst>
            <pc:docMk/>
            <pc:sldMk cId="0" sldId="257"/>
            <ac:spMk id="11" creationId="{E6724887-7F59-DD77-53A4-CF373686531D}"/>
          </ac:spMkLst>
        </pc:spChg>
        <pc:spChg chg="add mod">
          <ac:chgData name="7 Town" userId="f001bd45134943c1" providerId="LiveId" clId="{6E93F4F6-B0BC-4B01-BE77-9B9B01CAAEED}" dt="2024-10-14T07:01:27.773" v="1010"/>
          <ac:spMkLst>
            <pc:docMk/>
            <pc:sldMk cId="0" sldId="257"/>
            <ac:spMk id="12" creationId="{CE4890A7-17A5-21ED-7B74-86B1BF30EB9C}"/>
          </ac:spMkLst>
        </pc:spChg>
        <pc:spChg chg="add del mod">
          <ac:chgData name="7 Town" userId="f001bd45134943c1" providerId="LiveId" clId="{6E93F4F6-B0BC-4B01-BE77-9B9B01CAAEED}" dt="2024-10-14T07:01:50.539" v="1027" actId="478"/>
          <ac:spMkLst>
            <pc:docMk/>
            <pc:sldMk cId="0" sldId="257"/>
            <ac:spMk id="13" creationId="{B07E7E85-F27F-4CA7-5D7B-59F450230E08}"/>
          </ac:spMkLst>
        </pc:spChg>
        <pc:spChg chg="mod">
          <ac:chgData name="7 Town" userId="f001bd45134943c1" providerId="LiveId" clId="{6E93F4F6-B0BC-4B01-BE77-9B9B01CAAEED}" dt="2024-10-14T06:55:22.250" v="872" actId="1038"/>
          <ac:spMkLst>
            <pc:docMk/>
            <pc:sldMk cId="0" sldId="257"/>
            <ac:spMk id="31" creationId="{00000000-0000-0000-0000-000000000000}"/>
          </ac:spMkLst>
        </pc:spChg>
        <pc:spChg chg="mod">
          <ac:chgData name="7 Town" userId="f001bd45134943c1" providerId="LiveId" clId="{6E93F4F6-B0BC-4B01-BE77-9B9B01CAAEED}" dt="2024-10-14T06:55:22.250" v="872" actId="1038"/>
          <ac:spMkLst>
            <pc:docMk/>
            <pc:sldMk cId="0" sldId="257"/>
            <ac:spMk id="33" creationId="{00000000-0000-0000-0000-000000000000}"/>
          </ac:spMkLst>
        </pc:spChg>
        <pc:spChg chg="mod">
          <ac:chgData name="7 Town" userId="f001bd45134943c1" providerId="LiveId" clId="{6E93F4F6-B0BC-4B01-BE77-9B9B01CAAEED}" dt="2024-10-14T07:02:12.449" v="1062" actId="1036"/>
          <ac:spMkLst>
            <pc:docMk/>
            <pc:sldMk cId="0" sldId="257"/>
            <ac:spMk id="46" creationId="{00000000-0000-0000-0000-000000000000}"/>
          </ac:spMkLst>
        </pc:spChg>
        <pc:spChg chg="mod">
          <ac:chgData name="7 Town" userId="f001bd45134943c1" providerId="LiveId" clId="{6E93F4F6-B0BC-4B01-BE77-9B9B01CAAEED}" dt="2024-10-14T07:02:12.449" v="1062" actId="1036"/>
          <ac:spMkLst>
            <pc:docMk/>
            <pc:sldMk cId="0" sldId="257"/>
            <ac:spMk id="47" creationId="{00000000-0000-0000-0000-000000000000}"/>
          </ac:spMkLst>
        </pc:spChg>
        <pc:spChg chg="mod">
          <ac:chgData name="7 Town" userId="f001bd45134943c1" providerId="LiveId" clId="{6E93F4F6-B0BC-4B01-BE77-9B9B01CAAEED}" dt="2024-10-14T07:02:18.887" v="1083" actId="1036"/>
          <ac:spMkLst>
            <pc:docMk/>
            <pc:sldMk cId="0" sldId="257"/>
            <ac:spMk id="49" creationId="{00000000-0000-0000-0000-000000000000}"/>
          </ac:spMkLst>
        </pc:spChg>
        <pc:spChg chg="mod">
          <ac:chgData name="7 Town" userId="f001bd45134943c1" providerId="LiveId" clId="{6E93F4F6-B0BC-4B01-BE77-9B9B01CAAEED}" dt="2024-10-14T07:02:18.887" v="1083" actId="1036"/>
          <ac:spMkLst>
            <pc:docMk/>
            <pc:sldMk cId="0" sldId="257"/>
            <ac:spMk id="50" creationId="{00000000-0000-0000-0000-000000000000}"/>
          </ac:spMkLst>
        </pc:spChg>
        <pc:spChg chg="mod">
          <ac:chgData name="7 Town" userId="f001bd45134943c1" providerId="LiveId" clId="{6E93F4F6-B0BC-4B01-BE77-9B9B01CAAEED}" dt="2024-10-14T06:55:32.351" v="917" actId="1038"/>
          <ac:spMkLst>
            <pc:docMk/>
            <pc:sldMk cId="0" sldId="257"/>
            <ac:spMk id="53" creationId="{00000000-0000-0000-0000-000000000000}"/>
          </ac:spMkLst>
        </pc:spChg>
        <pc:spChg chg="del">
          <ac:chgData name="7 Town" userId="f001bd45134943c1" providerId="LiveId" clId="{6E93F4F6-B0BC-4B01-BE77-9B9B01CAAEED}" dt="2024-10-14T06:50:43.119" v="289" actId="478"/>
          <ac:spMkLst>
            <pc:docMk/>
            <pc:sldMk cId="0" sldId="257"/>
            <ac:spMk id="54" creationId="{00000000-0000-0000-0000-000000000000}"/>
          </ac:spMkLst>
        </pc:spChg>
      </pc:sldChg>
      <pc:sldChg chg="addSp delSp del mod">
        <pc:chgData name="7 Town" userId="f001bd45134943c1" providerId="LiveId" clId="{6E93F4F6-B0BC-4B01-BE77-9B9B01CAAEED}" dt="2024-10-14T07:04:45.207" v="1103" actId="47"/>
        <pc:sldMkLst>
          <pc:docMk/>
          <pc:sldMk cId="0" sldId="258"/>
        </pc:sldMkLst>
        <pc:spChg chg="add del">
          <ac:chgData name="7 Town" userId="f001bd45134943c1" providerId="LiveId" clId="{6E93F4F6-B0BC-4B01-BE77-9B9B01CAAEED}" dt="2024-10-14T07:02:48.697" v="1087" actId="478"/>
          <ac:spMkLst>
            <pc:docMk/>
            <pc:sldMk cId="0" sldId="258"/>
            <ac:spMk id="31" creationId="{00000000-0000-0000-0000-000000000000}"/>
          </ac:spMkLst>
        </pc:spChg>
        <pc:spChg chg="add del">
          <ac:chgData name="7 Town" userId="f001bd45134943c1" providerId="LiveId" clId="{6E93F4F6-B0BC-4B01-BE77-9B9B01CAAEED}" dt="2024-10-14T07:02:48.697" v="1087" actId="478"/>
          <ac:spMkLst>
            <pc:docMk/>
            <pc:sldMk cId="0" sldId="258"/>
            <ac:spMk id="33" creationId="{00000000-0000-0000-0000-000000000000}"/>
          </ac:spMkLst>
        </pc:spChg>
        <pc:spChg chg="add del">
          <ac:chgData name="7 Town" userId="f001bd45134943c1" providerId="LiveId" clId="{6E93F4F6-B0BC-4B01-BE77-9B9B01CAAEED}" dt="2024-10-14T07:02:48.697" v="1087" actId="478"/>
          <ac:spMkLst>
            <pc:docMk/>
            <pc:sldMk cId="0" sldId="258"/>
            <ac:spMk id="46" creationId="{00000000-0000-0000-0000-000000000000}"/>
          </ac:spMkLst>
        </pc:spChg>
        <pc:spChg chg="add del">
          <ac:chgData name="7 Town" userId="f001bd45134943c1" providerId="LiveId" clId="{6E93F4F6-B0BC-4B01-BE77-9B9B01CAAEED}" dt="2024-10-14T07:02:48.697" v="1087" actId="478"/>
          <ac:spMkLst>
            <pc:docMk/>
            <pc:sldMk cId="0" sldId="258"/>
            <ac:spMk id="47" creationId="{00000000-0000-0000-0000-000000000000}"/>
          </ac:spMkLst>
        </pc:spChg>
        <pc:spChg chg="add del">
          <ac:chgData name="7 Town" userId="f001bd45134943c1" providerId="LiveId" clId="{6E93F4F6-B0BC-4B01-BE77-9B9B01CAAEED}" dt="2024-10-14T07:02:48.697" v="1087" actId="478"/>
          <ac:spMkLst>
            <pc:docMk/>
            <pc:sldMk cId="0" sldId="258"/>
            <ac:spMk id="49" creationId="{00000000-0000-0000-0000-000000000000}"/>
          </ac:spMkLst>
        </pc:spChg>
        <pc:spChg chg="add del">
          <ac:chgData name="7 Town" userId="f001bd45134943c1" providerId="LiveId" clId="{6E93F4F6-B0BC-4B01-BE77-9B9B01CAAEED}" dt="2024-10-14T07:02:48.697" v="1087" actId="478"/>
          <ac:spMkLst>
            <pc:docMk/>
            <pc:sldMk cId="0" sldId="258"/>
            <ac:spMk id="50" creationId="{00000000-0000-0000-0000-000000000000}"/>
          </ac:spMkLst>
        </pc:spChg>
        <pc:spChg chg="add del">
          <ac:chgData name="7 Town" userId="f001bd45134943c1" providerId="LiveId" clId="{6E93F4F6-B0BC-4B01-BE77-9B9B01CAAEED}" dt="2024-10-14T07:02:48.697" v="1087" actId="478"/>
          <ac:spMkLst>
            <pc:docMk/>
            <pc:sldMk cId="0" sldId="258"/>
            <ac:spMk id="53" creationId="{00000000-0000-0000-0000-000000000000}"/>
          </ac:spMkLst>
        </pc:spChg>
        <pc:spChg chg="add del">
          <ac:chgData name="7 Town" userId="f001bd45134943c1" providerId="LiveId" clId="{6E93F4F6-B0BC-4B01-BE77-9B9B01CAAEED}" dt="2024-10-14T07:02:48.697" v="1087" actId="478"/>
          <ac:spMkLst>
            <pc:docMk/>
            <pc:sldMk cId="0" sldId="258"/>
            <ac:spMk id="54" creationId="{00000000-0000-0000-0000-000000000000}"/>
          </ac:spMkLst>
        </pc:spChg>
      </pc:sldChg>
      <pc:sldChg chg="addSp delSp modSp add mod ord">
        <pc:chgData name="7 Town" userId="f001bd45134943c1" providerId="LiveId" clId="{6E93F4F6-B0BC-4B01-BE77-9B9B01CAAEED}" dt="2024-10-14T07:04:36.465" v="1102" actId="108"/>
        <pc:sldMkLst>
          <pc:docMk/>
          <pc:sldMk cId="2487724072" sldId="287"/>
        </pc:sldMkLst>
        <pc:spChg chg="add mod">
          <ac:chgData name="7 Town" userId="f001bd45134943c1" providerId="LiveId" clId="{6E93F4F6-B0BC-4B01-BE77-9B9B01CAAEED}" dt="2024-10-14T07:03:04.212" v="1092"/>
          <ac:spMkLst>
            <pc:docMk/>
            <pc:sldMk cId="2487724072" sldId="287"/>
            <ac:spMk id="4" creationId="{34F45FD3-3AE5-E1A6-EF7D-D2D6C7DE2B30}"/>
          </ac:spMkLst>
        </pc:spChg>
        <pc:spChg chg="add mod">
          <ac:chgData name="7 Town" userId="f001bd45134943c1" providerId="LiveId" clId="{6E93F4F6-B0BC-4B01-BE77-9B9B01CAAEED}" dt="2024-10-14T07:03:04.212" v="1092"/>
          <ac:spMkLst>
            <pc:docMk/>
            <pc:sldMk cId="2487724072" sldId="287"/>
            <ac:spMk id="6" creationId="{334F067E-2C82-31EE-8556-226153E8D9C6}"/>
          </ac:spMkLst>
        </pc:spChg>
        <pc:spChg chg="add mod">
          <ac:chgData name="7 Town" userId="f001bd45134943c1" providerId="LiveId" clId="{6E93F4F6-B0BC-4B01-BE77-9B9B01CAAEED}" dt="2024-10-14T07:04:06.238" v="1093" actId="108"/>
          <ac:spMkLst>
            <pc:docMk/>
            <pc:sldMk cId="2487724072" sldId="287"/>
            <ac:spMk id="7" creationId="{FE3145FB-8B80-91BA-2B4B-BFA766B187BE}"/>
          </ac:spMkLst>
        </pc:spChg>
        <pc:spChg chg="add mod">
          <ac:chgData name="7 Town" userId="f001bd45134943c1" providerId="LiveId" clId="{6E93F4F6-B0BC-4B01-BE77-9B9B01CAAEED}" dt="2024-10-14T07:04:33.543" v="1098" actId="108"/>
          <ac:spMkLst>
            <pc:docMk/>
            <pc:sldMk cId="2487724072" sldId="287"/>
            <ac:spMk id="8" creationId="{25A9E502-66EC-0AFC-5383-CF6A38F8F63A}"/>
          </ac:spMkLst>
        </pc:spChg>
        <pc:spChg chg="add mod">
          <ac:chgData name="7 Town" userId="f001bd45134943c1" providerId="LiveId" clId="{6E93F4F6-B0BC-4B01-BE77-9B9B01CAAEED}" dt="2024-10-14T07:04:07.341" v="1094" actId="108"/>
          <ac:spMkLst>
            <pc:docMk/>
            <pc:sldMk cId="2487724072" sldId="287"/>
            <ac:spMk id="9" creationId="{55ADFFA8-384B-C045-4890-75645E8DBC99}"/>
          </ac:spMkLst>
        </pc:spChg>
        <pc:spChg chg="add mod">
          <ac:chgData name="7 Town" userId="f001bd45134943c1" providerId="LiveId" clId="{6E93F4F6-B0BC-4B01-BE77-9B9B01CAAEED}" dt="2024-10-14T07:04:34.301" v="1099" actId="108"/>
          <ac:spMkLst>
            <pc:docMk/>
            <pc:sldMk cId="2487724072" sldId="287"/>
            <ac:spMk id="10" creationId="{F5EF317B-291C-4199-D747-10F3217247F9}"/>
          </ac:spMkLst>
        </pc:spChg>
        <pc:spChg chg="add mod">
          <ac:chgData name="7 Town" userId="f001bd45134943c1" providerId="LiveId" clId="{6E93F4F6-B0BC-4B01-BE77-9B9B01CAAEED}" dt="2024-10-14T07:04:35.143" v="1100" actId="108"/>
          <ac:spMkLst>
            <pc:docMk/>
            <pc:sldMk cId="2487724072" sldId="287"/>
            <ac:spMk id="11" creationId="{0E4FD2E1-98AC-3212-C736-DFC4C814DD25}"/>
          </ac:spMkLst>
        </pc:spChg>
        <pc:spChg chg="add mod">
          <ac:chgData name="7 Town" userId="f001bd45134943c1" providerId="LiveId" clId="{6E93F4F6-B0BC-4B01-BE77-9B9B01CAAEED}" dt="2024-10-14T07:04:35.759" v="1101" actId="108"/>
          <ac:spMkLst>
            <pc:docMk/>
            <pc:sldMk cId="2487724072" sldId="287"/>
            <ac:spMk id="12" creationId="{B6190D0F-5F37-B03C-1BDB-56DF03A1CE06}"/>
          </ac:spMkLst>
        </pc:spChg>
        <pc:spChg chg="add mod">
          <ac:chgData name="7 Town" userId="f001bd45134943c1" providerId="LiveId" clId="{6E93F4F6-B0BC-4B01-BE77-9B9B01CAAEED}" dt="2024-10-14T07:04:36.465" v="1102" actId="108"/>
          <ac:spMkLst>
            <pc:docMk/>
            <pc:sldMk cId="2487724072" sldId="287"/>
            <ac:spMk id="13" creationId="{5F2C4BC4-3CC5-FF71-BBD5-269B76AD47D9}"/>
          </ac:spMkLst>
        </pc:spChg>
        <pc:spChg chg="add mod">
          <ac:chgData name="7 Town" userId="f001bd45134943c1" providerId="LiveId" clId="{6E93F4F6-B0BC-4B01-BE77-9B9B01CAAEED}" dt="2024-10-14T07:04:08.682" v="1096" actId="108"/>
          <ac:spMkLst>
            <pc:docMk/>
            <pc:sldMk cId="2487724072" sldId="287"/>
            <ac:spMk id="14" creationId="{1CF5166D-42A7-3B7F-011D-1067ECDE9DA3}"/>
          </ac:spMkLst>
        </pc:spChg>
        <pc:spChg chg="add mod">
          <ac:chgData name="7 Town" userId="f001bd45134943c1" providerId="LiveId" clId="{6E93F4F6-B0BC-4B01-BE77-9B9B01CAAEED}" dt="2024-10-14T07:04:08.066" v="1095" actId="108"/>
          <ac:spMkLst>
            <pc:docMk/>
            <pc:sldMk cId="2487724072" sldId="287"/>
            <ac:spMk id="15" creationId="{09EBB5B3-B61D-51F3-3B64-B2CD8D55D12D}"/>
          </ac:spMkLst>
        </pc:spChg>
        <pc:spChg chg="add mod">
          <ac:chgData name="7 Town" userId="f001bd45134943c1" providerId="LiveId" clId="{6E93F4F6-B0BC-4B01-BE77-9B9B01CAAEED}" dt="2024-10-14T07:04:09.373" v="1097" actId="108"/>
          <ac:spMkLst>
            <pc:docMk/>
            <pc:sldMk cId="2487724072" sldId="287"/>
            <ac:spMk id="16" creationId="{883DF03C-F910-33B3-FE5F-38307FF1996D}"/>
          </ac:spMkLst>
        </pc:spChg>
        <pc:spChg chg="del">
          <ac:chgData name="7 Town" userId="f001bd45134943c1" providerId="LiveId" clId="{6E93F4F6-B0BC-4B01-BE77-9B9B01CAAEED}" dt="2024-10-14T07:02:57.681" v="1091" actId="478"/>
          <ac:spMkLst>
            <pc:docMk/>
            <pc:sldMk cId="2487724072" sldId="287"/>
            <ac:spMk id="31" creationId="{4D9C07FA-BC33-0102-8D78-79F5DBC54014}"/>
          </ac:spMkLst>
        </pc:spChg>
        <pc:spChg chg="del">
          <ac:chgData name="7 Town" userId="f001bd45134943c1" providerId="LiveId" clId="{6E93F4F6-B0BC-4B01-BE77-9B9B01CAAEED}" dt="2024-10-14T07:02:57.681" v="1091" actId="478"/>
          <ac:spMkLst>
            <pc:docMk/>
            <pc:sldMk cId="2487724072" sldId="287"/>
            <ac:spMk id="33" creationId="{38A51482-1294-F394-D21C-C5B78DA1E6A6}"/>
          </ac:spMkLst>
        </pc:spChg>
        <pc:spChg chg="del">
          <ac:chgData name="7 Town" userId="f001bd45134943c1" providerId="LiveId" clId="{6E93F4F6-B0BC-4B01-BE77-9B9B01CAAEED}" dt="2024-10-14T07:02:57.681" v="1091" actId="478"/>
          <ac:spMkLst>
            <pc:docMk/>
            <pc:sldMk cId="2487724072" sldId="287"/>
            <ac:spMk id="46" creationId="{BED64094-0873-7344-E4A5-9C3F555010A7}"/>
          </ac:spMkLst>
        </pc:spChg>
        <pc:spChg chg="del">
          <ac:chgData name="7 Town" userId="f001bd45134943c1" providerId="LiveId" clId="{6E93F4F6-B0BC-4B01-BE77-9B9B01CAAEED}" dt="2024-10-14T07:02:57.681" v="1091" actId="478"/>
          <ac:spMkLst>
            <pc:docMk/>
            <pc:sldMk cId="2487724072" sldId="287"/>
            <ac:spMk id="47" creationId="{524B7B2D-336B-C008-B3CB-1A18BFC16CA4}"/>
          </ac:spMkLst>
        </pc:spChg>
        <pc:spChg chg="del">
          <ac:chgData name="7 Town" userId="f001bd45134943c1" providerId="LiveId" clId="{6E93F4F6-B0BC-4B01-BE77-9B9B01CAAEED}" dt="2024-10-14T07:02:57.681" v="1091" actId="478"/>
          <ac:spMkLst>
            <pc:docMk/>
            <pc:sldMk cId="2487724072" sldId="287"/>
            <ac:spMk id="49" creationId="{216E8B4E-2889-7D83-5E34-3422C1E867B6}"/>
          </ac:spMkLst>
        </pc:spChg>
        <pc:spChg chg="del">
          <ac:chgData name="7 Town" userId="f001bd45134943c1" providerId="LiveId" clId="{6E93F4F6-B0BC-4B01-BE77-9B9B01CAAEED}" dt="2024-10-14T07:02:57.681" v="1091" actId="478"/>
          <ac:spMkLst>
            <pc:docMk/>
            <pc:sldMk cId="2487724072" sldId="287"/>
            <ac:spMk id="50" creationId="{71125F45-38B1-EF52-C32C-2F449C607217}"/>
          </ac:spMkLst>
        </pc:spChg>
        <pc:spChg chg="del">
          <ac:chgData name="7 Town" userId="f001bd45134943c1" providerId="LiveId" clId="{6E93F4F6-B0BC-4B01-BE77-9B9B01CAAEED}" dt="2024-10-14T07:02:57.681" v="1091" actId="478"/>
          <ac:spMkLst>
            <pc:docMk/>
            <pc:sldMk cId="2487724072" sldId="287"/>
            <ac:spMk id="53" creationId="{25ED9C54-528F-372D-DD80-0F2E3A2FFB22}"/>
          </ac:spMkLst>
        </pc:spChg>
        <pc:spChg chg="del">
          <ac:chgData name="7 Town" userId="f001bd45134943c1" providerId="LiveId" clId="{6E93F4F6-B0BC-4B01-BE77-9B9B01CAAEED}" dt="2024-10-14T07:02:57.681" v="1091" actId="478"/>
          <ac:spMkLst>
            <pc:docMk/>
            <pc:sldMk cId="2487724072" sldId="287"/>
            <ac:spMk id="54" creationId="{D6904602-8532-6473-3C30-B3A80984AE4E}"/>
          </ac:spMkLst>
        </pc:spChg>
      </pc:sldChg>
      <pc:sldChg chg="del">
        <pc:chgData name="7 Town" userId="f001bd45134943c1" providerId="LiveId" clId="{6E93F4F6-B0BC-4B01-BE77-9B9B01CAAEED}" dt="2024-10-14T06:43:34.974" v="1" actId="47"/>
        <pc:sldMkLst>
          <pc:docMk/>
          <pc:sldMk cId="4066450404" sldId="289"/>
        </pc:sldMkLst>
      </pc:sldChg>
      <pc:sldChg chg="del">
        <pc:chgData name="7 Town" userId="f001bd45134943c1" providerId="LiveId" clId="{6E93F4F6-B0BC-4B01-BE77-9B9B01CAAEED}" dt="2024-10-14T06:43:35.784" v="2" actId="47"/>
        <pc:sldMkLst>
          <pc:docMk/>
          <pc:sldMk cId="2128108855" sldId="291"/>
        </pc:sldMkLst>
      </pc:sldChg>
      <pc:sldChg chg="del">
        <pc:chgData name="7 Town" userId="f001bd45134943c1" providerId="LiveId" clId="{6E93F4F6-B0BC-4B01-BE77-9B9B01CAAEED}" dt="2024-10-14T06:43:36.680" v="3" actId="47"/>
        <pc:sldMkLst>
          <pc:docMk/>
          <pc:sldMk cId="3680080282" sldId="292"/>
        </pc:sldMkLst>
      </pc:sldChg>
    </pc:docChg>
  </pc:docChgLst>
  <pc:docChgLst>
    <pc:chgData name="7 Town" userId="f001bd45134943c1" providerId="LiveId" clId="{83CC9F8B-F704-4A6B-AF9F-D920A0D337A6}"/>
    <pc:docChg chg="undo custSel addSld delSld modSld sldOrd modSection">
      <pc:chgData name="7 Town" userId="f001bd45134943c1" providerId="LiveId" clId="{83CC9F8B-F704-4A6B-AF9F-D920A0D337A6}" dt="2024-10-23T05:41:22.931" v="2798" actId="1076"/>
      <pc:docMkLst>
        <pc:docMk/>
      </pc:docMkLst>
      <pc:sldChg chg="addSp delSp modSp add mod">
        <pc:chgData name="7 Town" userId="f001bd45134943c1" providerId="LiveId" clId="{83CC9F8B-F704-4A6B-AF9F-D920A0D337A6}" dt="2024-10-22T14:40:20.363" v="792" actId="20577"/>
        <pc:sldMkLst>
          <pc:docMk/>
          <pc:sldMk cId="0" sldId="263"/>
        </pc:sldMkLst>
        <pc:spChg chg="add mod">
          <ac:chgData name="7 Town" userId="f001bd45134943c1" providerId="LiveId" clId="{83CC9F8B-F704-4A6B-AF9F-D920A0D337A6}" dt="2024-10-22T14:36:33.657" v="714" actId="1076"/>
          <ac:spMkLst>
            <pc:docMk/>
            <pc:sldMk cId="0" sldId="263"/>
            <ac:spMk id="3" creationId="{5B7E0EDD-39E6-14B3-54D7-1E61098F235C}"/>
          </ac:spMkLst>
        </pc:spChg>
        <pc:spChg chg="add mod">
          <ac:chgData name="7 Town" userId="f001bd45134943c1" providerId="LiveId" clId="{83CC9F8B-F704-4A6B-AF9F-D920A0D337A6}" dt="2024-10-22T14:33:51.126" v="655" actId="1076"/>
          <ac:spMkLst>
            <pc:docMk/>
            <pc:sldMk cId="0" sldId="263"/>
            <ac:spMk id="4" creationId="{F03CD199-2F6C-AE91-49C7-F1D48608123E}"/>
          </ac:spMkLst>
        </pc:spChg>
        <pc:spChg chg="add mod ord">
          <ac:chgData name="7 Town" userId="f001bd45134943c1" providerId="LiveId" clId="{83CC9F8B-F704-4A6B-AF9F-D920A0D337A6}" dt="2024-10-22T14:34:45.059" v="663" actId="167"/>
          <ac:spMkLst>
            <pc:docMk/>
            <pc:sldMk cId="0" sldId="263"/>
            <ac:spMk id="5" creationId="{F6BF1348-459C-53A9-DDA3-EF760A6CA399}"/>
          </ac:spMkLst>
        </pc:spChg>
        <pc:spChg chg="add mod">
          <ac:chgData name="7 Town" userId="f001bd45134943c1" providerId="LiveId" clId="{83CC9F8B-F704-4A6B-AF9F-D920A0D337A6}" dt="2024-10-22T14:34:06.009" v="657" actId="1076"/>
          <ac:spMkLst>
            <pc:docMk/>
            <pc:sldMk cId="0" sldId="263"/>
            <ac:spMk id="6" creationId="{1A2AE3B0-944E-6D87-7874-00ACA98E1FE4}"/>
          </ac:spMkLst>
        </pc:spChg>
        <pc:spChg chg="add mod">
          <ac:chgData name="7 Town" userId="f001bd45134943c1" providerId="LiveId" clId="{83CC9F8B-F704-4A6B-AF9F-D920A0D337A6}" dt="2024-10-22T14:37:22.656" v="753" actId="1076"/>
          <ac:spMkLst>
            <pc:docMk/>
            <pc:sldMk cId="0" sldId="263"/>
            <ac:spMk id="7" creationId="{F227E2B3-3D42-C9D1-CB42-F7C9A2C565F6}"/>
          </ac:spMkLst>
        </pc:spChg>
        <pc:spChg chg="add mod">
          <ac:chgData name="7 Town" userId="f001bd45134943c1" providerId="LiveId" clId="{83CC9F8B-F704-4A6B-AF9F-D920A0D337A6}" dt="2024-10-22T14:37:26.081" v="754" actId="1076"/>
          <ac:spMkLst>
            <pc:docMk/>
            <pc:sldMk cId="0" sldId="263"/>
            <ac:spMk id="8" creationId="{27BCC533-A89B-3EF4-09CE-6E08A16F94B2}"/>
          </ac:spMkLst>
        </pc:spChg>
        <pc:spChg chg="add mod">
          <ac:chgData name="7 Town" userId="f001bd45134943c1" providerId="LiveId" clId="{83CC9F8B-F704-4A6B-AF9F-D920A0D337A6}" dt="2024-10-22T14:40:20.363" v="792" actId="20577"/>
          <ac:spMkLst>
            <pc:docMk/>
            <pc:sldMk cId="0" sldId="263"/>
            <ac:spMk id="9" creationId="{71DEE1B6-5AAF-07F8-5E0C-4EEAD64A2AE2}"/>
          </ac:spMkLst>
        </pc:spChg>
        <pc:spChg chg="mod">
          <ac:chgData name="7 Town" userId="f001bd45134943c1" providerId="LiveId" clId="{83CC9F8B-F704-4A6B-AF9F-D920A0D337A6}" dt="2024-10-22T14:40:17.833" v="791" actId="20577"/>
          <ac:spMkLst>
            <pc:docMk/>
            <pc:sldMk cId="0" sldId="263"/>
            <ac:spMk id="10" creationId="{00000000-0000-0000-0000-000000000000}"/>
          </ac:spMkLst>
        </pc:spChg>
        <pc:spChg chg="mod">
          <ac:chgData name="7 Town" userId="f001bd45134943c1" providerId="LiveId" clId="{83CC9F8B-F704-4A6B-AF9F-D920A0D337A6}" dt="2024-10-22T14:39:53.231" v="787" actId="1076"/>
          <ac:spMkLst>
            <pc:docMk/>
            <pc:sldMk cId="0" sldId="263"/>
            <ac:spMk id="11" creationId="{00000000-0000-0000-0000-000000000000}"/>
          </ac:spMkLst>
        </pc:spChg>
        <pc:spChg chg="mod">
          <ac:chgData name="7 Town" userId="f001bd45134943c1" providerId="LiveId" clId="{83CC9F8B-F704-4A6B-AF9F-D920A0D337A6}" dt="2024-10-22T14:27:31.198" v="645" actId="20577"/>
          <ac:spMkLst>
            <pc:docMk/>
            <pc:sldMk cId="0" sldId="263"/>
            <ac:spMk id="22" creationId="{00000000-0000-0000-0000-000000000000}"/>
          </ac:spMkLst>
        </pc:spChg>
        <pc:spChg chg="mod">
          <ac:chgData name="7 Town" userId="f001bd45134943c1" providerId="LiveId" clId="{83CC9F8B-F704-4A6B-AF9F-D920A0D337A6}" dt="2024-10-22T14:18:25.728" v="469" actId="20577"/>
          <ac:spMkLst>
            <pc:docMk/>
            <pc:sldMk cId="0" sldId="263"/>
            <ac:spMk id="23" creationId="{00000000-0000-0000-0000-000000000000}"/>
          </ac:spMkLst>
        </pc:spChg>
        <pc:spChg chg="del">
          <ac:chgData name="7 Town" userId="f001bd45134943c1" providerId="LiveId" clId="{83CC9F8B-F704-4A6B-AF9F-D920A0D337A6}" dt="2024-10-22T14:32:53.199" v="647" actId="478"/>
          <ac:spMkLst>
            <pc:docMk/>
            <pc:sldMk cId="0" sldId="263"/>
            <ac:spMk id="68" creationId="{00000000-0000-0000-0000-000000000000}"/>
          </ac:spMkLst>
        </pc:spChg>
        <pc:spChg chg="del">
          <ac:chgData name="7 Town" userId="f001bd45134943c1" providerId="LiveId" clId="{83CC9F8B-F704-4A6B-AF9F-D920A0D337A6}" dt="2024-10-22T14:19:24.245" v="536" actId="478"/>
          <ac:spMkLst>
            <pc:docMk/>
            <pc:sldMk cId="0" sldId="263"/>
            <ac:spMk id="72" creationId="{00000000-0000-0000-0000-000000000000}"/>
          </ac:spMkLst>
        </pc:spChg>
        <pc:spChg chg="del">
          <ac:chgData name="7 Town" userId="f001bd45134943c1" providerId="LiveId" clId="{83CC9F8B-F704-4A6B-AF9F-D920A0D337A6}" dt="2024-10-22T14:19:24.245" v="536" actId="478"/>
          <ac:spMkLst>
            <pc:docMk/>
            <pc:sldMk cId="0" sldId="263"/>
            <ac:spMk id="73" creationId="{00000000-0000-0000-0000-000000000000}"/>
          </ac:spMkLst>
        </pc:spChg>
        <pc:spChg chg="del mod">
          <ac:chgData name="7 Town" userId="f001bd45134943c1" providerId="LiveId" clId="{83CC9F8B-F704-4A6B-AF9F-D920A0D337A6}" dt="2024-10-22T14:32:54.220" v="648" actId="478"/>
          <ac:spMkLst>
            <pc:docMk/>
            <pc:sldMk cId="0" sldId="263"/>
            <ac:spMk id="76" creationId="{00000000-0000-0000-0000-000000000000}"/>
          </ac:spMkLst>
        </pc:spChg>
        <pc:picChg chg="add del mod">
          <ac:chgData name="7 Town" userId="f001bd45134943c1" providerId="LiveId" clId="{83CC9F8B-F704-4A6B-AF9F-D920A0D337A6}" dt="2024-10-22T14:32:51.609" v="646" actId="478"/>
          <ac:picMkLst>
            <pc:docMk/>
            <pc:sldMk cId="0" sldId="263"/>
            <ac:picMk id="2" creationId="{A0CAA73A-5E71-7A82-7989-88D13F0385A5}"/>
          </ac:picMkLst>
        </pc:picChg>
        <pc:picChg chg="del">
          <ac:chgData name="7 Town" userId="f001bd45134943c1" providerId="LiveId" clId="{83CC9F8B-F704-4A6B-AF9F-D920A0D337A6}" dt="2024-10-22T14:18:05.919" v="459" actId="478"/>
          <ac:picMkLst>
            <pc:docMk/>
            <pc:sldMk cId="0" sldId="263"/>
            <ac:picMk id="67" creationId="{00000000-0000-0000-0000-000000000000}"/>
          </ac:picMkLst>
        </pc:picChg>
        <pc:cxnChg chg="del mod">
          <ac:chgData name="7 Town" userId="f001bd45134943c1" providerId="LiveId" clId="{83CC9F8B-F704-4A6B-AF9F-D920A0D337A6}" dt="2024-10-22T14:35:31.900" v="670" actId="478"/>
          <ac:cxnSpMkLst>
            <pc:docMk/>
            <pc:sldMk cId="0" sldId="263"/>
            <ac:cxnSpMk id="12" creationId="{00000000-0000-0000-0000-000000000000}"/>
          </ac:cxnSpMkLst>
        </pc:cxnChg>
        <pc:cxnChg chg="mod">
          <ac:chgData name="7 Town" userId="f001bd45134943c1" providerId="LiveId" clId="{83CC9F8B-F704-4A6B-AF9F-D920A0D337A6}" dt="2024-10-22T14:18:25.728" v="469" actId="20577"/>
          <ac:cxnSpMkLst>
            <pc:docMk/>
            <pc:sldMk cId="0" sldId="263"/>
            <ac:cxnSpMk id="17" creationId="{00000000-0000-0000-0000-000000000000}"/>
          </ac:cxnSpMkLst>
        </pc:cxnChg>
        <pc:cxnChg chg="del">
          <ac:chgData name="7 Town" userId="f001bd45134943c1" providerId="LiveId" clId="{83CC9F8B-F704-4A6B-AF9F-D920A0D337A6}" dt="2024-10-22T14:19:24.245" v="536" actId="478"/>
          <ac:cxnSpMkLst>
            <pc:docMk/>
            <pc:sldMk cId="0" sldId="263"/>
            <ac:cxnSpMk id="74" creationId="{00000000-0000-0000-0000-000000000000}"/>
          </ac:cxnSpMkLst>
        </pc:cxnChg>
      </pc:sldChg>
      <pc:sldChg chg="add del">
        <pc:chgData name="7 Town" userId="f001bd45134943c1" providerId="LiveId" clId="{83CC9F8B-F704-4A6B-AF9F-D920A0D337A6}" dt="2024-10-22T14:45:54.348" v="793" actId="47"/>
        <pc:sldMkLst>
          <pc:docMk/>
          <pc:sldMk cId="0" sldId="264"/>
        </pc:sldMkLst>
      </pc:sldChg>
      <pc:sldChg chg="addSp delSp modSp add del mod">
        <pc:chgData name="7 Town" userId="f001bd45134943c1" providerId="LiveId" clId="{83CC9F8B-F704-4A6B-AF9F-D920A0D337A6}" dt="2024-10-22T15:38:52.704" v="1296" actId="47"/>
        <pc:sldMkLst>
          <pc:docMk/>
          <pc:sldMk cId="0" sldId="267"/>
        </pc:sldMkLst>
        <pc:spChg chg="add mod">
          <ac:chgData name="7 Town" userId="f001bd45134943c1" providerId="LiveId" clId="{83CC9F8B-F704-4A6B-AF9F-D920A0D337A6}" dt="2024-10-22T15:33:45.105" v="1183" actId="1076"/>
          <ac:spMkLst>
            <pc:docMk/>
            <pc:sldMk cId="0" sldId="267"/>
            <ac:spMk id="3" creationId="{2FA445A4-9506-8F6C-6F48-87D56DAAEA04}"/>
          </ac:spMkLst>
        </pc:spChg>
        <pc:spChg chg="add del">
          <ac:chgData name="7 Town" userId="f001bd45134943c1" providerId="LiveId" clId="{83CC9F8B-F704-4A6B-AF9F-D920A0D337A6}" dt="2024-10-22T15:32:34.907" v="1135" actId="478"/>
          <ac:spMkLst>
            <pc:docMk/>
            <pc:sldMk cId="0" sldId="267"/>
            <ac:spMk id="9" creationId="{00000000-0000-0000-0000-000000000000}"/>
          </ac:spMkLst>
        </pc:spChg>
        <pc:spChg chg="del">
          <ac:chgData name="7 Town" userId="f001bd45134943c1" providerId="LiveId" clId="{83CC9F8B-F704-4A6B-AF9F-D920A0D337A6}" dt="2024-10-22T15:32:28.197" v="1131" actId="478"/>
          <ac:spMkLst>
            <pc:docMk/>
            <pc:sldMk cId="0" sldId="267"/>
            <ac:spMk id="21" creationId="{00000000-0000-0000-0000-000000000000}"/>
          </ac:spMkLst>
        </pc:spChg>
        <pc:spChg chg="mod">
          <ac:chgData name="7 Town" userId="f001bd45134943c1" providerId="LiveId" clId="{83CC9F8B-F704-4A6B-AF9F-D920A0D337A6}" dt="2024-10-22T15:32:08.326" v="1111" actId="20577"/>
          <ac:spMkLst>
            <pc:docMk/>
            <pc:sldMk cId="0" sldId="267"/>
            <ac:spMk id="22" creationId="{00000000-0000-0000-0000-000000000000}"/>
          </ac:spMkLst>
        </pc:spChg>
        <pc:spChg chg="mod">
          <ac:chgData name="7 Town" userId="f001bd45134943c1" providerId="LiveId" clId="{83CC9F8B-F704-4A6B-AF9F-D920A0D337A6}" dt="2024-10-22T15:32:17.576" v="1128" actId="20577"/>
          <ac:spMkLst>
            <pc:docMk/>
            <pc:sldMk cId="0" sldId="267"/>
            <ac:spMk id="23" creationId="{00000000-0000-0000-0000-000000000000}"/>
          </ac:spMkLst>
        </pc:spChg>
        <pc:spChg chg="del">
          <ac:chgData name="7 Town" userId="f001bd45134943c1" providerId="LiveId" clId="{83CC9F8B-F704-4A6B-AF9F-D920A0D337A6}" dt="2024-10-22T15:32:29.612" v="1132" actId="478"/>
          <ac:spMkLst>
            <pc:docMk/>
            <pc:sldMk cId="0" sldId="267"/>
            <ac:spMk id="24" creationId="{00000000-0000-0000-0000-000000000000}"/>
          </ac:spMkLst>
        </pc:spChg>
        <pc:spChg chg="del">
          <ac:chgData name="7 Town" userId="f001bd45134943c1" providerId="LiveId" clId="{83CC9F8B-F704-4A6B-AF9F-D920A0D337A6}" dt="2024-10-22T15:32:38.345" v="1136" actId="478"/>
          <ac:spMkLst>
            <pc:docMk/>
            <pc:sldMk cId="0" sldId="267"/>
            <ac:spMk id="25" creationId="{00000000-0000-0000-0000-000000000000}"/>
          </ac:spMkLst>
        </pc:spChg>
        <pc:spChg chg="del">
          <ac:chgData name="7 Town" userId="f001bd45134943c1" providerId="LiveId" clId="{83CC9F8B-F704-4A6B-AF9F-D920A0D337A6}" dt="2024-10-22T15:32:31.135" v="1133" actId="478"/>
          <ac:spMkLst>
            <pc:docMk/>
            <pc:sldMk cId="0" sldId="267"/>
            <ac:spMk id="26" creationId="{00000000-0000-0000-0000-000000000000}"/>
          </ac:spMkLst>
        </pc:spChg>
        <pc:spChg chg="del">
          <ac:chgData name="7 Town" userId="f001bd45134943c1" providerId="LiveId" clId="{83CC9F8B-F704-4A6B-AF9F-D920A0D337A6}" dt="2024-10-22T15:32:40.025" v="1137" actId="478"/>
          <ac:spMkLst>
            <pc:docMk/>
            <pc:sldMk cId="0" sldId="267"/>
            <ac:spMk id="27" creationId="{00000000-0000-0000-0000-000000000000}"/>
          </ac:spMkLst>
        </pc:spChg>
        <pc:spChg chg="del">
          <ac:chgData name="7 Town" userId="f001bd45134943c1" providerId="LiveId" clId="{83CC9F8B-F704-4A6B-AF9F-D920A0D337A6}" dt="2024-10-22T15:32:41.360" v="1138" actId="478"/>
          <ac:spMkLst>
            <pc:docMk/>
            <pc:sldMk cId="0" sldId="267"/>
            <ac:spMk id="28" creationId="{00000000-0000-0000-0000-000000000000}"/>
          </ac:spMkLst>
        </pc:spChg>
        <pc:picChg chg="del">
          <ac:chgData name="7 Town" userId="f001bd45134943c1" providerId="LiveId" clId="{83CC9F8B-F704-4A6B-AF9F-D920A0D337A6}" dt="2024-10-22T15:32:20.736" v="1129" actId="478"/>
          <ac:picMkLst>
            <pc:docMk/>
            <pc:sldMk cId="0" sldId="267"/>
            <ac:picMk id="4" creationId="{00000000-0000-0000-0000-000000000000}"/>
          </ac:picMkLst>
        </pc:picChg>
        <pc:picChg chg="del">
          <ac:chgData name="7 Town" userId="f001bd45134943c1" providerId="LiveId" clId="{83CC9F8B-F704-4A6B-AF9F-D920A0D337A6}" dt="2024-10-22T15:32:21.647" v="1130" actId="478"/>
          <ac:picMkLst>
            <pc:docMk/>
            <pc:sldMk cId="0" sldId="267"/>
            <ac:picMk id="7" creationId="{00000000-0000-0000-0000-000000000000}"/>
          </ac:picMkLst>
        </pc:picChg>
        <pc:cxnChg chg="mod">
          <ac:chgData name="7 Town" userId="f001bd45134943c1" providerId="LiveId" clId="{83CC9F8B-F704-4A6B-AF9F-D920A0D337A6}" dt="2024-10-22T15:32:17.576" v="1128" actId="20577"/>
          <ac:cxnSpMkLst>
            <pc:docMk/>
            <pc:sldMk cId="0" sldId="267"/>
            <ac:cxnSpMk id="17" creationId="{00000000-0000-0000-0000-000000000000}"/>
          </ac:cxnSpMkLst>
        </pc:cxnChg>
      </pc:sldChg>
      <pc:sldChg chg="add del">
        <pc:chgData name="7 Town" userId="f001bd45134943c1" providerId="LiveId" clId="{83CC9F8B-F704-4A6B-AF9F-D920A0D337A6}" dt="2024-10-22T16:21:43.193" v="2129" actId="47"/>
        <pc:sldMkLst>
          <pc:docMk/>
          <pc:sldMk cId="0" sldId="268"/>
        </pc:sldMkLst>
      </pc:sldChg>
      <pc:sldChg chg="addSp delSp modSp add mod">
        <pc:chgData name="7 Town" userId="f001bd45134943c1" providerId="LiveId" clId="{83CC9F8B-F704-4A6B-AF9F-D920A0D337A6}" dt="2024-10-23T05:41:22.931" v="2798" actId="1076"/>
        <pc:sldMkLst>
          <pc:docMk/>
          <pc:sldMk cId="0" sldId="272"/>
        </pc:sldMkLst>
        <pc:spChg chg="mod">
          <ac:chgData name="7 Town" userId="f001bd45134943c1" providerId="LiveId" clId="{83CC9F8B-F704-4A6B-AF9F-D920A0D337A6}" dt="2024-10-23T05:40:42.052" v="2756" actId="1037"/>
          <ac:spMkLst>
            <pc:docMk/>
            <pc:sldMk cId="0" sldId="272"/>
            <ac:spMk id="3" creationId="{00000000-0000-0000-0000-000000000000}"/>
          </ac:spMkLst>
        </pc:spChg>
        <pc:spChg chg="del">
          <ac:chgData name="7 Town" userId="f001bd45134943c1" providerId="LiveId" clId="{83CC9F8B-F704-4A6B-AF9F-D920A0D337A6}" dt="2024-10-22T15:51:22.241" v="1512" actId="478"/>
          <ac:spMkLst>
            <pc:docMk/>
            <pc:sldMk cId="0" sldId="272"/>
            <ac:spMk id="7" creationId="{00000000-0000-0000-0000-000000000000}"/>
          </ac:spMkLst>
        </pc:spChg>
        <pc:spChg chg="mod">
          <ac:chgData name="7 Town" userId="f001bd45134943c1" providerId="LiveId" clId="{83CC9F8B-F704-4A6B-AF9F-D920A0D337A6}" dt="2024-10-23T05:41:16.656" v="2797" actId="14100"/>
          <ac:spMkLst>
            <pc:docMk/>
            <pc:sldMk cId="0" sldId="272"/>
            <ac:spMk id="10" creationId="{00000000-0000-0000-0000-000000000000}"/>
          </ac:spMkLst>
        </pc:spChg>
        <pc:spChg chg="add mod">
          <ac:chgData name="7 Town" userId="f001bd45134943c1" providerId="LiveId" clId="{83CC9F8B-F704-4A6B-AF9F-D920A0D337A6}" dt="2024-10-23T05:41:22.931" v="2798" actId="1076"/>
          <ac:spMkLst>
            <pc:docMk/>
            <pc:sldMk cId="0" sldId="272"/>
            <ac:spMk id="11" creationId="{71BF21DB-3AA1-4866-A0B6-AAE510F86234}"/>
          </ac:spMkLst>
        </pc:spChg>
        <pc:spChg chg="mod">
          <ac:chgData name="7 Town" userId="f001bd45134943c1" providerId="LiveId" clId="{83CC9F8B-F704-4A6B-AF9F-D920A0D337A6}" dt="2024-10-22T15:59:03.728" v="1754" actId="20577"/>
          <ac:spMkLst>
            <pc:docMk/>
            <pc:sldMk cId="0" sldId="272"/>
            <ac:spMk id="22" creationId="{00000000-0000-0000-0000-000000000000}"/>
          </ac:spMkLst>
        </pc:spChg>
        <pc:spChg chg="mod">
          <ac:chgData name="7 Town" userId="f001bd45134943c1" providerId="LiveId" clId="{83CC9F8B-F704-4A6B-AF9F-D920A0D337A6}" dt="2024-10-22T15:59:17.098" v="1779" actId="20577"/>
          <ac:spMkLst>
            <pc:docMk/>
            <pc:sldMk cId="0" sldId="272"/>
            <ac:spMk id="23" creationId="{00000000-0000-0000-0000-000000000000}"/>
          </ac:spMkLst>
        </pc:spChg>
        <pc:spChg chg="mod">
          <ac:chgData name="7 Town" userId="f001bd45134943c1" providerId="LiveId" clId="{83CC9F8B-F704-4A6B-AF9F-D920A0D337A6}" dt="2024-10-23T05:40:45.668" v="2757" actId="14100"/>
          <ac:spMkLst>
            <pc:docMk/>
            <pc:sldMk cId="0" sldId="272"/>
            <ac:spMk id="52" creationId="{00000000-0000-0000-0000-000000000000}"/>
          </ac:spMkLst>
        </pc:spChg>
        <pc:spChg chg="mod">
          <ac:chgData name="7 Town" userId="f001bd45134943c1" providerId="LiveId" clId="{83CC9F8B-F704-4A6B-AF9F-D920A0D337A6}" dt="2024-10-23T05:40:05.363" v="2691" actId="1035"/>
          <ac:spMkLst>
            <pc:docMk/>
            <pc:sldMk cId="0" sldId="272"/>
            <ac:spMk id="67" creationId="{00000000-0000-0000-0000-000000000000}"/>
          </ac:spMkLst>
        </pc:spChg>
        <pc:spChg chg="del">
          <ac:chgData name="7 Town" userId="f001bd45134943c1" providerId="LiveId" clId="{83CC9F8B-F704-4A6B-AF9F-D920A0D337A6}" dt="2024-10-22T15:51:23.468" v="1513" actId="478"/>
          <ac:spMkLst>
            <pc:docMk/>
            <pc:sldMk cId="0" sldId="272"/>
            <ac:spMk id="68" creationId="{00000000-0000-0000-0000-000000000000}"/>
          </ac:spMkLst>
        </pc:spChg>
        <pc:spChg chg="mod">
          <ac:chgData name="7 Town" userId="f001bd45134943c1" providerId="LiveId" clId="{83CC9F8B-F704-4A6B-AF9F-D920A0D337A6}" dt="2024-10-23T05:41:11.666" v="2795" actId="1076"/>
          <ac:spMkLst>
            <pc:docMk/>
            <pc:sldMk cId="0" sldId="272"/>
            <ac:spMk id="69" creationId="{00000000-0000-0000-0000-000000000000}"/>
          </ac:spMkLst>
        </pc:spChg>
        <pc:spChg chg="mod">
          <ac:chgData name="7 Town" userId="f001bd45134943c1" providerId="LiveId" clId="{83CC9F8B-F704-4A6B-AF9F-D920A0D337A6}" dt="2024-10-23T05:40:51.115" v="2788" actId="1038"/>
          <ac:spMkLst>
            <pc:docMk/>
            <pc:sldMk cId="0" sldId="272"/>
            <ac:spMk id="71" creationId="{00000000-0000-0000-0000-000000000000}"/>
          </ac:spMkLst>
        </pc:spChg>
        <pc:spChg chg="del">
          <ac:chgData name="7 Town" userId="f001bd45134943c1" providerId="LiveId" clId="{83CC9F8B-F704-4A6B-AF9F-D920A0D337A6}" dt="2024-10-22T15:51:24.590" v="1514" actId="478"/>
          <ac:spMkLst>
            <pc:docMk/>
            <pc:sldMk cId="0" sldId="272"/>
            <ac:spMk id="72" creationId="{00000000-0000-0000-0000-000000000000}"/>
          </ac:spMkLst>
        </pc:spChg>
        <pc:spChg chg="del">
          <ac:chgData name="7 Town" userId="f001bd45134943c1" providerId="LiveId" clId="{83CC9F8B-F704-4A6B-AF9F-D920A0D337A6}" dt="2024-10-22T15:58:21.568" v="1710" actId="478"/>
          <ac:spMkLst>
            <pc:docMk/>
            <pc:sldMk cId="0" sldId="272"/>
            <ac:spMk id="73" creationId="{00000000-0000-0000-0000-000000000000}"/>
          </ac:spMkLst>
        </pc:spChg>
        <pc:spChg chg="del">
          <ac:chgData name="7 Town" userId="f001bd45134943c1" providerId="LiveId" clId="{83CC9F8B-F704-4A6B-AF9F-D920A0D337A6}" dt="2024-10-22T15:53:44.829" v="1522" actId="478"/>
          <ac:spMkLst>
            <pc:docMk/>
            <pc:sldMk cId="0" sldId="272"/>
            <ac:spMk id="75" creationId="{00000000-0000-0000-0000-000000000000}"/>
          </ac:spMkLst>
        </pc:spChg>
        <pc:spChg chg="del">
          <ac:chgData name="7 Town" userId="f001bd45134943c1" providerId="LiveId" clId="{83CC9F8B-F704-4A6B-AF9F-D920A0D337A6}" dt="2024-10-22T15:51:25.485" v="1515" actId="478"/>
          <ac:spMkLst>
            <pc:docMk/>
            <pc:sldMk cId="0" sldId="272"/>
            <ac:spMk id="76" creationId="{00000000-0000-0000-0000-000000000000}"/>
          </ac:spMkLst>
        </pc:spChg>
        <pc:spChg chg="del">
          <ac:chgData name="7 Town" userId="f001bd45134943c1" providerId="LiveId" clId="{83CC9F8B-F704-4A6B-AF9F-D920A0D337A6}" dt="2024-10-22T15:53:46.229" v="1523" actId="478"/>
          <ac:spMkLst>
            <pc:docMk/>
            <pc:sldMk cId="0" sldId="272"/>
            <ac:spMk id="77" creationId="{00000000-0000-0000-0000-000000000000}"/>
          </ac:spMkLst>
        </pc:spChg>
        <pc:spChg chg="mod">
          <ac:chgData name="7 Town" userId="f001bd45134943c1" providerId="LiveId" clId="{83CC9F8B-F704-4A6B-AF9F-D920A0D337A6}" dt="2024-10-23T05:40:55.943" v="2789" actId="14100"/>
          <ac:spMkLst>
            <pc:docMk/>
            <pc:sldMk cId="0" sldId="272"/>
            <ac:spMk id="78" creationId="{00000000-0000-0000-0000-000000000000}"/>
          </ac:spMkLst>
        </pc:spChg>
        <pc:spChg chg="del">
          <ac:chgData name="7 Town" userId="f001bd45134943c1" providerId="LiveId" clId="{83CC9F8B-F704-4A6B-AF9F-D920A0D337A6}" dt="2024-10-22T16:01:14.977" v="1780" actId="478"/>
          <ac:spMkLst>
            <pc:docMk/>
            <pc:sldMk cId="0" sldId="272"/>
            <ac:spMk id="79" creationId="{00000000-0000-0000-0000-000000000000}"/>
          </ac:spMkLst>
        </pc:spChg>
        <pc:picChg chg="add mod">
          <ac:chgData name="7 Town" userId="f001bd45134943c1" providerId="LiveId" clId="{83CC9F8B-F704-4A6B-AF9F-D920A0D337A6}" dt="2024-10-23T05:40:08.574" v="2701" actId="1035"/>
          <ac:picMkLst>
            <pc:docMk/>
            <pc:sldMk cId="0" sldId="272"/>
            <ac:picMk id="2" creationId="{3A698952-5CC7-627C-A888-1D05B5F1A37B}"/>
          </ac:picMkLst>
        </pc:picChg>
        <pc:picChg chg="add mod">
          <ac:chgData name="7 Town" userId="f001bd45134943c1" providerId="LiveId" clId="{83CC9F8B-F704-4A6B-AF9F-D920A0D337A6}" dt="2024-10-23T05:40:42.052" v="2756" actId="1037"/>
          <ac:picMkLst>
            <pc:docMk/>
            <pc:sldMk cId="0" sldId="272"/>
            <ac:picMk id="4" creationId="{FE6BCF40-07E9-D796-7217-DFA4B459D245}"/>
          </ac:picMkLst>
        </pc:picChg>
        <pc:picChg chg="add mod">
          <ac:chgData name="7 Town" userId="f001bd45134943c1" providerId="LiveId" clId="{83CC9F8B-F704-4A6B-AF9F-D920A0D337A6}" dt="2024-10-23T05:40:24.050" v="2726" actId="14100"/>
          <ac:picMkLst>
            <pc:docMk/>
            <pc:sldMk cId="0" sldId="272"/>
            <ac:picMk id="6" creationId="{019C4140-99DB-0301-7147-CED61D76DA80}"/>
          </ac:picMkLst>
        </pc:picChg>
        <pc:picChg chg="add mod">
          <ac:chgData name="7 Town" userId="f001bd45134943c1" providerId="LiveId" clId="{83CC9F8B-F704-4A6B-AF9F-D920A0D337A6}" dt="2024-10-23T05:40:51.115" v="2788" actId="1038"/>
          <ac:picMkLst>
            <pc:docMk/>
            <pc:sldMk cId="0" sldId="272"/>
            <ac:picMk id="9" creationId="{392D1542-E769-ABA3-8B39-20E2F32E5A8D}"/>
          </ac:picMkLst>
        </pc:picChg>
        <pc:cxnChg chg="mod">
          <ac:chgData name="7 Town" userId="f001bd45134943c1" providerId="LiveId" clId="{83CC9F8B-F704-4A6B-AF9F-D920A0D337A6}" dt="2024-10-22T15:59:17.098" v="1779" actId="20577"/>
          <ac:cxnSpMkLst>
            <pc:docMk/>
            <pc:sldMk cId="0" sldId="272"/>
            <ac:cxnSpMk id="17" creationId="{00000000-0000-0000-0000-000000000000}"/>
          </ac:cxnSpMkLst>
        </pc:cxnChg>
      </pc:sldChg>
      <pc:sldChg chg="addSp delSp modSp add mod">
        <pc:chgData name="7 Town" userId="f001bd45134943c1" providerId="LiveId" clId="{83CC9F8B-F704-4A6B-AF9F-D920A0D337A6}" dt="2024-10-22T16:34:27.650" v="2504"/>
        <pc:sldMkLst>
          <pc:docMk/>
          <pc:sldMk cId="0" sldId="275"/>
        </pc:sldMkLst>
        <pc:spChg chg="mod">
          <ac:chgData name="7 Town" userId="f001bd45134943c1" providerId="LiveId" clId="{83CC9F8B-F704-4A6B-AF9F-D920A0D337A6}" dt="2024-10-22T16:23:19.423" v="2192" actId="20577"/>
          <ac:spMkLst>
            <pc:docMk/>
            <pc:sldMk cId="0" sldId="275"/>
            <ac:spMk id="7" creationId="{00000000-0000-0000-0000-000000000000}"/>
          </ac:spMkLst>
        </pc:spChg>
        <pc:spChg chg="mod">
          <ac:chgData name="7 Town" userId="f001bd45134943c1" providerId="LiveId" clId="{83CC9F8B-F704-4A6B-AF9F-D920A0D337A6}" dt="2024-10-22T16:29:39.751" v="2466"/>
          <ac:spMkLst>
            <pc:docMk/>
            <pc:sldMk cId="0" sldId="275"/>
            <ac:spMk id="9" creationId="{00000000-0000-0000-0000-000000000000}"/>
          </ac:spMkLst>
        </pc:spChg>
        <pc:spChg chg="del mod">
          <ac:chgData name="7 Town" userId="f001bd45134943c1" providerId="LiveId" clId="{83CC9F8B-F704-4A6B-AF9F-D920A0D337A6}" dt="2024-10-22T16:23:01.353" v="2142" actId="478"/>
          <ac:spMkLst>
            <pc:docMk/>
            <pc:sldMk cId="0" sldId="275"/>
            <ac:spMk id="20" creationId="{00000000-0000-0000-0000-000000000000}"/>
          </ac:spMkLst>
        </pc:spChg>
        <pc:spChg chg="mod">
          <ac:chgData name="7 Town" userId="f001bd45134943c1" providerId="LiveId" clId="{83CC9F8B-F704-4A6B-AF9F-D920A0D337A6}" dt="2024-10-22T16:33:03.162" v="2500" actId="20577"/>
          <ac:spMkLst>
            <pc:docMk/>
            <pc:sldMk cId="0" sldId="275"/>
            <ac:spMk id="26" creationId="{00000000-0000-0000-0000-000000000000}"/>
          </ac:spMkLst>
        </pc:spChg>
        <pc:spChg chg="mod">
          <ac:chgData name="7 Town" userId="f001bd45134943c1" providerId="LiveId" clId="{83CC9F8B-F704-4A6B-AF9F-D920A0D337A6}" dt="2024-10-22T16:34:27.650" v="2504"/>
          <ac:spMkLst>
            <pc:docMk/>
            <pc:sldMk cId="0" sldId="275"/>
            <ac:spMk id="27" creationId="{00000000-0000-0000-0000-000000000000}"/>
          </ac:spMkLst>
        </pc:spChg>
        <pc:spChg chg="del">
          <ac:chgData name="7 Town" userId="f001bd45134943c1" providerId="LiveId" clId="{83CC9F8B-F704-4A6B-AF9F-D920A0D337A6}" dt="2024-10-22T16:32:36.771" v="2468" actId="478"/>
          <ac:spMkLst>
            <pc:docMk/>
            <pc:sldMk cId="0" sldId="275"/>
            <ac:spMk id="31" creationId="{00000000-0000-0000-0000-000000000000}"/>
          </ac:spMkLst>
        </pc:spChg>
        <pc:picChg chg="add mod">
          <ac:chgData name="7 Town" userId="f001bd45134943c1" providerId="LiveId" clId="{83CC9F8B-F704-4A6B-AF9F-D920A0D337A6}" dt="2024-10-22T16:23:03.833" v="2143" actId="1076"/>
          <ac:picMkLst>
            <pc:docMk/>
            <pc:sldMk cId="0" sldId="275"/>
            <ac:picMk id="4" creationId="{B5CE693C-3F54-9638-80BC-667D4B2C48BF}"/>
          </ac:picMkLst>
        </pc:picChg>
        <pc:picChg chg="add mod">
          <ac:chgData name="7 Town" userId="f001bd45134943c1" providerId="LiveId" clId="{83CC9F8B-F704-4A6B-AF9F-D920A0D337A6}" dt="2024-10-22T16:32:52.749" v="2475" actId="1076"/>
          <ac:picMkLst>
            <pc:docMk/>
            <pc:sldMk cId="0" sldId="275"/>
            <ac:picMk id="8" creationId="{4C12EF92-6FB7-64EC-4AFC-F1D2201C1F1B}"/>
          </ac:picMkLst>
        </pc:picChg>
        <pc:picChg chg="del">
          <ac:chgData name="7 Town" userId="f001bd45134943c1" providerId="LiveId" clId="{83CC9F8B-F704-4A6B-AF9F-D920A0D337A6}" dt="2024-10-22T16:22:04.987" v="2131" actId="478"/>
          <ac:picMkLst>
            <pc:docMk/>
            <pc:sldMk cId="0" sldId="275"/>
            <ac:picMk id="19" creationId="{00000000-0000-0000-0000-000000000000}"/>
          </ac:picMkLst>
        </pc:picChg>
        <pc:picChg chg="del">
          <ac:chgData name="7 Town" userId="f001bd45134943c1" providerId="LiveId" clId="{83CC9F8B-F704-4A6B-AF9F-D920A0D337A6}" dt="2024-10-22T16:32:34.321" v="2467" actId="478"/>
          <ac:picMkLst>
            <pc:docMk/>
            <pc:sldMk cId="0" sldId="275"/>
            <ac:picMk id="28" creationId="{00000000-0000-0000-0000-000000000000}"/>
          </ac:picMkLst>
        </pc:picChg>
      </pc:sldChg>
      <pc:sldChg chg="addSp delSp modSp add del mod">
        <pc:chgData name="7 Town" userId="f001bd45134943c1" providerId="LiveId" clId="{83CC9F8B-F704-4A6B-AF9F-D920A0D337A6}" dt="2024-10-22T15:48:39.460" v="1500" actId="47"/>
        <pc:sldMkLst>
          <pc:docMk/>
          <pc:sldMk cId="0" sldId="280"/>
        </pc:sldMkLst>
        <pc:spChg chg="mod">
          <ac:chgData name="7 Town" userId="f001bd45134943c1" providerId="LiveId" clId="{83CC9F8B-F704-4A6B-AF9F-D920A0D337A6}" dt="2024-10-22T15:41:40.455" v="1351" actId="14100"/>
          <ac:spMkLst>
            <pc:docMk/>
            <pc:sldMk cId="0" sldId="280"/>
            <ac:spMk id="3" creationId="{00000000-0000-0000-0000-000000000000}"/>
          </ac:spMkLst>
        </pc:spChg>
        <pc:spChg chg="del">
          <ac:chgData name="7 Town" userId="f001bd45134943c1" providerId="LiveId" clId="{83CC9F8B-F704-4A6B-AF9F-D920A0D337A6}" dt="2024-10-22T15:41:00.964" v="1345" actId="478"/>
          <ac:spMkLst>
            <pc:docMk/>
            <pc:sldMk cId="0" sldId="280"/>
            <ac:spMk id="7" creationId="{00000000-0000-0000-0000-000000000000}"/>
          </ac:spMkLst>
        </pc:spChg>
        <pc:spChg chg="mod">
          <ac:chgData name="7 Town" userId="f001bd45134943c1" providerId="LiveId" clId="{83CC9F8B-F704-4A6B-AF9F-D920A0D337A6}" dt="2024-10-22T15:40:42.766" v="1308" actId="20577"/>
          <ac:spMkLst>
            <pc:docMk/>
            <pc:sldMk cId="0" sldId="280"/>
            <ac:spMk id="22" creationId="{00000000-0000-0000-0000-000000000000}"/>
          </ac:spMkLst>
        </pc:spChg>
        <pc:spChg chg="mod">
          <ac:chgData name="7 Town" userId="f001bd45134943c1" providerId="LiveId" clId="{83CC9F8B-F704-4A6B-AF9F-D920A0D337A6}" dt="2024-10-22T15:40:55.135" v="1342" actId="20577"/>
          <ac:spMkLst>
            <pc:docMk/>
            <pc:sldMk cId="0" sldId="280"/>
            <ac:spMk id="23" creationId="{00000000-0000-0000-0000-000000000000}"/>
          </ac:spMkLst>
        </pc:spChg>
        <pc:graphicFrameChg chg="del modGraphic">
          <ac:chgData name="7 Town" userId="f001bd45134943c1" providerId="LiveId" clId="{83CC9F8B-F704-4A6B-AF9F-D920A0D337A6}" dt="2024-10-22T15:40:59.314" v="1344" actId="478"/>
          <ac:graphicFrameMkLst>
            <pc:docMk/>
            <pc:sldMk cId="0" sldId="280"/>
            <ac:graphicFrameMk id="4" creationId="{00000000-0000-0000-0000-000000000000}"/>
          </ac:graphicFrameMkLst>
        </pc:graphicFrameChg>
        <pc:graphicFrameChg chg="del">
          <ac:chgData name="7 Town" userId="f001bd45134943c1" providerId="LiveId" clId="{83CC9F8B-F704-4A6B-AF9F-D920A0D337A6}" dt="2024-10-22T15:41:02.604" v="1346" actId="478"/>
          <ac:graphicFrameMkLst>
            <pc:docMk/>
            <pc:sldMk cId="0" sldId="280"/>
            <ac:graphicFrameMk id="8" creationId="{00000000-0000-0000-0000-000000000000}"/>
          </ac:graphicFrameMkLst>
        </pc:graphicFrameChg>
        <pc:picChg chg="add mod">
          <ac:chgData name="7 Town" userId="f001bd45134943c1" providerId="LiveId" clId="{83CC9F8B-F704-4A6B-AF9F-D920A0D337A6}" dt="2024-10-22T15:41:29.233" v="1349" actId="1076"/>
          <ac:picMkLst>
            <pc:docMk/>
            <pc:sldMk cId="0" sldId="280"/>
            <ac:picMk id="16" creationId="{C776B121-79B4-D824-F702-4EF90F9409D3}"/>
          </ac:picMkLst>
        </pc:picChg>
        <pc:cxnChg chg="mod">
          <ac:chgData name="7 Town" userId="f001bd45134943c1" providerId="LiveId" clId="{83CC9F8B-F704-4A6B-AF9F-D920A0D337A6}" dt="2024-10-22T15:40:55.135" v="1342" actId="20577"/>
          <ac:cxnSpMkLst>
            <pc:docMk/>
            <pc:sldMk cId="0" sldId="280"/>
            <ac:cxnSpMk id="17" creationId="{00000000-0000-0000-0000-000000000000}"/>
          </ac:cxnSpMkLst>
        </pc:cxnChg>
      </pc:sldChg>
      <pc:sldChg chg="del">
        <pc:chgData name="7 Town" userId="f001bd45134943c1" providerId="LiveId" clId="{83CC9F8B-F704-4A6B-AF9F-D920A0D337A6}" dt="2024-10-22T11:00:37.113" v="0" actId="47"/>
        <pc:sldMkLst>
          <pc:docMk/>
          <pc:sldMk cId="983191376" sldId="286"/>
        </pc:sldMkLst>
      </pc:sldChg>
      <pc:sldChg chg="addSp delSp modSp mod">
        <pc:chgData name="7 Town" userId="f001bd45134943c1" providerId="LiveId" clId="{83CC9F8B-F704-4A6B-AF9F-D920A0D337A6}" dt="2024-10-22T11:28:21.177" v="457" actId="1076"/>
        <pc:sldMkLst>
          <pc:docMk/>
          <pc:sldMk cId="318846087" sldId="288"/>
        </pc:sldMkLst>
        <pc:spChg chg="mod">
          <ac:chgData name="7 Town" userId="f001bd45134943c1" providerId="LiveId" clId="{83CC9F8B-F704-4A6B-AF9F-D920A0D337A6}" dt="2024-10-22T11:06:25.836" v="238" actId="1035"/>
          <ac:spMkLst>
            <pc:docMk/>
            <pc:sldMk cId="318846087" sldId="288"/>
            <ac:spMk id="3" creationId="{FA94A6D6-8604-A48F-3977-871E4B7AAC5E}"/>
          </ac:spMkLst>
        </pc:spChg>
        <pc:spChg chg="add mod">
          <ac:chgData name="7 Town" userId="f001bd45134943c1" providerId="LiveId" clId="{83CC9F8B-F704-4A6B-AF9F-D920A0D337A6}" dt="2024-10-22T11:06:25.836" v="238" actId="1035"/>
          <ac:spMkLst>
            <pc:docMk/>
            <pc:sldMk cId="318846087" sldId="288"/>
            <ac:spMk id="4" creationId="{A5F5BF91-846E-63DB-8FE2-16AA5D255B67}"/>
          </ac:spMkLst>
        </pc:spChg>
        <pc:spChg chg="mod">
          <ac:chgData name="7 Town" userId="f001bd45134943c1" providerId="LiveId" clId="{83CC9F8B-F704-4A6B-AF9F-D920A0D337A6}" dt="2024-10-22T11:06:25.836" v="238" actId="1035"/>
          <ac:spMkLst>
            <pc:docMk/>
            <pc:sldMk cId="318846087" sldId="288"/>
            <ac:spMk id="5" creationId="{445B7AAD-B4DE-D8F4-C871-CC64604609F6}"/>
          </ac:spMkLst>
        </pc:spChg>
        <pc:spChg chg="del">
          <ac:chgData name="7 Town" userId="f001bd45134943c1" providerId="LiveId" clId="{83CC9F8B-F704-4A6B-AF9F-D920A0D337A6}" dt="2024-10-22T11:01:00.122" v="23" actId="478"/>
          <ac:spMkLst>
            <pc:docMk/>
            <pc:sldMk cId="318846087" sldId="288"/>
            <ac:spMk id="6" creationId="{E83F8611-83BC-1242-22BC-AC32326C172E}"/>
          </ac:spMkLst>
        </pc:spChg>
        <pc:spChg chg="mod">
          <ac:chgData name="7 Town" userId="f001bd45134943c1" providerId="LiveId" clId="{83CC9F8B-F704-4A6B-AF9F-D920A0D337A6}" dt="2024-10-22T11:06:25.836" v="238" actId="1035"/>
          <ac:spMkLst>
            <pc:docMk/>
            <pc:sldMk cId="318846087" sldId="288"/>
            <ac:spMk id="7" creationId="{00C8981A-9B14-5DE4-5EB0-A9E513970D37}"/>
          </ac:spMkLst>
        </pc:spChg>
        <pc:spChg chg="mod">
          <ac:chgData name="7 Town" userId="f001bd45134943c1" providerId="LiveId" clId="{83CC9F8B-F704-4A6B-AF9F-D920A0D337A6}" dt="2024-10-22T11:06:25.836" v="238" actId="1035"/>
          <ac:spMkLst>
            <pc:docMk/>
            <pc:sldMk cId="318846087" sldId="288"/>
            <ac:spMk id="8" creationId="{8BE70CF9-7D18-09E2-C08A-D1E9304D3C1F}"/>
          </ac:spMkLst>
        </pc:spChg>
        <pc:spChg chg="mod">
          <ac:chgData name="7 Town" userId="f001bd45134943c1" providerId="LiveId" clId="{83CC9F8B-F704-4A6B-AF9F-D920A0D337A6}" dt="2024-10-22T11:06:25.836" v="238" actId="1035"/>
          <ac:spMkLst>
            <pc:docMk/>
            <pc:sldMk cId="318846087" sldId="288"/>
            <ac:spMk id="9" creationId="{445D6A7C-71A6-4C2B-3F63-D31D29ED19F6}"/>
          </ac:spMkLst>
        </pc:spChg>
        <pc:spChg chg="mod">
          <ac:chgData name="7 Town" userId="f001bd45134943c1" providerId="LiveId" clId="{83CC9F8B-F704-4A6B-AF9F-D920A0D337A6}" dt="2024-10-22T11:06:25.836" v="238" actId="1035"/>
          <ac:spMkLst>
            <pc:docMk/>
            <pc:sldMk cId="318846087" sldId="288"/>
            <ac:spMk id="10" creationId="{B4994C29-7064-4E59-E00B-275FC1B07358}"/>
          </ac:spMkLst>
        </pc:spChg>
        <pc:spChg chg="mod">
          <ac:chgData name="7 Town" userId="f001bd45134943c1" providerId="LiveId" clId="{83CC9F8B-F704-4A6B-AF9F-D920A0D337A6}" dt="2024-10-22T11:06:25.836" v="238" actId="1035"/>
          <ac:spMkLst>
            <pc:docMk/>
            <pc:sldMk cId="318846087" sldId="288"/>
            <ac:spMk id="11" creationId="{99192795-6E92-2F2D-837D-7D72BC7BFCE5}"/>
          </ac:spMkLst>
        </pc:spChg>
        <pc:spChg chg="mod">
          <ac:chgData name="7 Town" userId="f001bd45134943c1" providerId="LiveId" clId="{83CC9F8B-F704-4A6B-AF9F-D920A0D337A6}" dt="2024-10-22T11:06:25.836" v="238" actId="1035"/>
          <ac:spMkLst>
            <pc:docMk/>
            <pc:sldMk cId="318846087" sldId="288"/>
            <ac:spMk id="12" creationId="{70C317EC-01BD-97B3-0A24-91E51D4FA1EF}"/>
          </ac:spMkLst>
        </pc:spChg>
        <pc:spChg chg="mod">
          <ac:chgData name="7 Town" userId="f001bd45134943c1" providerId="LiveId" clId="{83CC9F8B-F704-4A6B-AF9F-D920A0D337A6}" dt="2024-10-22T11:06:25.836" v="238" actId="1035"/>
          <ac:spMkLst>
            <pc:docMk/>
            <pc:sldMk cId="318846087" sldId="288"/>
            <ac:spMk id="13" creationId="{37F0943A-C2DC-3885-8AD0-B7ABDBC9067A}"/>
          </ac:spMkLst>
        </pc:spChg>
        <pc:spChg chg="mod">
          <ac:chgData name="7 Town" userId="f001bd45134943c1" providerId="LiveId" clId="{83CC9F8B-F704-4A6B-AF9F-D920A0D337A6}" dt="2024-10-22T11:06:37.973" v="263" actId="1036"/>
          <ac:spMkLst>
            <pc:docMk/>
            <pc:sldMk cId="318846087" sldId="288"/>
            <ac:spMk id="14" creationId="{38109467-A184-197C-632A-2FFD8BC8745C}"/>
          </ac:spMkLst>
        </pc:spChg>
        <pc:spChg chg="mod">
          <ac:chgData name="7 Town" userId="f001bd45134943c1" providerId="LiveId" clId="{83CC9F8B-F704-4A6B-AF9F-D920A0D337A6}" dt="2024-10-22T11:06:37.973" v="263" actId="1036"/>
          <ac:spMkLst>
            <pc:docMk/>
            <pc:sldMk cId="318846087" sldId="288"/>
            <ac:spMk id="15" creationId="{622861FE-43E3-BE6F-AAD6-3BAE04B87FF5}"/>
          </ac:spMkLst>
        </pc:spChg>
        <pc:spChg chg="add">
          <ac:chgData name="7 Town" userId="f001bd45134943c1" providerId="LiveId" clId="{83CC9F8B-F704-4A6B-AF9F-D920A0D337A6}" dt="2024-10-22T11:15:53.398" v="357"/>
          <ac:spMkLst>
            <pc:docMk/>
            <pc:sldMk cId="318846087" sldId="288"/>
            <ac:spMk id="16" creationId="{5DFCF150-CD55-E022-D264-FAA0C92A81A1}"/>
          </ac:spMkLst>
        </pc:spChg>
        <pc:spChg chg="add del mod">
          <ac:chgData name="7 Town" userId="f001bd45134943c1" providerId="LiveId" clId="{83CC9F8B-F704-4A6B-AF9F-D920A0D337A6}" dt="2024-10-22T11:16:02.429" v="359" actId="478"/>
          <ac:spMkLst>
            <pc:docMk/>
            <pc:sldMk cId="318846087" sldId="288"/>
            <ac:spMk id="18" creationId="{E4D8356D-3372-5DD3-ABD7-C3E3D029C5F4}"/>
          </ac:spMkLst>
        </pc:spChg>
        <pc:spChg chg="add del mod">
          <ac:chgData name="7 Town" userId="f001bd45134943c1" providerId="LiveId" clId="{83CC9F8B-F704-4A6B-AF9F-D920A0D337A6}" dt="2024-10-22T11:19:08.378" v="377" actId="478"/>
          <ac:spMkLst>
            <pc:docMk/>
            <pc:sldMk cId="318846087" sldId="288"/>
            <ac:spMk id="21" creationId="{64C52A5A-B3DC-7E91-2855-E2CEE1F85F90}"/>
          </ac:spMkLst>
        </pc:spChg>
        <pc:spChg chg="add">
          <ac:chgData name="7 Town" userId="f001bd45134943c1" providerId="LiveId" clId="{83CC9F8B-F704-4A6B-AF9F-D920A0D337A6}" dt="2024-10-22T11:18:37.154" v="374"/>
          <ac:spMkLst>
            <pc:docMk/>
            <pc:sldMk cId="318846087" sldId="288"/>
            <ac:spMk id="24" creationId="{46FAC706-06B9-52F5-82F1-2440F2B5C31D}"/>
          </ac:spMkLst>
        </pc:spChg>
        <pc:spChg chg="add">
          <ac:chgData name="7 Town" userId="f001bd45134943c1" providerId="LiveId" clId="{83CC9F8B-F704-4A6B-AF9F-D920A0D337A6}" dt="2024-10-22T11:18:54.451" v="376"/>
          <ac:spMkLst>
            <pc:docMk/>
            <pc:sldMk cId="318846087" sldId="288"/>
            <ac:spMk id="25" creationId="{242723EB-5949-88E3-244A-4B37BD363F74}"/>
          </ac:spMkLst>
        </pc:spChg>
        <pc:spChg chg="add del mod">
          <ac:chgData name="7 Town" userId="f001bd45134943c1" providerId="LiveId" clId="{83CC9F8B-F704-4A6B-AF9F-D920A0D337A6}" dt="2024-10-22T11:19:38.689" v="384" actId="478"/>
          <ac:spMkLst>
            <pc:docMk/>
            <pc:sldMk cId="318846087" sldId="288"/>
            <ac:spMk id="26" creationId="{5173AA55-7842-2517-AB0B-273E8FA19BD5}"/>
          </ac:spMkLst>
        </pc:spChg>
        <pc:spChg chg="mod">
          <ac:chgData name="7 Town" userId="f001bd45134943c1" providerId="LiveId" clId="{83CC9F8B-F704-4A6B-AF9F-D920A0D337A6}" dt="2024-10-22T11:21:40.198" v="397" actId="14100"/>
          <ac:spMkLst>
            <pc:docMk/>
            <pc:sldMk cId="318846087" sldId="288"/>
            <ac:spMk id="27" creationId="{614E7608-87A0-C975-7B19-02A8E1D5D793}"/>
          </ac:spMkLst>
        </pc:spChg>
        <pc:spChg chg="mod">
          <ac:chgData name="7 Town" userId="f001bd45134943c1" providerId="LiveId" clId="{83CC9F8B-F704-4A6B-AF9F-D920A0D337A6}" dt="2024-10-22T11:21:40.198" v="397" actId="14100"/>
          <ac:spMkLst>
            <pc:docMk/>
            <pc:sldMk cId="318846087" sldId="288"/>
            <ac:spMk id="28" creationId="{59FF19D7-838A-5346-21B9-217F349F5DB0}"/>
          </ac:spMkLst>
        </pc:spChg>
        <pc:spChg chg="mod">
          <ac:chgData name="7 Town" userId="f001bd45134943c1" providerId="LiveId" clId="{83CC9F8B-F704-4A6B-AF9F-D920A0D337A6}" dt="2024-10-22T11:07:41.352" v="309" actId="1035"/>
          <ac:spMkLst>
            <pc:docMk/>
            <pc:sldMk cId="318846087" sldId="288"/>
            <ac:spMk id="29" creationId="{101FEE64-7495-7D01-8C01-0AE6676EEBF4}"/>
          </ac:spMkLst>
        </pc:spChg>
        <pc:spChg chg="mod">
          <ac:chgData name="7 Town" userId="f001bd45134943c1" providerId="LiveId" clId="{83CC9F8B-F704-4A6B-AF9F-D920A0D337A6}" dt="2024-10-22T11:19:53.442" v="391" actId="20577"/>
          <ac:spMkLst>
            <pc:docMk/>
            <pc:sldMk cId="318846087" sldId="288"/>
            <ac:spMk id="30" creationId="{EBE1495D-4759-A823-2C52-3B5A9EFE3FA8}"/>
          </ac:spMkLst>
        </pc:spChg>
        <pc:spChg chg="mod">
          <ac:chgData name="7 Town" userId="f001bd45134943c1" providerId="LiveId" clId="{83CC9F8B-F704-4A6B-AF9F-D920A0D337A6}" dt="2024-10-22T11:28:14.826" v="456" actId="14100"/>
          <ac:spMkLst>
            <pc:docMk/>
            <pc:sldMk cId="318846087" sldId="288"/>
            <ac:spMk id="31" creationId="{FF11F988-6358-15E7-C494-F92DF8D0ED9E}"/>
          </ac:spMkLst>
        </pc:spChg>
        <pc:spChg chg="mod">
          <ac:chgData name="7 Town" userId="f001bd45134943c1" providerId="LiveId" clId="{83CC9F8B-F704-4A6B-AF9F-D920A0D337A6}" dt="2024-10-22T11:28:14.826" v="456" actId="14100"/>
          <ac:spMkLst>
            <pc:docMk/>
            <pc:sldMk cId="318846087" sldId="288"/>
            <ac:spMk id="32" creationId="{AC37BACA-216F-1F50-8702-26C8E3A2806A}"/>
          </ac:spMkLst>
        </pc:spChg>
        <pc:spChg chg="del mod">
          <ac:chgData name="7 Town" userId="f001bd45134943c1" providerId="LiveId" clId="{83CC9F8B-F704-4A6B-AF9F-D920A0D337A6}" dt="2024-10-22T11:23:14.127" v="411" actId="478"/>
          <ac:spMkLst>
            <pc:docMk/>
            <pc:sldMk cId="318846087" sldId="288"/>
            <ac:spMk id="33" creationId="{AE87CD96-4DA2-8B64-7347-DE7CA545A603}"/>
          </ac:spMkLst>
        </pc:spChg>
        <pc:spChg chg="mod">
          <ac:chgData name="7 Town" userId="f001bd45134943c1" providerId="LiveId" clId="{83CC9F8B-F704-4A6B-AF9F-D920A0D337A6}" dt="2024-10-22T11:07:41.352" v="309" actId="1035"/>
          <ac:spMkLst>
            <pc:docMk/>
            <pc:sldMk cId="318846087" sldId="288"/>
            <ac:spMk id="34" creationId="{70C45A25-6257-C4C4-36B7-44C0683589F4}"/>
          </ac:spMkLst>
        </pc:spChg>
        <pc:spChg chg="add del mod">
          <ac:chgData name="7 Town" userId="f001bd45134943c1" providerId="LiveId" clId="{83CC9F8B-F704-4A6B-AF9F-D920A0D337A6}" dt="2024-10-22T11:19:33.774" v="383" actId="1076"/>
          <ac:spMkLst>
            <pc:docMk/>
            <pc:sldMk cId="318846087" sldId="288"/>
            <ac:spMk id="35" creationId="{3B87B5AF-6609-159A-FC46-9546E4D4FC5E}"/>
          </ac:spMkLst>
        </pc:spChg>
        <pc:spChg chg="add">
          <ac:chgData name="7 Town" userId="f001bd45134943c1" providerId="LiveId" clId="{83CC9F8B-F704-4A6B-AF9F-D920A0D337A6}" dt="2024-10-22T11:19:49.672" v="389"/>
          <ac:spMkLst>
            <pc:docMk/>
            <pc:sldMk cId="318846087" sldId="288"/>
            <ac:spMk id="36" creationId="{1146E064-7D46-B222-F9D6-748E6DEF8949}"/>
          </ac:spMkLst>
        </pc:spChg>
        <pc:spChg chg="add mod">
          <ac:chgData name="7 Town" userId="f001bd45134943c1" providerId="LiveId" clId="{83CC9F8B-F704-4A6B-AF9F-D920A0D337A6}" dt="2024-10-22T11:28:21.177" v="457" actId="1076"/>
          <ac:spMkLst>
            <pc:docMk/>
            <pc:sldMk cId="318846087" sldId="288"/>
            <ac:spMk id="41" creationId="{C3A5E0ED-DD8C-03F5-881A-266B0B4B867D}"/>
          </ac:spMkLst>
        </pc:spChg>
        <pc:picChg chg="add mod">
          <ac:chgData name="7 Town" userId="f001bd45134943c1" providerId="LiveId" clId="{83CC9F8B-F704-4A6B-AF9F-D920A0D337A6}" dt="2024-10-22T11:18:08.618" v="372" actId="1076"/>
          <ac:picMkLst>
            <pc:docMk/>
            <pc:sldMk cId="318846087" sldId="288"/>
            <ac:picMk id="20" creationId="{80AD074C-5728-3181-046F-A9BFEF8AC877}"/>
          </ac:picMkLst>
        </pc:picChg>
        <pc:picChg chg="add mod">
          <ac:chgData name="7 Town" userId="f001bd45134943c1" providerId="LiveId" clId="{83CC9F8B-F704-4A6B-AF9F-D920A0D337A6}" dt="2024-10-22T11:20:25.547" v="394" actId="1076"/>
          <ac:picMkLst>
            <pc:docMk/>
            <pc:sldMk cId="318846087" sldId="288"/>
            <ac:picMk id="38" creationId="{EBD54673-69DB-9E9A-A576-04770A4F3140}"/>
          </ac:picMkLst>
        </pc:picChg>
        <pc:picChg chg="add mod">
          <ac:chgData name="7 Town" userId="f001bd45134943c1" providerId="LiveId" clId="{83CC9F8B-F704-4A6B-AF9F-D920A0D337A6}" dt="2024-10-22T11:21:56.068" v="404" actId="1076"/>
          <ac:picMkLst>
            <pc:docMk/>
            <pc:sldMk cId="318846087" sldId="288"/>
            <ac:picMk id="40" creationId="{06916173-B847-46BE-0F77-3522BB6C9A67}"/>
          </ac:picMkLst>
        </pc:picChg>
        <pc:picChg chg="add del mod">
          <ac:chgData name="7 Town" userId="f001bd45134943c1" providerId="LiveId" clId="{83CC9F8B-F704-4A6B-AF9F-D920A0D337A6}" dt="2024-10-22T11:11:42.691" v="332" actId="478"/>
          <ac:picMkLst>
            <pc:docMk/>
            <pc:sldMk cId="318846087" sldId="288"/>
            <ac:picMk id="1025" creationId="{C1668411-AFC9-C627-B3F0-40C0C40EB701}"/>
          </ac:picMkLst>
        </pc:picChg>
        <pc:picChg chg="add">
          <ac:chgData name="7 Town" userId="f001bd45134943c1" providerId="LiveId" clId="{83CC9F8B-F704-4A6B-AF9F-D920A0D337A6}" dt="2024-10-22T11:18:37.154" v="374"/>
          <ac:picMkLst>
            <pc:docMk/>
            <pc:sldMk cId="318846087" sldId="288"/>
            <ac:picMk id="1031" creationId="{2AB380E0-8455-0183-EA00-94090611B523}"/>
          </ac:picMkLst>
        </pc:picChg>
        <pc:picChg chg="add">
          <ac:chgData name="7 Town" userId="f001bd45134943c1" providerId="LiveId" clId="{83CC9F8B-F704-4A6B-AF9F-D920A0D337A6}" dt="2024-10-22T11:18:37.154" v="374"/>
          <ac:picMkLst>
            <pc:docMk/>
            <pc:sldMk cId="318846087" sldId="288"/>
            <ac:picMk id="1032" creationId="{70C2C893-DFC2-73BA-D009-30626626A289}"/>
          </ac:picMkLst>
        </pc:picChg>
        <pc:picChg chg="add">
          <ac:chgData name="7 Town" userId="f001bd45134943c1" providerId="LiveId" clId="{83CC9F8B-F704-4A6B-AF9F-D920A0D337A6}" dt="2024-10-22T11:18:54.451" v="376"/>
          <ac:picMkLst>
            <pc:docMk/>
            <pc:sldMk cId="318846087" sldId="288"/>
            <ac:picMk id="1034" creationId="{479AAB55-5070-6B39-2D70-E77EA1B59BDE}"/>
          </ac:picMkLst>
        </pc:picChg>
        <pc:picChg chg="add">
          <ac:chgData name="7 Town" userId="f001bd45134943c1" providerId="LiveId" clId="{83CC9F8B-F704-4A6B-AF9F-D920A0D337A6}" dt="2024-10-22T11:18:54.451" v="376"/>
          <ac:picMkLst>
            <pc:docMk/>
            <pc:sldMk cId="318846087" sldId="288"/>
            <ac:picMk id="1035" creationId="{5AE70016-844A-37E2-14F9-2A5CC09F84CC}"/>
          </ac:picMkLst>
        </pc:picChg>
        <pc:picChg chg="add del mod">
          <ac:chgData name="7 Town" userId="f001bd45134943c1" providerId="LiveId" clId="{83CC9F8B-F704-4A6B-AF9F-D920A0D337A6}" dt="2024-10-22T11:19:33.774" v="383" actId="1076"/>
          <ac:picMkLst>
            <pc:docMk/>
            <pc:sldMk cId="318846087" sldId="288"/>
            <ac:picMk id="1037" creationId="{F60E761E-B436-56F7-10AA-2DFCDB15C960}"/>
          </ac:picMkLst>
        </pc:picChg>
        <pc:picChg chg="add del mod">
          <ac:chgData name="7 Town" userId="f001bd45134943c1" providerId="LiveId" clId="{83CC9F8B-F704-4A6B-AF9F-D920A0D337A6}" dt="2024-10-22T11:19:33.774" v="383" actId="1076"/>
          <ac:picMkLst>
            <pc:docMk/>
            <pc:sldMk cId="318846087" sldId="288"/>
            <ac:picMk id="1038" creationId="{66DAA66B-9A96-F969-6F22-A31F88F9B22B}"/>
          </ac:picMkLst>
        </pc:picChg>
        <pc:picChg chg="add">
          <ac:chgData name="7 Town" userId="f001bd45134943c1" providerId="LiveId" clId="{83CC9F8B-F704-4A6B-AF9F-D920A0D337A6}" dt="2024-10-22T11:19:49.672" v="389"/>
          <ac:picMkLst>
            <pc:docMk/>
            <pc:sldMk cId="318846087" sldId="288"/>
            <ac:picMk id="1040" creationId="{BD2CA762-16AB-4B95-FDF1-4D392BC67742}"/>
          </ac:picMkLst>
        </pc:picChg>
        <pc:picChg chg="add">
          <ac:chgData name="7 Town" userId="f001bd45134943c1" providerId="LiveId" clId="{83CC9F8B-F704-4A6B-AF9F-D920A0D337A6}" dt="2024-10-22T11:19:49.672" v="389"/>
          <ac:picMkLst>
            <pc:docMk/>
            <pc:sldMk cId="318846087" sldId="288"/>
            <ac:picMk id="1041" creationId="{C181AAD1-50A4-41D0-F9CA-BD5661B19378}"/>
          </ac:picMkLst>
        </pc:picChg>
      </pc:sldChg>
      <pc:sldChg chg="addSp delSp modSp add mod">
        <pc:chgData name="7 Town" userId="f001bd45134943c1" providerId="LiveId" clId="{83CC9F8B-F704-4A6B-AF9F-D920A0D337A6}" dt="2024-10-22T16:08:10.947" v="1883" actId="20577"/>
        <pc:sldMkLst>
          <pc:docMk/>
          <pc:sldMk cId="931995051" sldId="289"/>
        </pc:sldMkLst>
        <pc:spChg chg="del">
          <ac:chgData name="7 Town" userId="f001bd45134943c1" providerId="LiveId" clId="{83CC9F8B-F704-4A6B-AF9F-D920A0D337A6}" dt="2024-10-22T14:52:38.212" v="795" actId="478"/>
          <ac:spMkLst>
            <pc:docMk/>
            <pc:sldMk cId="931995051" sldId="289"/>
            <ac:spMk id="3" creationId="{CE06B70B-18F6-B8B3-D13E-626405E478F7}"/>
          </ac:spMkLst>
        </pc:spChg>
        <pc:spChg chg="del">
          <ac:chgData name="7 Town" userId="f001bd45134943c1" providerId="LiveId" clId="{83CC9F8B-F704-4A6B-AF9F-D920A0D337A6}" dt="2024-10-22T14:52:38.212" v="795" actId="478"/>
          <ac:spMkLst>
            <pc:docMk/>
            <pc:sldMk cId="931995051" sldId="289"/>
            <ac:spMk id="4" creationId="{AF68772B-FA56-6D33-0717-D3DE7F912787}"/>
          </ac:spMkLst>
        </pc:spChg>
        <pc:spChg chg="del">
          <ac:chgData name="7 Town" userId="f001bd45134943c1" providerId="LiveId" clId="{83CC9F8B-F704-4A6B-AF9F-D920A0D337A6}" dt="2024-10-22T14:52:38.212" v="795" actId="478"/>
          <ac:spMkLst>
            <pc:docMk/>
            <pc:sldMk cId="931995051" sldId="289"/>
            <ac:spMk id="5" creationId="{9072FC5C-EE04-2646-0C06-DE928923F0C4}"/>
          </ac:spMkLst>
        </pc:spChg>
        <pc:spChg chg="del">
          <ac:chgData name="7 Town" userId="f001bd45134943c1" providerId="LiveId" clId="{83CC9F8B-F704-4A6B-AF9F-D920A0D337A6}" dt="2024-10-22T14:52:38.212" v="795" actId="478"/>
          <ac:spMkLst>
            <pc:docMk/>
            <pc:sldMk cId="931995051" sldId="289"/>
            <ac:spMk id="6" creationId="{A80E6436-28E0-A993-C143-99DEA177F337}"/>
          </ac:spMkLst>
        </pc:spChg>
        <pc:spChg chg="del">
          <ac:chgData name="7 Town" userId="f001bd45134943c1" providerId="LiveId" clId="{83CC9F8B-F704-4A6B-AF9F-D920A0D337A6}" dt="2024-10-22T14:52:38.212" v="795" actId="478"/>
          <ac:spMkLst>
            <pc:docMk/>
            <pc:sldMk cId="931995051" sldId="289"/>
            <ac:spMk id="7" creationId="{E56ADBE0-1B06-F4E4-9F81-8201B801B69E}"/>
          </ac:spMkLst>
        </pc:spChg>
        <pc:spChg chg="del">
          <ac:chgData name="7 Town" userId="f001bd45134943c1" providerId="LiveId" clId="{83CC9F8B-F704-4A6B-AF9F-D920A0D337A6}" dt="2024-10-22T14:52:38.212" v="795" actId="478"/>
          <ac:spMkLst>
            <pc:docMk/>
            <pc:sldMk cId="931995051" sldId="289"/>
            <ac:spMk id="8" creationId="{626995A2-ADA8-370E-C762-EDE7E96C6CC1}"/>
          </ac:spMkLst>
        </pc:spChg>
        <pc:spChg chg="del">
          <ac:chgData name="7 Town" userId="f001bd45134943c1" providerId="LiveId" clId="{83CC9F8B-F704-4A6B-AF9F-D920A0D337A6}" dt="2024-10-22T14:52:38.212" v="795" actId="478"/>
          <ac:spMkLst>
            <pc:docMk/>
            <pc:sldMk cId="931995051" sldId="289"/>
            <ac:spMk id="9" creationId="{006951A2-3230-8971-03A8-C254FE578AF4}"/>
          </ac:spMkLst>
        </pc:spChg>
        <pc:spChg chg="del">
          <ac:chgData name="7 Town" userId="f001bd45134943c1" providerId="LiveId" clId="{83CC9F8B-F704-4A6B-AF9F-D920A0D337A6}" dt="2024-10-22T14:52:38.212" v="795" actId="478"/>
          <ac:spMkLst>
            <pc:docMk/>
            <pc:sldMk cId="931995051" sldId="289"/>
            <ac:spMk id="10" creationId="{9CE173CA-A1EC-CF91-622A-59EAD9ACDF4A}"/>
          </ac:spMkLst>
        </pc:spChg>
        <pc:spChg chg="del">
          <ac:chgData name="7 Town" userId="f001bd45134943c1" providerId="LiveId" clId="{83CC9F8B-F704-4A6B-AF9F-D920A0D337A6}" dt="2024-10-22T14:52:40.066" v="796" actId="478"/>
          <ac:spMkLst>
            <pc:docMk/>
            <pc:sldMk cId="931995051" sldId="289"/>
            <ac:spMk id="11" creationId="{5E83BDF3-0AE0-154A-49BD-90521A58118D}"/>
          </ac:spMkLst>
        </pc:spChg>
        <pc:spChg chg="add mod">
          <ac:chgData name="7 Town" userId="f001bd45134943c1" providerId="LiveId" clId="{83CC9F8B-F704-4A6B-AF9F-D920A0D337A6}" dt="2024-10-22T16:08:10.947" v="1883" actId="20577"/>
          <ac:spMkLst>
            <pc:docMk/>
            <pc:sldMk cId="931995051" sldId="289"/>
            <ac:spMk id="13" creationId="{6DD44D6A-C93F-0CB5-FE14-905F659FE62B}"/>
          </ac:spMkLst>
        </pc:spChg>
        <pc:spChg chg="add mod">
          <ac:chgData name="7 Town" userId="f001bd45134943c1" providerId="LiveId" clId="{83CC9F8B-F704-4A6B-AF9F-D920A0D337A6}" dt="2024-10-22T15:13:15.331" v="1029" actId="1035"/>
          <ac:spMkLst>
            <pc:docMk/>
            <pc:sldMk cId="931995051" sldId="289"/>
            <ac:spMk id="14" creationId="{1D8B97BA-E908-8CDF-C0EF-42D6CE994263}"/>
          </ac:spMkLst>
        </pc:spChg>
        <pc:spChg chg="del">
          <ac:chgData name="7 Town" userId="f001bd45134943c1" providerId="LiveId" clId="{83CC9F8B-F704-4A6B-AF9F-D920A0D337A6}" dt="2024-10-22T14:52:38.212" v="795" actId="478"/>
          <ac:spMkLst>
            <pc:docMk/>
            <pc:sldMk cId="931995051" sldId="289"/>
            <ac:spMk id="75" creationId="{3F54F971-70AF-184D-84F0-1701EDD36EA3}"/>
          </ac:spMkLst>
        </pc:spChg>
        <pc:picChg chg="add mod">
          <ac:chgData name="7 Town" userId="f001bd45134943c1" providerId="LiveId" clId="{83CC9F8B-F704-4A6B-AF9F-D920A0D337A6}" dt="2024-10-22T15:13:15.331" v="1029" actId="1035"/>
          <ac:picMkLst>
            <pc:docMk/>
            <pc:sldMk cId="931995051" sldId="289"/>
            <ac:picMk id="12" creationId="{65B30587-E733-53A1-A13F-7D7049DE9A6C}"/>
          </ac:picMkLst>
        </pc:picChg>
      </pc:sldChg>
      <pc:sldChg chg="addSp delSp modSp add mod">
        <pc:chgData name="7 Town" userId="f001bd45134943c1" providerId="LiveId" clId="{83CC9F8B-F704-4A6B-AF9F-D920A0D337A6}" dt="2024-10-22T15:39:29.232" v="1305" actId="20577"/>
        <pc:sldMkLst>
          <pc:docMk/>
          <pc:sldMk cId="1466323703" sldId="290"/>
        </pc:sldMkLst>
        <pc:spChg chg="add del mod">
          <ac:chgData name="7 Town" userId="f001bd45134943c1" providerId="LiveId" clId="{83CC9F8B-F704-4A6B-AF9F-D920A0D337A6}" dt="2024-10-22T15:35:12.807" v="1213" actId="478"/>
          <ac:spMkLst>
            <pc:docMk/>
            <pc:sldMk cId="1466323703" sldId="290"/>
            <ac:spMk id="2" creationId="{FE85DC4E-A27E-36DC-8358-A80CF3E53A50}"/>
          </ac:spMkLst>
        </pc:spChg>
        <pc:spChg chg="add del mod">
          <ac:chgData name="7 Town" userId="f001bd45134943c1" providerId="LiveId" clId="{83CC9F8B-F704-4A6B-AF9F-D920A0D337A6}" dt="2024-10-22T15:35:14.173" v="1214" actId="478"/>
          <ac:spMkLst>
            <pc:docMk/>
            <pc:sldMk cId="1466323703" sldId="290"/>
            <ac:spMk id="3" creationId="{E55ECFCF-4B1C-AC62-EE04-6DAD4DF1FD30}"/>
          </ac:spMkLst>
        </pc:spChg>
        <pc:spChg chg="add mod">
          <ac:chgData name="7 Town" userId="f001bd45134943c1" providerId="LiveId" clId="{83CC9F8B-F704-4A6B-AF9F-D920A0D337A6}" dt="2024-10-22T15:38:19.357" v="1269" actId="1035"/>
          <ac:spMkLst>
            <pc:docMk/>
            <pc:sldMk cId="1466323703" sldId="290"/>
            <ac:spMk id="4" creationId="{BB7C5811-3E63-C9B2-A4F2-EF9AFCB9FFC8}"/>
          </ac:spMkLst>
        </pc:spChg>
        <pc:spChg chg="add mod">
          <ac:chgData name="7 Town" userId="f001bd45134943c1" providerId="LiveId" clId="{83CC9F8B-F704-4A6B-AF9F-D920A0D337A6}" dt="2024-10-22T15:36:46.328" v="1239" actId="1076"/>
          <ac:spMkLst>
            <pc:docMk/>
            <pc:sldMk cId="1466323703" sldId="290"/>
            <ac:spMk id="5" creationId="{CC1229C5-EB4F-F095-38D2-E4CA77DC10B1}"/>
          </ac:spMkLst>
        </pc:spChg>
        <pc:spChg chg="add mod">
          <ac:chgData name="7 Town" userId="f001bd45134943c1" providerId="LiveId" clId="{83CC9F8B-F704-4A6B-AF9F-D920A0D337A6}" dt="2024-10-22T15:36:46.328" v="1239" actId="1076"/>
          <ac:spMkLst>
            <pc:docMk/>
            <pc:sldMk cId="1466323703" sldId="290"/>
            <ac:spMk id="6" creationId="{CC5B8E47-D1A6-C221-F15C-069603A402EB}"/>
          </ac:spMkLst>
        </pc:spChg>
        <pc:spChg chg="add mod">
          <ac:chgData name="7 Town" userId="f001bd45134943c1" providerId="LiveId" clId="{83CC9F8B-F704-4A6B-AF9F-D920A0D337A6}" dt="2024-10-22T15:36:46.328" v="1239" actId="1076"/>
          <ac:spMkLst>
            <pc:docMk/>
            <pc:sldMk cId="1466323703" sldId="290"/>
            <ac:spMk id="7" creationId="{D053EE77-1B3C-044F-0116-A768D735CD4D}"/>
          </ac:spMkLst>
        </pc:spChg>
        <pc:spChg chg="add del mod">
          <ac:chgData name="7 Town" userId="f001bd45134943c1" providerId="LiveId" clId="{83CC9F8B-F704-4A6B-AF9F-D920A0D337A6}" dt="2024-10-22T15:34:07.573" v="1186" actId="478"/>
          <ac:spMkLst>
            <pc:docMk/>
            <pc:sldMk cId="1466323703" sldId="290"/>
            <ac:spMk id="8" creationId="{19EDE3C8-3304-74BD-3C02-7FF52919459F}"/>
          </ac:spMkLst>
        </pc:spChg>
        <pc:spChg chg="add del mod">
          <ac:chgData name="7 Town" userId="f001bd45134943c1" providerId="LiveId" clId="{83CC9F8B-F704-4A6B-AF9F-D920A0D337A6}" dt="2024-10-22T15:34:08.690" v="1187" actId="478"/>
          <ac:spMkLst>
            <pc:docMk/>
            <pc:sldMk cId="1466323703" sldId="290"/>
            <ac:spMk id="9" creationId="{2F914F9A-FD3A-07B5-D722-DC2C7388A868}"/>
          </ac:spMkLst>
        </pc:spChg>
        <pc:spChg chg="add del mod">
          <ac:chgData name="7 Town" userId="f001bd45134943c1" providerId="LiveId" clId="{83CC9F8B-F704-4A6B-AF9F-D920A0D337A6}" dt="2024-10-22T15:36:35.456" v="1238" actId="478"/>
          <ac:spMkLst>
            <pc:docMk/>
            <pc:sldMk cId="1466323703" sldId="290"/>
            <ac:spMk id="10" creationId="{366D1F9C-CC33-A38E-67FA-A4CD495BBBF8}"/>
          </ac:spMkLst>
        </pc:spChg>
        <pc:spChg chg="add del mod">
          <ac:chgData name="7 Town" userId="f001bd45134943c1" providerId="LiveId" clId="{83CC9F8B-F704-4A6B-AF9F-D920A0D337A6}" dt="2024-10-22T15:36:35.456" v="1238" actId="478"/>
          <ac:spMkLst>
            <pc:docMk/>
            <pc:sldMk cId="1466323703" sldId="290"/>
            <ac:spMk id="11" creationId="{B9E79AB8-FAE9-EB5D-5A00-A250258BB13E}"/>
          </ac:spMkLst>
        </pc:spChg>
        <pc:spChg chg="del">
          <ac:chgData name="7 Town" userId="f001bd45134943c1" providerId="LiveId" clId="{83CC9F8B-F704-4A6B-AF9F-D920A0D337A6}" dt="2024-10-22T15:30:16.416" v="1100" actId="478"/>
          <ac:spMkLst>
            <pc:docMk/>
            <pc:sldMk cId="1466323703" sldId="290"/>
            <ac:spMk id="13" creationId="{974636C3-A0F7-6E8D-EA46-C4C8838F4BD1}"/>
          </ac:spMkLst>
        </pc:spChg>
        <pc:spChg chg="del">
          <ac:chgData name="7 Town" userId="f001bd45134943c1" providerId="LiveId" clId="{83CC9F8B-F704-4A6B-AF9F-D920A0D337A6}" dt="2024-10-22T15:30:16.416" v="1100" actId="478"/>
          <ac:spMkLst>
            <pc:docMk/>
            <pc:sldMk cId="1466323703" sldId="290"/>
            <ac:spMk id="14" creationId="{35094E69-6D0E-A979-F282-34D7356266E1}"/>
          </ac:spMkLst>
        </pc:spChg>
        <pc:spChg chg="add mod">
          <ac:chgData name="7 Town" userId="f001bd45134943c1" providerId="LiveId" clId="{83CC9F8B-F704-4A6B-AF9F-D920A0D337A6}" dt="2024-10-22T15:38:19.357" v="1269" actId="1035"/>
          <ac:spMkLst>
            <pc:docMk/>
            <pc:sldMk cId="1466323703" sldId="290"/>
            <ac:spMk id="20" creationId="{95910A85-869B-5B11-B70F-6C283AF6F928}"/>
          </ac:spMkLst>
        </pc:spChg>
        <pc:spChg chg="add mod">
          <ac:chgData name="7 Town" userId="f001bd45134943c1" providerId="LiveId" clId="{83CC9F8B-F704-4A6B-AF9F-D920A0D337A6}" dt="2024-10-22T15:38:42.989" v="1295" actId="20577"/>
          <ac:spMkLst>
            <pc:docMk/>
            <pc:sldMk cId="1466323703" sldId="290"/>
            <ac:spMk id="21" creationId="{F94572C4-2EFF-32CA-07EA-B0B816652E00}"/>
          </ac:spMkLst>
        </pc:spChg>
        <pc:spChg chg="mod">
          <ac:chgData name="7 Town" userId="f001bd45134943c1" providerId="LiveId" clId="{83CC9F8B-F704-4A6B-AF9F-D920A0D337A6}" dt="2024-10-22T15:39:29.232" v="1305" actId="20577"/>
          <ac:spMkLst>
            <pc:docMk/>
            <pc:sldMk cId="1466323703" sldId="290"/>
            <ac:spMk id="23" creationId="{EC96BF32-3132-AB08-F592-5904D524EA37}"/>
          </ac:spMkLst>
        </pc:spChg>
        <pc:picChg chg="del">
          <ac:chgData name="7 Town" userId="f001bd45134943c1" providerId="LiveId" clId="{83CC9F8B-F704-4A6B-AF9F-D920A0D337A6}" dt="2024-10-22T15:30:08.370" v="1099" actId="478"/>
          <ac:picMkLst>
            <pc:docMk/>
            <pc:sldMk cId="1466323703" sldId="290"/>
            <ac:picMk id="12" creationId="{E08F6931-F537-AD19-7ED4-61223428342C}"/>
          </ac:picMkLst>
        </pc:picChg>
        <pc:cxnChg chg="add del mod">
          <ac:chgData name="7 Town" userId="f001bd45134943c1" providerId="LiveId" clId="{83CC9F8B-F704-4A6B-AF9F-D920A0D337A6}" dt="2024-10-22T15:34:09.728" v="1188" actId="478"/>
          <ac:cxnSpMkLst>
            <pc:docMk/>
            <pc:sldMk cId="1466323703" sldId="290"/>
            <ac:cxnSpMk id="15" creationId="{13C0C775-5040-C5DA-2015-45E4AC5842FF}"/>
          </ac:cxnSpMkLst>
        </pc:cxnChg>
        <pc:cxnChg chg="mod">
          <ac:chgData name="7 Town" userId="f001bd45134943c1" providerId="LiveId" clId="{83CC9F8B-F704-4A6B-AF9F-D920A0D337A6}" dt="2024-10-22T15:39:29.232" v="1305" actId="20577"/>
          <ac:cxnSpMkLst>
            <pc:docMk/>
            <pc:sldMk cId="1466323703" sldId="290"/>
            <ac:cxnSpMk id="17" creationId="{84BB5227-AE69-9131-88EE-55C4500A7B2F}"/>
          </ac:cxnSpMkLst>
        </pc:cxnChg>
      </pc:sldChg>
      <pc:sldChg chg="addSp delSp modSp add mod">
        <pc:chgData name="7 Town" userId="f001bd45134943c1" providerId="LiveId" clId="{83CC9F8B-F704-4A6B-AF9F-D920A0D337A6}" dt="2024-10-22T15:48:50.648" v="1509" actId="20577"/>
        <pc:sldMkLst>
          <pc:docMk/>
          <pc:sldMk cId="0" sldId="291"/>
        </pc:sldMkLst>
        <pc:spChg chg="del">
          <ac:chgData name="7 Town" userId="f001bd45134943c1" providerId="LiveId" clId="{83CC9F8B-F704-4A6B-AF9F-D920A0D337A6}" dt="2024-10-22T15:43:28.265" v="1357" actId="478"/>
          <ac:spMkLst>
            <pc:docMk/>
            <pc:sldMk cId="0" sldId="291"/>
            <ac:spMk id="10" creationId="{00000000-0000-0000-0000-000000000000}"/>
          </ac:spMkLst>
        </pc:spChg>
        <pc:spChg chg="del">
          <ac:chgData name="7 Town" userId="f001bd45134943c1" providerId="LiveId" clId="{83CC9F8B-F704-4A6B-AF9F-D920A0D337A6}" dt="2024-10-22T15:43:28.265" v="1357" actId="478"/>
          <ac:spMkLst>
            <pc:docMk/>
            <pc:sldMk cId="0" sldId="291"/>
            <ac:spMk id="11" creationId="{00000000-0000-0000-0000-000000000000}"/>
          </ac:spMkLst>
        </pc:spChg>
        <pc:spChg chg="mod">
          <ac:chgData name="7 Town" userId="f001bd45134943c1" providerId="LiveId" clId="{83CC9F8B-F704-4A6B-AF9F-D920A0D337A6}" dt="2024-10-22T15:48:44.863" v="1504" actId="20577"/>
          <ac:spMkLst>
            <pc:docMk/>
            <pc:sldMk cId="0" sldId="291"/>
            <ac:spMk id="22" creationId="{00000000-0000-0000-0000-000000000000}"/>
          </ac:spMkLst>
        </pc:spChg>
        <pc:spChg chg="mod">
          <ac:chgData name="7 Town" userId="f001bd45134943c1" providerId="LiveId" clId="{83CC9F8B-F704-4A6B-AF9F-D920A0D337A6}" dt="2024-10-22T15:48:50.648" v="1509" actId="20577"/>
          <ac:spMkLst>
            <pc:docMk/>
            <pc:sldMk cId="0" sldId="291"/>
            <ac:spMk id="23" creationId="{00000000-0000-0000-0000-000000000000}"/>
          </ac:spMkLst>
        </pc:spChg>
        <pc:spChg chg="mod">
          <ac:chgData name="7 Town" userId="f001bd45134943c1" providerId="LiveId" clId="{83CC9F8B-F704-4A6B-AF9F-D920A0D337A6}" dt="2024-10-22T15:44:07.446" v="1365" actId="1076"/>
          <ac:spMkLst>
            <pc:docMk/>
            <pc:sldMk cId="0" sldId="291"/>
            <ac:spMk id="68" creationId="{00000000-0000-0000-0000-000000000000}"/>
          </ac:spMkLst>
        </pc:spChg>
        <pc:spChg chg="mod">
          <ac:chgData name="7 Town" userId="f001bd45134943c1" providerId="LiveId" clId="{83CC9F8B-F704-4A6B-AF9F-D920A0D337A6}" dt="2024-10-22T15:48:31.029" v="1499" actId="20577"/>
          <ac:spMkLst>
            <pc:docMk/>
            <pc:sldMk cId="0" sldId="291"/>
            <ac:spMk id="72" creationId="{00000000-0000-0000-0000-000000000000}"/>
          </ac:spMkLst>
        </pc:spChg>
        <pc:spChg chg="mod">
          <ac:chgData name="7 Town" userId="f001bd45134943c1" providerId="LiveId" clId="{83CC9F8B-F704-4A6B-AF9F-D920A0D337A6}" dt="2024-10-22T15:44:27.429" v="1384" actId="14100"/>
          <ac:spMkLst>
            <pc:docMk/>
            <pc:sldMk cId="0" sldId="291"/>
            <ac:spMk id="73" creationId="{00000000-0000-0000-0000-000000000000}"/>
          </ac:spMkLst>
        </pc:spChg>
        <pc:spChg chg="del">
          <ac:chgData name="7 Town" userId="f001bd45134943c1" providerId="LiveId" clId="{83CC9F8B-F704-4A6B-AF9F-D920A0D337A6}" dt="2024-10-22T15:44:10.461" v="1366" actId="478"/>
          <ac:spMkLst>
            <pc:docMk/>
            <pc:sldMk cId="0" sldId="291"/>
            <ac:spMk id="76" creationId="{00000000-0000-0000-0000-000000000000}"/>
          </ac:spMkLst>
        </pc:spChg>
        <pc:picChg chg="add mod">
          <ac:chgData name="7 Town" userId="f001bd45134943c1" providerId="LiveId" clId="{83CC9F8B-F704-4A6B-AF9F-D920A0D337A6}" dt="2024-10-22T15:43:40.566" v="1359" actId="1076"/>
          <ac:picMkLst>
            <pc:docMk/>
            <pc:sldMk cId="0" sldId="291"/>
            <ac:picMk id="2" creationId="{A5362694-5E33-756B-9244-1525246A2636}"/>
          </ac:picMkLst>
        </pc:picChg>
        <pc:picChg chg="del">
          <ac:chgData name="7 Town" userId="f001bd45134943c1" providerId="LiveId" clId="{83CC9F8B-F704-4A6B-AF9F-D920A0D337A6}" dt="2024-10-22T15:43:03.316" v="1353" actId="478"/>
          <ac:picMkLst>
            <pc:docMk/>
            <pc:sldMk cId="0" sldId="291"/>
            <ac:picMk id="67" creationId="{00000000-0000-0000-0000-000000000000}"/>
          </ac:picMkLst>
        </pc:picChg>
        <pc:cxnChg chg="del">
          <ac:chgData name="7 Town" userId="f001bd45134943c1" providerId="LiveId" clId="{83CC9F8B-F704-4A6B-AF9F-D920A0D337A6}" dt="2024-10-22T15:43:28.265" v="1357" actId="478"/>
          <ac:cxnSpMkLst>
            <pc:docMk/>
            <pc:sldMk cId="0" sldId="291"/>
            <ac:cxnSpMk id="12" creationId="{00000000-0000-0000-0000-000000000000}"/>
          </ac:cxnSpMkLst>
        </pc:cxnChg>
        <pc:cxnChg chg="mod">
          <ac:chgData name="7 Town" userId="f001bd45134943c1" providerId="LiveId" clId="{83CC9F8B-F704-4A6B-AF9F-D920A0D337A6}" dt="2024-10-22T15:48:50.240" v="1508" actId="20577"/>
          <ac:cxnSpMkLst>
            <pc:docMk/>
            <pc:sldMk cId="0" sldId="291"/>
            <ac:cxnSpMk id="17" creationId="{00000000-0000-0000-0000-000000000000}"/>
          </ac:cxnSpMkLst>
        </pc:cxnChg>
        <pc:cxnChg chg="mod">
          <ac:chgData name="7 Town" userId="f001bd45134943c1" providerId="LiveId" clId="{83CC9F8B-F704-4A6B-AF9F-D920A0D337A6}" dt="2024-10-22T15:44:33.699" v="1385" actId="14100"/>
          <ac:cxnSpMkLst>
            <pc:docMk/>
            <pc:sldMk cId="0" sldId="291"/>
            <ac:cxnSpMk id="74" creationId="{00000000-0000-0000-0000-000000000000}"/>
          </ac:cxnSpMkLst>
        </pc:cxnChg>
      </pc:sldChg>
      <pc:sldChg chg="addSp delSp modSp add mod ord">
        <pc:chgData name="7 Town" userId="f001bd45134943c1" providerId="LiveId" clId="{83CC9F8B-F704-4A6B-AF9F-D920A0D337A6}" dt="2024-10-22T16:18:25.790" v="2127" actId="1076"/>
        <pc:sldMkLst>
          <pc:docMk/>
          <pc:sldMk cId="1281382066" sldId="292"/>
        </pc:sldMkLst>
        <pc:spChg chg="add mod">
          <ac:chgData name="7 Town" userId="f001bd45134943c1" providerId="LiveId" clId="{83CC9F8B-F704-4A6B-AF9F-D920A0D337A6}" dt="2024-10-22T16:18:16.616" v="2126"/>
          <ac:spMkLst>
            <pc:docMk/>
            <pc:sldMk cId="1281382066" sldId="292"/>
            <ac:spMk id="4" creationId="{DEE34491-FFA6-08F0-FBAA-5785B28F8B02}"/>
          </ac:spMkLst>
        </pc:spChg>
        <pc:spChg chg="del">
          <ac:chgData name="7 Town" userId="f001bd45134943c1" providerId="LiveId" clId="{83CC9F8B-F704-4A6B-AF9F-D920A0D337A6}" dt="2024-10-22T16:06:47.266" v="1840" actId="478"/>
          <ac:spMkLst>
            <pc:docMk/>
            <pc:sldMk cId="1281382066" sldId="292"/>
            <ac:spMk id="68" creationId="{0C2A3541-C967-68CE-0D3E-2AE5DA80CCC3}"/>
          </ac:spMkLst>
        </pc:spChg>
        <pc:spChg chg="mod">
          <ac:chgData name="7 Town" userId="f001bd45134943c1" providerId="LiveId" clId="{83CC9F8B-F704-4A6B-AF9F-D920A0D337A6}" dt="2024-10-22T16:18:25.790" v="2127" actId="1076"/>
          <ac:spMkLst>
            <pc:docMk/>
            <pc:sldMk cId="1281382066" sldId="292"/>
            <ac:spMk id="72" creationId="{827AA2A5-9D35-8A4E-C14C-8A91909F41B3}"/>
          </ac:spMkLst>
        </pc:spChg>
        <pc:spChg chg="mod">
          <ac:chgData name="7 Town" userId="f001bd45134943c1" providerId="LiveId" clId="{83CC9F8B-F704-4A6B-AF9F-D920A0D337A6}" dt="2024-10-22T16:18:25.790" v="2127" actId="1076"/>
          <ac:spMkLst>
            <pc:docMk/>
            <pc:sldMk cId="1281382066" sldId="292"/>
            <ac:spMk id="73" creationId="{A20D253E-2709-2474-E5B6-61BC47864AF2}"/>
          </ac:spMkLst>
        </pc:spChg>
        <pc:picChg chg="del">
          <ac:chgData name="7 Town" userId="f001bd45134943c1" providerId="LiveId" clId="{83CC9F8B-F704-4A6B-AF9F-D920A0D337A6}" dt="2024-10-22T16:06:47.916" v="1841" actId="478"/>
          <ac:picMkLst>
            <pc:docMk/>
            <pc:sldMk cId="1281382066" sldId="292"/>
            <ac:picMk id="2" creationId="{4A62D73B-A257-7DD2-0EB3-7FB9AA8DF448}"/>
          </ac:picMkLst>
        </pc:picChg>
        <pc:picChg chg="add mod">
          <ac:chgData name="7 Town" userId="f001bd45134943c1" providerId="LiveId" clId="{83CC9F8B-F704-4A6B-AF9F-D920A0D337A6}" dt="2024-10-22T16:18:16.616" v="2126"/>
          <ac:picMkLst>
            <pc:docMk/>
            <pc:sldMk cId="1281382066" sldId="292"/>
            <ac:picMk id="5" creationId="{3A644493-7A81-F92C-6BF3-369269C01F74}"/>
          </ac:picMkLst>
        </pc:picChg>
        <pc:cxnChg chg="mod">
          <ac:chgData name="7 Town" userId="f001bd45134943c1" providerId="LiveId" clId="{83CC9F8B-F704-4A6B-AF9F-D920A0D337A6}" dt="2024-10-22T16:18:25.790" v="2127" actId="1076"/>
          <ac:cxnSpMkLst>
            <pc:docMk/>
            <pc:sldMk cId="1281382066" sldId="292"/>
            <ac:cxnSpMk id="74" creationId="{26C77CC2-D923-85B0-CAA0-1190930D21E0}"/>
          </ac:cxnSpMkLst>
        </pc:cxnChg>
      </pc:sldChg>
      <pc:sldChg chg="add del">
        <pc:chgData name="7 Town" userId="f001bd45134943c1" providerId="LiveId" clId="{83CC9F8B-F704-4A6B-AF9F-D920A0D337A6}" dt="2024-10-22T16:02:42.537" v="1830" actId="47"/>
        <pc:sldMkLst>
          <pc:docMk/>
          <pc:sldMk cId="4209720937" sldId="292"/>
        </pc:sldMkLst>
      </pc:sldChg>
      <pc:sldChg chg="addSp delSp modSp add mod">
        <pc:chgData name="7 Town" userId="f001bd45134943c1" providerId="LiveId" clId="{83CC9F8B-F704-4A6B-AF9F-D920A0D337A6}" dt="2024-10-22T16:40:31.669" v="2624" actId="20577"/>
        <pc:sldMkLst>
          <pc:docMk/>
          <pc:sldMk cId="334691803" sldId="293"/>
        </pc:sldMkLst>
        <pc:spChg chg="mod">
          <ac:chgData name="7 Town" userId="f001bd45134943c1" providerId="LiveId" clId="{83CC9F8B-F704-4A6B-AF9F-D920A0D337A6}" dt="2024-10-22T16:36:06.039" v="2566" actId="20577"/>
          <ac:spMkLst>
            <pc:docMk/>
            <pc:sldMk cId="334691803" sldId="293"/>
            <ac:spMk id="7" creationId="{3DF4FB00-C2EF-D8C1-9D5F-20EFD02D825D}"/>
          </ac:spMkLst>
        </pc:spChg>
        <pc:spChg chg="mod">
          <ac:chgData name="7 Town" userId="f001bd45134943c1" providerId="LiveId" clId="{83CC9F8B-F704-4A6B-AF9F-D920A0D337A6}" dt="2024-10-22T16:38:46.070" v="2616" actId="1076"/>
          <ac:spMkLst>
            <pc:docMk/>
            <pc:sldMk cId="334691803" sldId="293"/>
            <ac:spMk id="9" creationId="{90827788-1822-76FE-AC98-74A0D8246691}"/>
          </ac:spMkLst>
        </pc:spChg>
        <pc:spChg chg="mod">
          <ac:chgData name="7 Town" userId="f001bd45134943c1" providerId="LiveId" clId="{83CC9F8B-F704-4A6B-AF9F-D920A0D337A6}" dt="2024-10-22T16:36:13.840" v="2578" actId="20577"/>
          <ac:spMkLst>
            <pc:docMk/>
            <pc:sldMk cId="334691803" sldId="293"/>
            <ac:spMk id="24" creationId="{7B1980A3-562C-5C09-52BB-1E2B8D758A82}"/>
          </ac:spMkLst>
        </pc:spChg>
        <pc:spChg chg="mod">
          <ac:chgData name="7 Town" userId="f001bd45134943c1" providerId="LiveId" clId="{83CC9F8B-F704-4A6B-AF9F-D920A0D337A6}" dt="2024-10-22T16:37:04.505" v="2600" actId="20577"/>
          <ac:spMkLst>
            <pc:docMk/>
            <pc:sldMk cId="334691803" sldId="293"/>
            <ac:spMk id="26" creationId="{5603FFEC-4EF4-5661-B5D9-2B8C673F4C18}"/>
          </ac:spMkLst>
        </pc:spChg>
        <pc:spChg chg="mod">
          <ac:chgData name="7 Town" userId="f001bd45134943c1" providerId="LiveId" clId="{83CC9F8B-F704-4A6B-AF9F-D920A0D337A6}" dt="2024-10-22T16:40:31.669" v="2624" actId="20577"/>
          <ac:spMkLst>
            <pc:docMk/>
            <pc:sldMk cId="334691803" sldId="293"/>
            <ac:spMk id="27" creationId="{FF9B6280-5F83-AA6A-BAF0-8FEA89234975}"/>
          </ac:spMkLst>
        </pc:spChg>
        <pc:spChg chg="mod">
          <ac:chgData name="7 Town" userId="f001bd45134943c1" providerId="LiveId" clId="{83CC9F8B-F704-4A6B-AF9F-D920A0D337A6}" dt="2024-10-22T16:36:16.441" v="2580" actId="20577"/>
          <ac:spMkLst>
            <pc:docMk/>
            <pc:sldMk cId="334691803" sldId="293"/>
            <ac:spMk id="40" creationId="{9A35823D-7AA9-036A-DB9E-5185EBB0A792}"/>
          </ac:spMkLst>
        </pc:spChg>
        <pc:picChg chg="del">
          <ac:chgData name="7 Town" userId="f001bd45134943c1" providerId="LiveId" clId="{83CC9F8B-F704-4A6B-AF9F-D920A0D337A6}" dt="2024-10-22T16:36:18.301" v="2581" actId="478"/>
          <ac:picMkLst>
            <pc:docMk/>
            <pc:sldMk cId="334691803" sldId="293"/>
            <ac:picMk id="4" creationId="{F337E0ED-76ED-27ED-8CB4-361C682D5D5C}"/>
          </ac:picMkLst>
        </pc:picChg>
        <pc:picChg chg="add mod">
          <ac:chgData name="7 Town" userId="f001bd45134943c1" providerId="LiveId" clId="{83CC9F8B-F704-4A6B-AF9F-D920A0D337A6}" dt="2024-10-22T16:36:35.960" v="2587" actId="1076"/>
          <ac:picMkLst>
            <pc:docMk/>
            <pc:sldMk cId="334691803" sldId="293"/>
            <ac:picMk id="5" creationId="{31C5A02B-3950-8AC9-7C41-1CA031EC0761}"/>
          </ac:picMkLst>
        </pc:picChg>
        <pc:picChg chg="del">
          <ac:chgData name="7 Town" userId="f001bd45134943c1" providerId="LiveId" clId="{83CC9F8B-F704-4A6B-AF9F-D920A0D337A6}" dt="2024-10-22T16:36:19.810" v="2582" actId="478"/>
          <ac:picMkLst>
            <pc:docMk/>
            <pc:sldMk cId="334691803" sldId="293"/>
            <ac:picMk id="8" creationId="{7579106F-12F9-02BC-70E9-52AA0263E0E1}"/>
          </ac:picMkLst>
        </pc:picChg>
        <pc:picChg chg="add mod">
          <ac:chgData name="7 Town" userId="f001bd45134943c1" providerId="LiveId" clId="{83CC9F8B-F704-4A6B-AF9F-D920A0D337A6}" dt="2024-10-22T16:36:55.080" v="2593" actId="1076"/>
          <ac:picMkLst>
            <pc:docMk/>
            <pc:sldMk cId="334691803" sldId="293"/>
            <ac:picMk id="11" creationId="{A9ECFA02-DAF9-1D3D-4E3C-7A5E7F4679DD}"/>
          </ac:picMkLst>
        </pc:picChg>
      </pc:sldChg>
      <pc:sldChg chg="delSp modSp add del mod">
        <pc:chgData name="7 Town" userId="f001bd45134943c1" providerId="LiveId" clId="{83CC9F8B-F704-4A6B-AF9F-D920A0D337A6}" dt="2024-10-22T16:35:54.530" v="2541" actId="47"/>
        <pc:sldMkLst>
          <pc:docMk/>
          <pc:sldMk cId="4220362203" sldId="293"/>
        </pc:sldMkLst>
        <pc:spChg chg="mod">
          <ac:chgData name="7 Town" userId="f001bd45134943c1" providerId="LiveId" clId="{83CC9F8B-F704-4A6B-AF9F-D920A0D337A6}" dt="2024-10-22T16:35:26.472" v="2538" actId="20577"/>
          <ac:spMkLst>
            <pc:docMk/>
            <pc:sldMk cId="4220362203" sldId="293"/>
            <ac:spMk id="7" creationId="{3C78250C-F7D1-BB50-8782-9F0C216DDEEF}"/>
          </ac:spMkLst>
        </pc:spChg>
        <pc:spChg chg="mod">
          <ac:chgData name="7 Town" userId="f001bd45134943c1" providerId="LiveId" clId="{83CC9F8B-F704-4A6B-AF9F-D920A0D337A6}" dt="2024-10-22T16:35:16.320" v="2511" actId="20577"/>
          <ac:spMkLst>
            <pc:docMk/>
            <pc:sldMk cId="4220362203" sldId="293"/>
            <ac:spMk id="24" creationId="{A55EB988-DDB0-20FE-EA24-88D1CDD4F95D}"/>
          </ac:spMkLst>
        </pc:spChg>
        <pc:spChg chg="del mod">
          <ac:chgData name="7 Town" userId="f001bd45134943c1" providerId="LiveId" clId="{83CC9F8B-F704-4A6B-AF9F-D920A0D337A6}" dt="2024-10-22T16:35:11.100" v="2508" actId="478"/>
          <ac:spMkLst>
            <pc:docMk/>
            <pc:sldMk cId="4220362203" sldId="293"/>
            <ac:spMk id="26" creationId="{6DE59377-D6ED-915A-1D92-47C5BBFFF36D}"/>
          </ac:spMkLst>
        </pc:spChg>
        <pc:spChg chg="del">
          <ac:chgData name="7 Town" userId="f001bd45134943c1" providerId="LiveId" clId="{83CC9F8B-F704-4A6B-AF9F-D920A0D337A6}" dt="2024-10-22T16:35:13.300" v="2509" actId="478"/>
          <ac:spMkLst>
            <pc:docMk/>
            <pc:sldMk cId="4220362203" sldId="293"/>
            <ac:spMk id="27" creationId="{434C677E-5F16-3DAA-7D49-0D47D6C03658}"/>
          </ac:spMkLst>
        </pc:spChg>
        <pc:spChg chg="del">
          <ac:chgData name="7 Town" userId="f001bd45134943c1" providerId="LiveId" clId="{83CC9F8B-F704-4A6B-AF9F-D920A0D337A6}" dt="2024-10-22T16:35:13.300" v="2509" actId="478"/>
          <ac:spMkLst>
            <pc:docMk/>
            <pc:sldMk cId="4220362203" sldId="293"/>
            <ac:spMk id="40" creationId="{03B8F17E-0E06-E49D-EF12-5B1FCCB5C4AF}"/>
          </ac:spMkLst>
        </pc:spChg>
        <pc:picChg chg="del">
          <ac:chgData name="7 Town" userId="f001bd45134943c1" providerId="LiveId" clId="{83CC9F8B-F704-4A6B-AF9F-D920A0D337A6}" dt="2024-10-22T16:35:32.501" v="2540" actId="478"/>
          <ac:picMkLst>
            <pc:docMk/>
            <pc:sldMk cId="4220362203" sldId="293"/>
            <ac:picMk id="4" creationId="{DDC7B81F-6B0A-B051-7341-358C71FA77D8}"/>
          </ac:picMkLst>
        </pc:picChg>
        <pc:picChg chg="del">
          <ac:chgData name="7 Town" userId="f001bd45134943c1" providerId="LiveId" clId="{83CC9F8B-F704-4A6B-AF9F-D920A0D337A6}" dt="2024-10-22T16:35:07.670" v="2506" actId="478"/>
          <ac:picMkLst>
            <pc:docMk/>
            <pc:sldMk cId="4220362203" sldId="293"/>
            <ac:picMk id="8" creationId="{13D42EDF-6034-9BEA-5F24-D306DB121E0C}"/>
          </ac:picMkLst>
        </pc:picChg>
        <pc:cxnChg chg="del">
          <ac:chgData name="7 Town" userId="f001bd45134943c1" providerId="LiveId" clId="{83CC9F8B-F704-4A6B-AF9F-D920A0D337A6}" dt="2024-10-22T16:35:13.300" v="2509" actId="478"/>
          <ac:cxnSpMkLst>
            <pc:docMk/>
            <pc:sldMk cId="4220362203" sldId="293"/>
            <ac:cxnSpMk id="25" creationId="{D1C0F631-1644-0A4D-27E3-154F34A3DA4C}"/>
          </ac:cxnSpMkLst>
        </pc:cxnChg>
        <pc:cxnChg chg="del">
          <ac:chgData name="7 Town" userId="f001bd45134943c1" providerId="LiveId" clId="{83CC9F8B-F704-4A6B-AF9F-D920A0D337A6}" dt="2024-10-22T16:35:30.590" v="2539" actId="478"/>
          <ac:cxnSpMkLst>
            <pc:docMk/>
            <pc:sldMk cId="4220362203" sldId="293"/>
            <ac:cxnSpMk id="50" creationId="{184B3E9B-BB57-52D2-C4EE-CC5A813230A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DB3680-E5A3-400D-85CF-A550B5E36403}"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C6E6E5-7668-4EEF-A77C-431C5AE61CF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C6E6E5-7668-4EEF-A77C-431C5AE61CF0}" type="slidenum">
              <a:rPr lang="zh-CN" altLang="en-US" smtClean="0"/>
              <a:t>11</a:t>
            </a:fld>
            <a:endParaRPr lang="zh-CN" altLang="en-US"/>
          </a:p>
        </p:txBody>
      </p:sp>
    </p:spTree>
    <p:extLst>
      <p:ext uri="{BB962C8B-B14F-4D97-AF65-F5344CB8AC3E}">
        <p14:creationId xmlns:p14="http://schemas.microsoft.com/office/powerpoint/2010/main" val="1901871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177800" y="160735"/>
            <a:ext cx="11836400" cy="653653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439AFCB-AEEE-443D-8AF2-DDCBBAB8E555}" type="datetime1">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7" name="矩形 16"/>
          <p:cNvSpPr/>
          <p:nvPr userDrawn="1"/>
        </p:nvSpPr>
        <p:spPr>
          <a:xfrm>
            <a:off x="400794" y="335737"/>
            <a:ext cx="612000" cy="61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j-ea"/>
              <a:ea typeface="+mj-ea"/>
            </a:endParaRPr>
          </a:p>
        </p:txBody>
      </p:sp>
      <p:sp>
        <p:nvSpPr>
          <p:cNvPr id="2" name="日期占位符 1"/>
          <p:cNvSpPr>
            <a:spLocks noGrp="1"/>
          </p:cNvSpPr>
          <p:nvPr>
            <p:ph type="dt" sz="half" idx="10"/>
          </p:nvPr>
        </p:nvSpPr>
        <p:spPr/>
        <p:txBody>
          <a:bodyPr/>
          <a:lstStyle/>
          <a:p>
            <a:fld id="{89DA58AD-AD51-434A-B399-0C774EEA1401}" type="datetime1">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5D2FA34-3331-43EB-8D25-5E71EBC8F04D}" type="slidenum">
              <a:rPr lang="zh-CN" altLang="en-US" smtClean="0"/>
              <a:t>‹#›</a:t>
            </a:fld>
            <a:endParaRPr lang="zh-CN" altLang="en-US"/>
          </a:p>
        </p:txBody>
      </p:sp>
      <p:pic>
        <p:nvPicPr>
          <p:cNvPr id="19" name="图片 18" descr="8445505B9A9A97520C0CEB57E8F_349EC6D7_EFDE"/>
          <p:cNvPicPr>
            <a:picLocks noChangeAspect="1"/>
          </p:cNvPicPr>
          <p:nvPr userDrawn="1"/>
        </p:nvPicPr>
        <p:blipFill>
          <a:blip r:embed="rId2"/>
          <a:stretch>
            <a:fillRect/>
          </a:stretch>
        </p:blipFill>
        <p:spPr>
          <a:xfrm>
            <a:off x="10785475" y="335915"/>
            <a:ext cx="1234440" cy="8775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634029D-4740-45F8-9602-D83637C59626}" type="datetime1">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6C6A3C-E355-49F6-BC5A-FC14D9F89ED7}" type="datetime1">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327D71B-3AE7-4A20-83E5-EE972329C490}" type="datetime1">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1E390E6-51DE-40B2-A9A3-A3903874309D}" type="datetime1">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4335ED4-16FA-4BF0-BA6A-00E512C97599}" type="datetime1">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9FB0ED8-4ACF-4B45-8672-8BB8D05B0271}" type="datetime1">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4527F30-2FCF-480F-9B5B-E8CC3B8AA38B}" type="datetime1">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E2C0CB-E2C4-49CE-A5DC-CE0ABD9FF1CC}" type="datetime1">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7ED7EED-8E66-4361-9BBB-4A6EC86BA7CC}" type="datetime1">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5D2FA34-3331-43EB-8D25-5E71EBC8F04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B0379-36CD-4226-8D49-3A8406CB8C13}" type="datetime1">
              <a:rPr lang="zh-CN" altLang="en-US" smtClean="0"/>
              <a:t>2025/11/5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66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D2FA34-3331-43EB-8D25-5E71EBC8F04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98225" y="2084258"/>
            <a:ext cx="2595582" cy="769441"/>
          </a:xfrm>
          <a:prstGeom prst="rect">
            <a:avLst/>
          </a:prstGeom>
          <a:noFill/>
        </p:spPr>
        <p:txBody>
          <a:bodyPr wrap="none" rtlCol="0">
            <a:spAutoFit/>
          </a:bodyPr>
          <a:lstStyle/>
          <a:p>
            <a:pPr algn="ctr"/>
            <a:r>
              <a:rPr lang="zh-CN" altLang="en-US" sz="4400" b="1" spc="300" dirty="0">
                <a:solidFill>
                  <a:schemeClr val="accent1"/>
                </a:solidFill>
                <a:latin typeface="+mj-ea"/>
                <a:ea typeface="+mj-ea"/>
              </a:rPr>
              <a:t>文献汇报</a:t>
            </a:r>
          </a:p>
        </p:txBody>
      </p:sp>
      <p:sp>
        <p:nvSpPr>
          <p:cNvPr id="8" name="文本框 7"/>
          <p:cNvSpPr txBox="1"/>
          <p:nvPr/>
        </p:nvSpPr>
        <p:spPr>
          <a:xfrm>
            <a:off x="2444211" y="3080593"/>
            <a:ext cx="7757496" cy="677108"/>
          </a:xfrm>
          <a:prstGeom prst="rect">
            <a:avLst/>
          </a:prstGeom>
          <a:noFill/>
        </p:spPr>
        <p:txBody>
          <a:bodyPr wrap="square">
            <a:spAutoFit/>
          </a:bodyPr>
          <a:lstStyle/>
          <a:p>
            <a:pPr algn="ctr"/>
            <a:r>
              <a:rPr lang="en-US" altLang="zh-CN" sz="2000" b="1" dirty="0">
                <a:latin typeface="Times New Roman" panose="02020603050405020304" pitchFamily="18" charset="0"/>
                <a:cs typeface="Times New Roman" panose="02020603050405020304" pitchFamily="18" charset="0"/>
              </a:rPr>
              <a:t>Conditional Representation Learning for Customized Tasks</a:t>
            </a:r>
          </a:p>
          <a:p>
            <a:pPr algn="ctr"/>
            <a:r>
              <a:rPr lang="zh-CN" altLang="en-US" b="1" dirty="0">
                <a:latin typeface="宋体" panose="02010600030101010101" pitchFamily="2" charset="-122"/>
                <a:ea typeface="宋体" panose="02010600030101010101" pitchFamily="2" charset="-122"/>
              </a:rPr>
              <a:t>面向特定任务的条件表征学习</a:t>
            </a:r>
          </a:p>
        </p:txBody>
      </p:sp>
      <p:sp>
        <p:nvSpPr>
          <p:cNvPr id="9" name="矩形: 圆角 8"/>
          <p:cNvSpPr/>
          <p:nvPr/>
        </p:nvSpPr>
        <p:spPr>
          <a:xfrm>
            <a:off x="1130300" y="3095964"/>
            <a:ext cx="1095375" cy="369332"/>
          </a:xfrm>
          <a:prstGeom prst="roundRect">
            <a:avLst>
              <a:gd name="adj" fmla="val 269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mj-ea"/>
                <a:ea typeface="+mj-ea"/>
              </a:rPr>
              <a:t>文献</a:t>
            </a:r>
          </a:p>
        </p:txBody>
      </p:sp>
      <p:cxnSp>
        <p:nvCxnSpPr>
          <p:cNvPr id="12" name="直接连接符 11"/>
          <p:cNvCxnSpPr/>
          <p:nvPr/>
        </p:nvCxnSpPr>
        <p:spPr>
          <a:xfrm>
            <a:off x="1130300" y="2982942"/>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4" name="矩形: 圆角 33"/>
          <p:cNvSpPr/>
          <p:nvPr/>
        </p:nvSpPr>
        <p:spPr>
          <a:xfrm>
            <a:off x="3136900" y="5777710"/>
            <a:ext cx="5918200"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形 1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36511" y="5874614"/>
            <a:ext cx="288000" cy="288000"/>
          </a:xfrm>
          <a:prstGeom prst="rect">
            <a:avLst/>
          </a:prstGeom>
        </p:spPr>
      </p:pic>
      <p:sp>
        <p:nvSpPr>
          <p:cNvPr id="15" name="文本框 14"/>
          <p:cNvSpPr txBox="1"/>
          <p:nvPr/>
        </p:nvSpPr>
        <p:spPr>
          <a:xfrm>
            <a:off x="3821436" y="5849337"/>
            <a:ext cx="2049067" cy="337185"/>
          </a:xfrm>
          <a:prstGeom prst="rect">
            <a:avLst/>
          </a:prstGeom>
          <a:noFill/>
        </p:spPr>
        <p:txBody>
          <a:bodyPr wrap="square">
            <a:spAutoFit/>
          </a:bodyPr>
          <a:lstStyle/>
          <a:p>
            <a:pPr algn="ctr"/>
            <a:r>
              <a:rPr lang="zh-CN" altLang="en-US" sz="1600" dirty="0">
                <a:solidFill>
                  <a:schemeClr val="bg1"/>
                </a:solidFill>
                <a:latin typeface="+mn-ea"/>
              </a:rPr>
              <a:t>汇报人：梁鹏</a:t>
            </a:r>
          </a:p>
        </p:txBody>
      </p:sp>
      <p:sp>
        <p:nvSpPr>
          <p:cNvPr id="16" name="iconfont-11845-5652464"/>
          <p:cNvSpPr>
            <a:spLocks noChangeAspect="1"/>
          </p:cNvSpPr>
          <p:nvPr/>
        </p:nvSpPr>
        <p:spPr>
          <a:xfrm>
            <a:off x="6322959" y="5874614"/>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p:cNvSpPr txBox="1"/>
          <p:nvPr/>
        </p:nvSpPr>
        <p:spPr>
          <a:xfrm>
            <a:off x="6631692" y="5849337"/>
            <a:ext cx="2300082" cy="337185"/>
          </a:xfrm>
          <a:prstGeom prst="rect">
            <a:avLst/>
          </a:prstGeom>
          <a:noFill/>
        </p:spPr>
        <p:txBody>
          <a:bodyPr wrap="square">
            <a:spAutoFit/>
          </a:bodyPr>
          <a:lstStyle/>
          <a:p>
            <a:pPr algn="ctr"/>
            <a:r>
              <a:rPr lang="zh-CN" altLang="en-US" sz="1600" dirty="0">
                <a:solidFill>
                  <a:schemeClr val="bg1"/>
                </a:solidFill>
                <a:latin typeface="+mn-ea"/>
              </a:rPr>
              <a:t>汇报时间：</a:t>
            </a:r>
            <a:r>
              <a:rPr lang="en-US" altLang="zh-CN" sz="1600" dirty="0">
                <a:solidFill>
                  <a:schemeClr val="bg1"/>
                </a:solidFill>
                <a:latin typeface="+mn-ea"/>
              </a:rPr>
              <a:t>2025/10/31</a:t>
            </a:r>
            <a:endParaRPr lang="zh-CN" altLang="en-US" sz="1600" dirty="0">
              <a:solidFill>
                <a:schemeClr val="bg1"/>
              </a:solidFill>
              <a:latin typeface="+mn-ea"/>
            </a:endParaRPr>
          </a:p>
        </p:txBody>
      </p:sp>
      <p:cxnSp>
        <p:nvCxnSpPr>
          <p:cNvPr id="30" name="直接连接符 29"/>
          <p:cNvCxnSpPr/>
          <p:nvPr/>
        </p:nvCxnSpPr>
        <p:spPr>
          <a:xfrm>
            <a:off x="6003538" y="5849337"/>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BADBD-2EFC-A2A2-4C8F-3812D6CB70D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9B79C6F-85CA-BDE9-9244-4C6034525A04}"/>
              </a:ext>
            </a:extLst>
          </p:cNvPr>
          <p:cNvCxnSpPr>
            <a:stCxn id="23" idx="3"/>
          </p:cNvCxnSpPr>
          <p:nvPr/>
        </p:nvCxnSpPr>
        <p:spPr>
          <a:xfrm flipV="1">
            <a:off x="3041590" y="623737"/>
            <a:ext cx="782223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E7D8756-ADA9-8CBC-0280-3F6DBD068AED}"/>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0</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40740B40-9C9B-91B2-36B0-645A2285674D}"/>
              </a:ext>
            </a:extLst>
          </p:cNvPr>
          <p:cNvSpPr txBox="1"/>
          <p:nvPr/>
        </p:nvSpPr>
        <p:spPr>
          <a:xfrm>
            <a:off x="1010265" y="410905"/>
            <a:ext cx="2031325" cy="461665"/>
          </a:xfrm>
          <a:prstGeom prst="rect">
            <a:avLst/>
          </a:prstGeom>
          <a:noFill/>
        </p:spPr>
        <p:txBody>
          <a:bodyPr wrap="none" rtlCol="0">
            <a:spAutoFit/>
          </a:bodyPr>
          <a:lstStyle/>
          <a:p>
            <a:r>
              <a:rPr lang="zh-CN" altLang="en-US" sz="2400" b="1" dirty="0">
                <a:latin typeface="+mj-ea"/>
                <a:ea typeface="+mj-ea"/>
              </a:rPr>
              <a:t>文献基本信息</a:t>
            </a:r>
          </a:p>
        </p:txBody>
      </p:sp>
      <p:sp>
        <p:nvSpPr>
          <p:cNvPr id="45" name="灯片编号占位符 44">
            <a:extLst>
              <a:ext uri="{FF2B5EF4-FFF2-40B4-BE49-F238E27FC236}">
                <a16:creationId xmlns:a16="http://schemas.microsoft.com/office/drawing/2014/main" id="{957B59B0-28AF-46BC-6AC3-2DA7AF2E28C2}"/>
              </a:ext>
            </a:extLst>
          </p:cNvPr>
          <p:cNvSpPr>
            <a:spLocks noGrp="1"/>
          </p:cNvSpPr>
          <p:nvPr>
            <p:ph type="sldNum" sz="quarter" idx="12"/>
          </p:nvPr>
        </p:nvSpPr>
        <p:spPr/>
        <p:txBody>
          <a:bodyPr/>
          <a:lstStyle/>
          <a:p>
            <a:fld id="{85D2FA34-3331-43EB-8D25-5E71EBC8F04D}" type="slidenum">
              <a:rPr lang="zh-CN" altLang="en-US" smtClean="0"/>
              <a:t>2</a:t>
            </a:fld>
            <a:endParaRPr lang="zh-CN" altLang="en-US"/>
          </a:p>
        </p:txBody>
      </p:sp>
      <p:graphicFrame>
        <p:nvGraphicFramePr>
          <p:cNvPr id="4" name="表格 31">
            <a:extLst>
              <a:ext uri="{FF2B5EF4-FFF2-40B4-BE49-F238E27FC236}">
                <a16:creationId xmlns:a16="http://schemas.microsoft.com/office/drawing/2014/main" id="{B3CBEF8F-E816-8945-8586-8E52412B60FE}"/>
              </a:ext>
            </a:extLst>
          </p:cNvPr>
          <p:cNvGraphicFramePr>
            <a:graphicFrameLocks noGrp="1"/>
          </p:cNvGraphicFramePr>
          <p:nvPr>
            <p:extLst>
              <p:ext uri="{D42A27DB-BD31-4B8C-83A1-F6EECF244321}">
                <p14:modId xmlns:p14="http://schemas.microsoft.com/office/powerpoint/2010/main" val="2946070671"/>
              </p:ext>
            </p:extLst>
          </p:nvPr>
        </p:nvGraphicFramePr>
        <p:xfrm>
          <a:off x="1010265" y="3429000"/>
          <a:ext cx="9853561" cy="1463040"/>
        </p:xfrm>
        <a:graphic>
          <a:graphicData uri="http://schemas.openxmlformats.org/drawingml/2006/table">
            <a:tbl>
              <a:tblPr firstRow="1" bandRow="1">
                <a:tableStyleId>{5C22544A-7EE6-4342-B048-85BDC9FD1C3A}</a:tableStyleId>
              </a:tblPr>
              <a:tblGrid>
                <a:gridCol w="4549767">
                  <a:extLst>
                    <a:ext uri="{9D8B030D-6E8A-4147-A177-3AD203B41FA5}">
                      <a16:colId xmlns:a16="http://schemas.microsoft.com/office/drawing/2014/main" val="20000"/>
                    </a:ext>
                  </a:extLst>
                </a:gridCol>
                <a:gridCol w="5303794">
                  <a:extLst>
                    <a:ext uri="{9D8B030D-6E8A-4147-A177-3AD203B41FA5}">
                      <a16:colId xmlns:a16="http://schemas.microsoft.com/office/drawing/2014/main" val="20001"/>
                    </a:ext>
                  </a:extLst>
                </a:gridCol>
              </a:tblGrid>
              <a:tr h="288000">
                <a:tc>
                  <a:txBody>
                    <a:bodyPr/>
                    <a:lstStyle/>
                    <a:p>
                      <a:pPr algn="ctr"/>
                      <a:r>
                        <a:rPr lang="zh-CN" altLang="en-US" sz="1800" b="1" dirty="0">
                          <a:ln>
                            <a:noFill/>
                          </a:ln>
                          <a:solidFill>
                            <a:schemeClr val="bg1"/>
                          </a:solidFill>
                        </a:rPr>
                        <a:t>会议</a:t>
                      </a:r>
                      <a:r>
                        <a:rPr lang="en-US" altLang="zh-CN" sz="1800" b="1" dirty="0">
                          <a:ln>
                            <a:noFill/>
                          </a:ln>
                          <a:solidFill>
                            <a:schemeClr val="bg1"/>
                          </a:solidFill>
                        </a:rPr>
                        <a:t>/</a:t>
                      </a:r>
                      <a:r>
                        <a:rPr lang="zh-CN" altLang="en-US" sz="1800" b="1" dirty="0">
                          <a:ln>
                            <a:noFill/>
                          </a:ln>
                          <a:solidFill>
                            <a:schemeClr val="bg1"/>
                          </a:solidFill>
                        </a:rPr>
                        <a:t>期刊</a:t>
                      </a:r>
                      <a:endParaRPr lang="zh-CN" altLang="en-US" sz="1800" b="1" dirty="0">
                        <a:ln>
                          <a:noFill/>
                        </a:ln>
                        <a:solidFill>
                          <a:schemeClr val="bg1"/>
                        </a:solidFill>
                        <a:latin typeface="+mj-lt"/>
                      </a:endParaRPr>
                    </a:p>
                  </a:txBody>
                  <a:tcPr/>
                </a:tc>
                <a:tc>
                  <a:txBody>
                    <a:bodyPr/>
                    <a:lstStyle/>
                    <a:p>
                      <a:pPr algn="ctr"/>
                      <a:r>
                        <a:rPr lang="en-US" altLang="zh-CN" sz="1800" b="1" dirty="0" err="1">
                          <a:ln>
                            <a:noFill/>
                          </a:ln>
                          <a:solidFill>
                            <a:schemeClr val="bg1"/>
                          </a:solidFill>
                        </a:rPr>
                        <a:t>NeurIPS</a:t>
                      </a:r>
                      <a:r>
                        <a:rPr lang="en-US" altLang="zh-CN" sz="1800" b="1" dirty="0">
                          <a:ln>
                            <a:noFill/>
                          </a:ln>
                          <a:solidFill>
                            <a:schemeClr val="bg1"/>
                          </a:solidFill>
                        </a:rPr>
                        <a:t> 2025 Spotlight</a:t>
                      </a:r>
                      <a:endParaRPr lang="zh-CN" altLang="en-US" sz="1800" b="1" dirty="0">
                        <a:ln>
                          <a:noFill/>
                        </a:ln>
                        <a:solidFill>
                          <a:schemeClr val="bg1"/>
                        </a:solidFill>
                        <a:latin typeface="+mj-lt"/>
                      </a:endParaRPr>
                    </a:p>
                  </a:txBody>
                  <a:tcPr/>
                </a:tc>
                <a:extLst>
                  <a:ext uri="{0D108BD9-81ED-4DB2-BD59-A6C34878D82A}">
                    <a16:rowId xmlns:a16="http://schemas.microsoft.com/office/drawing/2014/main" val="10000"/>
                  </a:ext>
                </a:extLst>
              </a:tr>
              <a:tr h="0">
                <a:tc>
                  <a:txBody>
                    <a:bodyPr/>
                    <a:lstStyle/>
                    <a:p>
                      <a:pPr algn="ctr"/>
                      <a:r>
                        <a:rPr lang="zh-CN" altLang="en-US" sz="1800" b="1" dirty="0">
                          <a:ln>
                            <a:noFill/>
                          </a:ln>
                          <a:solidFill>
                            <a:schemeClr val="tx1"/>
                          </a:solidFill>
                        </a:rPr>
                        <a:t>作者</a:t>
                      </a:r>
                      <a:r>
                        <a:rPr lang="en-US" altLang="zh-CN" sz="1800" b="1" dirty="0">
                          <a:ln>
                            <a:noFill/>
                          </a:ln>
                          <a:solidFill>
                            <a:schemeClr val="tx1"/>
                          </a:solidFill>
                        </a:rPr>
                        <a:t>/</a:t>
                      </a:r>
                      <a:r>
                        <a:rPr lang="zh-CN" altLang="en-US" sz="1800" b="1" dirty="0">
                          <a:ln>
                            <a:noFill/>
                          </a:ln>
                          <a:solidFill>
                            <a:schemeClr val="tx1"/>
                          </a:solidFill>
                        </a:rPr>
                        <a:t>单位</a:t>
                      </a:r>
                      <a:endParaRPr lang="zh-CN" altLang="en-US" sz="1800" b="1" dirty="0">
                        <a:ln>
                          <a:noFill/>
                        </a:ln>
                        <a:solidFill>
                          <a:schemeClr val="tx1"/>
                        </a:solidFill>
                        <a:latin typeface="+mj-lt"/>
                      </a:endParaRPr>
                    </a:p>
                  </a:txBody>
                  <a:tcPr/>
                </a:tc>
                <a:tc>
                  <a:txBody>
                    <a:bodyPr/>
                    <a:lstStyle/>
                    <a:p>
                      <a:pPr algn="ctr"/>
                      <a:r>
                        <a:rPr lang="zh-CN" altLang="en-US" sz="1800" b="1" dirty="0">
                          <a:ln>
                            <a:noFill/>
                          </a:ln>
                          <a:solidFill>
                            <a:schemeClr val="tx1"/>
                          </a:solidFill>
                        </a:rPr>
                        <a:t>彭玺</a:t>
                      </a:r>
                      <a:r>
                        <a:rPr lang="en-US" altLang="zh-CN" sz="1800" b="1" dirty="0">
                          <a:ln>
                            <a:noFill/>
                          </a:ln>
                          <a:solidFill>
                            <a:schemeClr val="tx1"/>
                          </a:solidFill>
                        </a:rPr>
                        <a:t>/</a:t>
                      </a:r>
                      <a:r>
                        <a:rPr lang="zh-CN" altLang="en-US" sz="1800" b="1" dirty="0">
                          <a:ln>
                            <a:noFill/>
                          </a:ln>
                          <a:solidFill>
                            <a:schemeClr val="tx1"/>
                          </a:solidFill>
                        </a:rPr>
                        <a:t>四川大学</a:t>
                      </a:r>
                      <a:r>
                        <a:rPr lang="en-US" altLang="zh-CN" sz="1800" b="1" dirty="0">
                          <a:ln>
                            <a:noFill/>
                          </a:ln>
                          <a:solidFill>
                            <a:schemeClr val="tx1"/>
                          </a:solidFill>
                        </a:rPr>
                        <a:t>-</a:t>
                      </a:r>
                      <a:r>
                        <a:rPr lang="zh-CN" altLang="en-US" sz="1800" b="1" dirty="0">
                          <a:ln>
                            <a:noFill/>
                          </a:ln>
                          <a:solidFill>
                            <a:schemeClr val="tx1"/>
                          </a:solidFill>
                        </a:rPr>
                        <a:t>中科院</a:t>
                      </a:r>
                      <a:endParaRPr lang="en-US" altLang="zh-CN" sz="1800" b="1" dirty="0">
                        <a:ln>
                          <a:noFill/>
                        </a:ln>
                        <a:solidFill>
                          <a:schemeClr val="tx1"/>
                        </a:solidFill>
                        <a:latin typeface="+mj-lt"/>
                      </a:endParaRPr>
                    </a:p>
                  </a:txBody>
                  <a:tcPr/>
                </a:tc>
                <a:extLst>
                  <a:ext uri="{0D108BD9-81ED-4DB2-BD59-A6C34878D82A}">
                    <a16:rowId xmlns:a16="http://schemas.microsoft.com/office/drawing/2014/main" val="10001"/>
                  </a:ext>
                </a:extLst>
              </a:tr>
              <a:tr h="288000">
                <a:tc>
                  <a:txBody>
                    <a:bodyPr/>
                    <a:lstStyle/>
                    <a:p>
                      <a:pPr algn="ctr"/>
                      <a:r>
                        <a:rPr lang="zh-CN" altLang="en-US" sz="1800" b="1" dirty="0">
                          <a:ln>
                            <a:noFill/>
                          </a:ln>
                          <a:solidFill>
                            <a:schemeClr val="tx1"/>
                          </a:solidFill>
                        </a:rPr>
                        <a:t>发表时间</a:t>
                      </a:r>
                      <a:endParaRPr lang="en-US" altLang="zh-CN" sz="1800" b="1" dirty="0">
                        <a:ln>
                          <a:noFill/>
                        </a:ln>
                        <a:solidFill>
                          <a:schemeClr val="tx1"/>
                        </a:solidFill>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b="1" dirty="0">
                          <a:ln>
                            <a:noFill/>
                          </a:ln>
                          <a:solidFill>
                            <a:schemeClr val="tx1"/>
                          </a:solidFill>
                        </a:rPr>
                        <a:t>2025/09</a:t>
                      </a:r>
                      <a:endParaRPr lang="en-US" altLang="zh-CN" sz="1800" b="1" dirty="0">
                        <a:ln>
                          <a:noFill/>
                        </a:ln>
                        <a:solidFill>
                          <a:schemeClr val="tx1"/>
                        </a:solidFill>
                        <a:latin typeface="+mj-lt"/>
                      </a:endParaRPr>
                    </a:p>
                  </a:txBody>
                  <a:tcPr/>
                </a:tc>
                <a:extLst>
                  <a:ext uri="{0D108BD9-81ED-4DB2-BD59-A6C34878D82A}">
                    <a16:rowId xmlns:a16="http://schemas.microsoft.com/office/drawing/2014/main" val="10002"/>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dirty="0">
                          <a:ln>
                            <a:noFill/>
                          </a:ln>
                          <a:solidFill>
                            <a:schemeClr val="tx1"/>
                          </a:solidFill>
                        </a:rPr>
                        <a:t>CCF</a:t>
                      </a:r>
                      <a:r>
                        <a:rPr lang="zh-CN" altLang="en-US" sz="1800" b="1" kern="1200" dirty="0">
                          <a:ln>
                            <a:noFill/>
                          </a:ln>
                          <a:solidFill>
                            <a:schemeClr val="tx1"/>
                          </a:solidFill>
                        </a:rPr>
                        <a:t>等级</a:t>
                      </a:r>
                      <a:endParaRPr lang="zh-CN" altLang="en-US" sz="1800" b="1" kern="1200" dirty="0">
                        <a:ln>
                          <a:noFill/>
                        </a:ln>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kern="1200" dirty="0">
                          <a:ln>
                            <a:noFill/>
                          </a:ln>
                          <a:solidFill>
                            <a:schemeClr val="tx1"/>
                          </a:solidFill>
                        </a:rPr>
                        <a:t>A</a:t>
                      </a:r>
                      <a:endParaRPr lang="en-US" altLang="zh-CN" sz="1800" b="1" kern="1200" dirty="0">
                        <a:ln>
                          <a:noFill/>
                        </a:ln>
                        <a:solidFill>
                          <a:schemeClr val="tx1"/>
                        </a:solidFill>
                        <a:latin typeface="+mn-lt"/>
                        <a:ea typeface="+mn-ea"/>
                        <a:cs typeface="+mn-cs"/>
                      </a:endParaRPr>
                    </a:p>
                  </a:txBody>
                  <a:tcPr/>
                </a:tc>
                <a:extLst>
                  <a:ext uri="{0D108BD9-81ED-4DB2-BD59-A6C34878D82A}">
                    <a16:rowId xmlns:a16="http://schemas.microsoft.com/office/drawing/2014/main" val="3116102119"/>
                  </a:ext>
                </a:extLst>
              </a:tr>
            </a:tbl>
          </a:graphicData>
        </a:graphic>
      </p:graphicFrame>
      <p:sp>
        <p:nvSpPr>
          <p:cNvPr id="5" name="矩形 4">
            <a:extLst>
              <a:ext uri="{FF2B5EF4-FFF2-40B4-BE49-F238E27FC236}">
                <a16:creationId xmlns:a16="http://schemas.microsoft.com/office/drawing/2014/main" id="{B0DFD670-2492-D39F-B82A-D6E7986CBC13}"/>
              </a:ext>
            </a:extLst>
          </p:cNvPr>
          <p:cNvSpPr/>
          <p:nvPr/>
        </p:nvSpPr>
        <p:spPr>
          <a:xfrm>
            <a:off x="4432764" y="5593388"/>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Basis Transformation</a:t>
            </a:r>
            <a:endParaRPr lang="zh-CN" altLang="en-US" b="1" dirty="0">
              <a:latin typeface="+mj-ea"/>
              <a:ea typeface="+mj-ea"/>
            </a:endParaRPr>
          </a:p>
        </p:txBody>
      </p:sp>
      <p:sp>
        <p:nvSpPr>
          <p:cNvPr id="7" name="矩形 6">
            <a:extLst>
              <a:ext uri="{FF2B5EF4-FFF2-40B4-BE49-F238E27FC236}">
                <a16:creationId xmlns:a16="http://schemas.microsoft.com/office/drawing/2014/main" id="{3D759F80-58DB-7D5A-4CEC-605F8887049C}"/>
              </a:ext>
            </a:extLst>
          </p:cNvPr>
          <p:cNvSpPr/>
          <p:nvPr/>
        </p:nvSpPr>
        <p:spPr>
          <a:xfrm>
            <a:off x="8312383" y="5593389"/>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mj-ea"/>
                <a:ea typeface="+mj-ea"/>
              </a:rPr>
              <a:t>Customized Tasks</a:t>
            </a:r>
            <a:endParaRPr lang="zh-CN" altLang="en-US" b="1" dirty="0">
              <a:latin typeface="+mj-ea"/>
              <a:ea typeface="+mj-ea"/>
            </a:endParaRPr>
          </a:p>
        </p:txBody>
      </p:sp>
      <p:sp>
        <p:nvSpPr>
          <p:cNvPr id="8" name="矩形 7">
            <a:extLst>
              <a:ext uri="{FF2B5EF4-FFF2-40B4-BE49-F238E27FC236}">
                <a16:creationId xmlns:a16="http://schemas.microsoft.com/office/drawing/2014/main" id="{F4509771-4841-C9B7-0B3C-5C3255700415}"/>
              </a:ext>
            </a:extLst>
          </p:cNvPr>
          <p:cNvSpPr/>
          <p:nvPr/>
        </p:nvSpPr>
        <p:spPr>
          <a:xfrm>
            <a:off x="553145" y="5593388"/>
            <a:ext cx="3326474" cy="6408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0" dirty="0">
                <a:effectLst/>
                <a:latin typeface="+mj-ea"/>
                <a:ea typeface="+mj-ea"/>
              </a:rPr>
              <a:t> Representation Learning</a:t>
            </a:r>
            <a:endParaRPr lang="zh-CN" altLang="en-US" b="1" dirty="0">
              <a:latin typeface="+mj-ea"/>
              <a:ea typeface="+mj-ea"/>
            </a:endParaRPr>
          </a:p>
        </p:txBody>
      </p:sp>
      <p:sp>
        <p:nvSpPr>
          <p:cNvPr id="9" name="矩形: 圆角 8">
            <a:extLst>
              <a:ext uri="{FF2B5EF4-FFF2-40B4-BE49-F238E27FC236}">
                <a16:creationId xmlns:a16="http://schemas.microsoft.com/office/drawing/2014/main" id="{BF71AA5F-2BBE-0327-6081-85AF572E1B35}"/>
              </a:ext>
            </a:extLst>
          </p:cNvPr>
          <p:cNvSpPr/>
          <p:nvPr/>
        </p:nvSpPr>
        <p:spPr>
          <a:xfrm>
            <a:off x="83165" y="5093717"/>
            <a:ext cx="1854200" cy="461665"/>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mj-ea"/>
                <a:ea typeface="+mj-ea"/>
              </a:rPr>
              <a:t>Keywords</a:t>
            </a:r>
            <a:r>
              <a:rPr lang="zh-CN" altLang="en-US" sz="2000" b="1" dirty="0">
                <a:solidFill>
                  <a:schemeClr val="accent1"/>
                </a:solidFill>
                <a:latin typeface="+mj-ea"/>
                <a:ea typeface="+mj-ea"/>
              </a:rPr>
              <a:t>：</a:t>
            </a:r>
            <a:endParaRPr lang="en-US" altLang="zh-CN" sz="2000" b="1" dirty="0">
              <a:solidFill>
                <a:schemeClr val="accent1"/>
              </a:solidFill>
              <a:latin typeface="+mj-ea"/>
              <a:ea typeface="+mj-ea"/>
            </a:endParaRPr>
          </a:p>
        </p:txBody>
      </p:sp>
      <p:pic>
        <p:nvPicPr>
          <p:cNvPr id="11" name="图片 10">
            <a:extLst>
              <a:ext uri="{FF2B5EF4-FFF2-40B4-BE49-F238E27FC236}">
                <a16:creationId xmlns:a16="http://schemas.microsoft.com/office/drawing/2014/main" id="{0BBEB1B3-4573-1D88-D15A-F4F44BCFF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4151" y="799830"/>
            <a:ext cx="9063698" cy="2317733"/>
          </a:xfrm>
          <a:prstGeom prst="rect">
            <a:avLst/>
          </a:prstGeom>
        </p:spPr>
      </p:pic>
    </p:spTree>
    <p:extLst>
      <p:ext uri="{BB962C8B-B14F-4D97-AF65-F5344CB8AC3E}">
        <p14:creationId xmlns:p14="http://schemas.microsoft.com/office/powerpoint/2010/main" val="2260990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2F0E7-31E7-1310-2A1D-DF034EDD2A04}"/>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72B40B09-AE86-8CC2-E65A-880EE47C084E}"/>
              </a:ext>
            </a:extLst>
          </p:cNvPr>
          <p:cNvCxnSpPr>
            <a:stCxn id="23" idx="3"/>
          </p:cNvCxnSpPr>
          <p:nvPr/>
        </p:nvCxnSpPr>
        <p:spPr>
          <a:xfrm flipV="1">
            <a:off x="3964920" y="623737"/>
            <a:ext cx="689890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2FFF36C-FDD4-1454-2754-8A60249BBF47}"/>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2E2D285E-62F3-D654-E63A-4DA2195B2234}"/>
              </a:ext>
            </a:extLst>
          </p:cNvPr>
          <p:cNvSpPr txBox="1"/>
          <p:nvPr/>
        </p:nvSpPr>
        <p:spPr>
          <a:xfrm>
            <a:off x="1010265" y="410905"/>
            <a:ext cx="2954655" cy="461665"/>
          </a:xfrm>
          <a:prstGeom prst="rect">
            <a:avLst/>
          </a:prstGeom>
          <a:noFill/>
        </p:spPr>
        <p:txBody>
          <a:bodyPr wrap="none" rtlCol="0">
            <a:spAutoFit/>
          </a:bodyPr>
          <a:lstStyle/>
          <a:p>
            <a:r>
              <a:rPr lang="zh-CN" altLang="en-US" sz="2400" b="1" dirty="0">
                <a:latin typeface="+mj-ea"/>
                <a:ea typeface="+mj-ea"/>
              </a:rPr>
              <a:t>研究背景与核心问题</a:t>
            </a:r>
          </a:p>
        </p:txBody>
      </p:sp>
      <p:sp>
        <p:nvSpPr>
          <p:cNvPr id="6" name="文本框 5">
            <a:extLst>
              <a:ext uri="{FF2B5EF4-FFF2-40B4-BE49-F238E27FC236}">
                <a16:creationId xmlns:a16="http://schemas.microsoft.com/office/drawing/2014/main" id="{5E509359-AA41-AEBF-918E-1C9B8D9387B2}"/>
              </a:ext>
            </a:extLst>
          </p:cNvPr>
          <p:cNvSpPr txBox="1"/>
          <p:nvPr/>
        </p:nvSpPr>
        <p:spPr>
          <a:xfrm>
            <a:off x="695632" y="956543"/>
            <a:ext cx="5776420" cy="430887"/>
          </a:xfrm>
          <a:prstGeom prst="rect">
            <a:avLst/>
          </a:prstGeom>
          <a:noFill/>
        </p:spPr>
        <p:txBody>
          <a:bodyPr wrap="square" rtlCol="0">
            <a:spAutoFit/>
          </a:bodyPr>
          <a:lstStyle/>
          <a:p>
            <a:r>
              <a:rPr lang="en-US" altLang="zh-CN" sz="2200" b="1" dirty="0">
                <a:solidFill>
                  <a:schemeClr val="accent1"/>
                </a:solidFill>
                <a:latin typeface="+mj-ea"/>
                <a:ea typeface="+mj-ea"/>
              </a:rPr>
              <a:t>Background</a:t>
            </a:r>
            <a:endParaRPr lang="zh-CN" altLang="en-US" sz="2200" b="1" dirty="0">
              <a:solidFill>
                <a:schemeClr val="accent1"/>
              </a:solidFill>
              <a:latin typeface="+mj-ea"/>
              <a:ea typeface="+mj-ea"/>
            </a:endParaRPr>
          </a:p>
        </p:txBody>
      </p:sp>
      <p:cxnSp>
        <p:nvCxnSpPr>
          <p:cNvPr id="9" name="直接连接符 8">
            <a:extLst>
              <a:ext uri="{FF2B5EF4-FFF2-40B4-BE49-F238E27FC236}">
                <a16:creationId xmlns:a16="http://schemas.microsoft.com/office/drawing/2014/main" id="{35B8B644-7231-3CE7-50B5-F0193CBE0E7B}"/>
              </a:ext>
            </a:extLst>
          </p:cNvPr>
          <p:cNvCxnSpPr>
            <a:cxnSpLocks/>
          </p:cNvCxnSpPr>
          <p:nvPr/>
        </p:nvCxnSpPr>
        <p:spPr>
          <a:xfrm>
            <a:off x="695633" y="1430797"/>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3CE529A6-4CD4-4181-DD0A-36371A8A46CB}"/>
              </a:ext>
            </a:extLst>
          </p:cNvPr>
          <p:cNvSpPr txBox="1"/>
          <p:nvPr/>
        </p:nvSpPr>
        <p:spPr>
          <a:xfrm>
            <a:off x="695104" y="1524927"/>
            <a:ext cx="9402374" cy="2780569"/>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dirty="0"/>
              <a:t>表征学习旨在从原始数据中提取特征，支撑分类、检索等下游任务。涵盖图像、文本、人类流动等多模态数据。</a:t>
            </a:r>
            <a:endParaRPr lang="en-US" altLang="zh-CN" dirty="0"/>
          </a:p>
          <a:p>
            <a:pPr marL="285750" indent="-285750">
              <a:lnSpc>
                <a:spcPct val="200000"/>
              </a:lnSpc>
              <a:buClr>
                <a:schemeClr val="accent1"/>
              </a:buClr>
              <a:buFont typeface="Wingdings" panose="05000000000000000000" pitchFamily="2" charset="2"/>
              <a:buChar char="ü"/>
            </a:pPr>
            <a:r>
              <a:rPr lang="zh-CN" altLang="en-US" dirty="0"/>
              <a:t>主导语义：数据中</a:t>
            </a:r>
            <a:r>
              <a:rPr lang="zh-CN" altLang="en-US" b="1" dirty="0"/>
              <a:t>最显著的特征，</a:t>
            </a:r>
            <a:r>
              <a:rPr lang="en-US" altLang="zh-CN" dirty="0"/>
              <a:t> ——</a:t>
            </a:r>
            <a:r>
              <a:rPr lang="zh-CN" altLang="en-US" dirty="0"/>
              <a:t>数据集的标注和分布中就已产生。</a:t>
            </a:r>
            <a:endParaRPr lang="en-US" altLang="zh-CN" dirty="0"/>
          </a:p>
          <a:p>
            <a:pPr marL="742950" lvl="1" indent="-285750">
              <a:lnSpc>
                <a:spcPct val="200000"/>
              </a:lnSpc>
              <a:buClr>
                <a:schemeClr val="accent1"/>
              </a:buClr>
              <a:buFont typeface="Arial" panose="020B0604020202020204" pitchFamily="34" charset="0"/>
              <a:buChar char="•"/>
            </a:pPr>
            <a:r>
              <a:rPr lang="zh-CN" altLang="en-US" dirty="0"/>
              <a:t>城市数据集中的路网密度或商业</a:t>
            </a:r>
            <a:r>
              <a:rPr lang="en-US" altLang="zh-CN" dirty="0"/>
              <a:t>POI</a:t>
            </a:r>
            <a:r>
              <a:rPr lang="zh-CN" altLang="en-US" dirty="0"/>
              <a:t>分布，这些往往由数据集的标注和分布决定。</a:t>
            </a:r>
            <a:endParaRPr lang="en-US" altLang="zh-CN" b="1" dirty="0"/>
          </a:p>
          <a:p>
            <a:pPr marL="285750" indent="-285750">
              <a:lnSpc>
                <a:spcPct val="200000"/>
              </a:lnSpc>
              <a:buClr>
                <a:schemeClr val="accent1"/>
              </a:buClr>
              <a:buFont typeface="Wingdings" panose="05000000000000000000" pitchFamily="2" charset="2"/>
              <a:buChar char="ü"/>
            </a:pPr>
            <a:endParaRPr lang="en-US" altLang="zh-CN" dirty="0"/>
          </a:p>
        </p:txBody>
      </p:sp>
    </p:spTree>
    <p:extLst>
      <p:ext uri="{BB962C8B-B14F-4D97-AF65-F5344CB8AC3E}">
        <p14:creationId xmlns:p14="http://schemas.microsoft.com/office/powerpoint/2010/main" val="391022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CD840-DCED-A9B7-85C8-A1F75E22400E}"/>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6DDEF813-285B-F83E-A000-444D28CDCD26}"/>
              </a:ext>
            </a:extLst>
          </p:cNvPr>
          <p:cNvCxnSpPr>
            <a:stCxn id="23" idx="3"/>
          </p:cNvCxnSpPr>
          <p:nvPr/>
        </p:nvCxnSpPr>
        <p:spPr>
          <a:xfrm flipV="1">
            <a:off x="3964920" y="623737"/>
            <a:ext cx="6898906"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52B5DBB8-32BC-EFA9-DA4B-C21B5F619426}"/>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1</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A3DA5E9-FCD4-11BB-3DBF-2B5D0E83B3FD}"/>
              </a:ext>
            </a:extLst>
          </p:cNvPr>
          <p:cNvSpPr txBox="1"/>
          <p:nvPr/>
        </p:nvSpPr>
        <p:spPr>
          <a:xfrm>
            <a:off x="1010265" y="410905"/>
            <a:ext cx="2954655" cy="461665"/>
          </a:xfrm>
          <a:prstGeom prst="rect">
            <a:avLst/>
          </a:prstGeom>
          <a:noFill/>
        </p:spPr>
        <p:txBody>
          <a:bodyPr wrap="none" rtlCol="0">
            <a:spAutoFit/>
          </a:bodyPr>
          <a:lstStyle/>
          <a:p>
            <a:r>
              <a:rPr lang="zh-CN" altLang="en-US" sz="2400" b="1" dirty="0">
                <a:latin typeface="+mj-ea"/>
                <a:ea typeface="+mj-ea"/>
              </a:rPr>
              <a:t>研究背景与核心问题</a:t>
            </a:r>
          </a:p>
        </p:txBody>
      </p:sp>
      <p:sp>
        <p:nvSpPr>
          <p:cNvPr id="75" name="灯片编号占位符 74">
            <a:extLst>
              <a:ext uri="{FF2B5EF4-FFF2-40B4-BE49-F238E27FC236}">
                <a16:creationId xmlns:a16="http://schemas.microsoft.com/office/drawing/2014/main" id="{4828D9F8-6AC8-65AE-C276-7BDAEA989B00}"/>
              </a:ext>
            </a:extLst>
          </p:cNvPr>
          <p:cNvSpPr>
            <a:spLocks noGrp="1"/>
          </p:cNvSpPr>
          <p:nvPr>
            <p:ph type="sldNum" sz="quarter" idx="12"/>
          </p:nvPr>
        </p:nvSpPr>
        <p:spPr/>
        <p:txBody>
          <a:bodyPr/>
          <a:lstStyle/>
          <a:p>
            <a:fld id="{85D2FA34-3331-43EB-8D25-5E71EBC8F04D}" type="slidenum">
              <a:rPr lang="zh-CN" altLang="en-US" smtClean="0"/>
              <a:t>4</a:t>
            </a:fld>
            <a:endParaRPr lang="zh-CN" altLang="en-US"/>
          </a:p>
        </p:txBody>
      </p:sp>
      <p:sp>
        <p:nvSpPr>
          <p:cNvPr id="8" name="TextBox 50">
            <a:extLst>
              <a:ext uri="{FF2B5EF4-FFF2-40B4-BE49-F238E27FC236}">
                <a16:creationId xmlns:a16="http://schemas.microsoft.com/office/drawing/2014/main" id="{FC3C600C-22BA-E07C-0E3F-4F603C82BCF1}"/>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4" name="文本框 3">
            <a:extLst>
              <a:ext uri="{FF2B5EF4-FFF2-40B4-BE49-F238E27FC236}">
                <a16:creationId xmlns:a16="http://schemas.microsoft.com/office/drawing/2014/main" id="{6C0C8519-909A-5C0C-BC70-B44668A99FF7}"/>
              </a:ext>
            </a:extLst>
          </p:cNvPr>
          <p:cNvSpPr txBox="1"/>
          <p:nvPr/>
        </p:nvSpPr>
        <p:spPr>
          <a:xfrm>
            <a:off x="3041590" y="5122870"/>
            <a:ext cx="8578910" cy="1139351"/>
          </a:xfrm>
          <a:prstGeom prst="rect">
            <a:avLst/>
          </a:prstGeom>
          <a:noFill/>
        </p:spPr>
        <p:txBody>
          <a:bodyPr wrap="square" rtlCol="0">
            <a:spAutoFit/>
          </a:bodyPr>
          <a:lstStyle/>
          <a:p>
            <a:pPr>
              <a:lnSpc>
                <a:spcPct val="130000"/>
              </a:lnSpc>
            </a:pPr>
            <a:r>
              <a:rPr lang="zh-CN" altLang="en-US" dirty="0">
                <a:solidFill>
                  <a:schemeClr val="bg1"/>
                </a:solidFill>
              </a:rPr>
              <a:t>提出了一种用于区域表征学习的基于图的城市区域预训练和提示框架（</a:t>
            </a:r>
            <a:r>
              <a:rPr lang="en-US" altLang="zh-CN" dirty="0">
                <a:solidFill>
                  <a:schemeClr val="bg1"/>
                </a:solidFill>
              </a:rPr>
              <a:t>GURPP</a:t>
            </a:r>
            <a:r>
              <a:rPr lang="zh-CN" altLang="en-US" dirty="0">
                <a:solidFill>
                  <a:schemeClr val="bg1"/>
                </a:solidFill>
              </a:rPr>
              <a:t>），开发了一个以子图为中心的城市区域预训练模型，以捕获城市的通用知识；设计了两种基于图的提示方法来整合特定于任务的见解，以增强嵌入对不同任务的适应性。</a:t>
            </a:r>
          </a:p>
        </p:txBody>
      </p:sp>
      <p:sp>
        <p:nvSpPr>
          <p:cNvPr id="2" name="文本框 1">
            <a:extLst>
              <a:ext uri="{FF2B5EF4-FFF2-40B4-BE49-F238E27FC236}">
                <a16:creationId xmlns:a16="http://schemas.microsoft.com/office/drawing/2014/main" id="{06AD709A-4E51-AAAA-BD56-6A9240504CFE}"/>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Core Issue</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261317C9-C612-D22E-06AB-6FED73B748B6}"/>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AF92889-3948-42B7-56E6-69BF413996F7}"/>
              </a:ext>
            </a:extLst>
          </p:cNvPr>
          <p:cNvSpPr txBox="1"/>
          <p:nvPr/>
        </p:nvSpPr>
        <p:spPr>
          <a:xfrm>
            <a:off x="695104" y="1517082"/>
            <a:ext cx="9402374" cy="3888565"/>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b="1" dirty="0"/>
              <a:t>传统方法的固有偏见</a:t>
            </a:r>
            <a:r>
              <a:rPr lang="zh-CN" altLang="en-US" dirty="0"/>
              <a:t>：过去的表征学习默认以数据中的</a:t>
            </a:r>
            <a:r>
              <a:rPr lang="zh-CN" altLang="en-US" b="1" dirty="0"/>
              <a:t>主导语义为目标</a:t>
            </a:r>
            <a:r>
              <a:rPr lang="zh-CN" altLang="en-US" dirty="0"/>
              <a:t>，忽视了其他有意义的语义维度；</a:t>
            </a:r>
            <a:endParaRPr lang="en-US" altLang="zh-CN" dirty="0"/>
          </a:p>
          <a:p>
            <a:pPr marL="285750" indent="-285750">
              <a:lnSpc>
                <a:spcPct val="200000"/>
              </a:lnSpc>
              <a:buClr>
                <a:schemeClr val="accent1"/>
              </a:buClr>
              <a:buFont typeface="Wingdings" panose="05000000000000000000" pitchFamily="2" charset="2"/>
              <a:buChar char="ü"/>
            </a:pPr>
            <a:r>
              <a:rPr lang="zh-CN" altLang="en-US" b="1" dirty="0"/>
              <a:t>通用表征的多样化限制：</a:t>
            </a:r>
            <a:r>
              <a:rPr lang="zh-CN" altLang="en-US" dirty="0"/>
              <a:t>部分方法追求通用表征，希望其可以适配所有下游任务，事实上不同下游任务的核心诉求差异大：</a:t>
            </a:r>
            <a:endParaRPr lang="en-US" altLang="zh-CN" dirty="0"/>
          </a:p>
          <a:p>
            <a:pPr marL="742950" lvl="1" indent="-285750">
              <a:lnSpc>
                <a:spcPct val="200000"/>
              </a:lnSpc>
              <a:buClr>
                <a:schemeClr val="accent1"/>
              </a:buClr>
              <a:buFont typeface="Arial" panose="020B0604020202020204" pitchFamily="34" charset="0"/>
              <a:buChar char="•"/>
            </a:pPr>
            <a:r>
              <a:rPr lang="zh-CN" altLang="en-US" dirty="0"/>
              <a:t>城市规划分析：功能区特征</a:t>
            </a:r>
            <a:endParaRPr lang="en-US" altLang="zh-CN" dirty="0"/>
          </a:p>
          <a:p>
            <a:pPr marL="742950" lvl="1" indent="-285750">
              <a:lnSpc>
                <a:spcPct val="200000"/>
              </a:lnSpc>
              <a:buClr>
                <a:schemeClr val="accent1"/>
              </a:buClr>
              <a:buFont typeface="Arial" panose="020B0604020202020204" pitchFamily="34" charset="0"/>
              <a:buChar char="•"/>
            </a:pPr>
            <a:r>
              <a:rPr lang="zh-CN" altLang="en-US" dirty="0"/>
              <a:t>交通优化：流动密度特征</a:t>
            </a:r>
            <a:endParaRPr lang="en-US" altLang="zh-CN" dirty="0"/>
          </a:p>
          <a:p>
            <a:pPr lvl="1">
              <a:lnSpc>
                <a:spcPct val="200000"/>
              </a:lnSpc>
              <a:buClr>
                <a:schemeClr val="accent1"/>
              </a:buClr>
            </a:pPr>
            <a:r>
              <a:rPr lang="zh-CN" altLang="en-US" dirty="0"/>
              <a:t>通用表征只聚焦主导语义，部分任务中性能较差。</a:t>
            </a:r>
            <a:endParaRPr lang="en-US" altLang="zh-CN" dirty="0"/>
          </a:p>
        </p:txBody>
      </p:sp>
      <p:pic>
        <p:nvPicPr>
          <p:cNvPr id="5" name="图片 4">
            <a:extLst>
              <a:ext uri="{FF2B5EF4-FFF2-40B4-BE49-F238E27FC236}">
                <a16:creationId xmlns:a16="http://schemas.microsoft.com/office/drawing/2014/main" id="{EAEDA15B-08C3-4423-0927-278785A76ACB}"/>
              </a:ext>
            </a:extLst>
          </p:cNvPr>
          <p:cNvPicPr>
            <a:picLocks noChangeAspect="1"/>
          </p:cNvPicPr>
          <p:nvPr/>
        </p:nvPicPr>
        <p:blipFill>
          <a:blip r:embed="rId2"/>
          <a:stretch>
            <a:fillRect/>
          </a:stretch>
        </p:blipFill>
        <p:spPr>
          <a:xfrm>
            <a:off x="6282171" y="3345947"/>
            <a:ext cx="4879815" cy="3192965"/>
          </a:xfrm>
          <a:prstGeom prst="rect">
            <a:avLst/>
          </a:prstGeom>
        </p:spPr>
      </p:pic>
    </p:spTree>
    <p:extLst>
      <p:ext uri="{BB962C8B-B14F-4D97-AF65-F5344CB8AC3E}">
        <p14:creationId xmlns:p14="http://schemas.microsoft.com/office/powerpoint/2010/main" val="221109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2ABA-27E2-7618-8B43-1D13C41D7ACA}"/>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D18B4382-E816-CC29-C10E-EF13010C1E05}"/>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A454750-0045-313A-F4A9-500EE496EC0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2</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15DBB0A0-FD86-8E21-466C-8800C596ECAD}"/>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相关工作</a:t>
            </a:r>
          </a:p>
        </p:txBody>
      </p:sp>
      <p:sp>
        <p:nvSpPr>
          <p:cNvPr id="75" name="灯片编号占位符 74">
            <a:extLst>
              <a:ext uri="{FF2B5EF4-FFF2-40B4-BE49-F238E27FC236}">
                <a16:creationId xmlns:a16="http://schemas.microsoft.com/office/drawing/2014/main" id="{E9F65AA6-A2A2-FBC5-F0AB-C483C7193523}"/>
              </a:ext>
            </a:extLst>
          </p:cNvPr>
          <p:cNvSpPr>
            <a:spLocks noGrp="1"/>
          </p:cNvSpPr>
          <p:nvPr>
            <p:ph type="sldNum" sz="quarter" idx="12"/>
          </p:nvPr>
        </p:nvSpPr>
        <p:spPr/>
        <p:txBody>
          <a:bodyPr/>
          <a:lstStyle/>
          <a:p>
            <a:fld id="{85D2FA34-3331-43EB-8D25-5E71EBC8F04D}" type="slidenum">
              <a:rPr lang="zh-CN" altLang="en-US" smtClean="0"/>
              <a:t>5</a:t>
            </a:fld>
            <a:endParaRPr lang="zh-CN" altLang="en-US"/>
          </a:p>
        </p:txBody>
      </p:sp>
      <p:sp>
        <p:nvSpPr>
          <p:cNvPr id="8" name="TextBox 50">
            <a:extLst>
              <a:ext uri="{FF2B5EF4-FFF2-40B4-BE49-F238E27FC236}">
                <a16:creationId xmlns:a16="http://schemas.microsoft.com/office/drawing/2014/main" id="{F3D56609-460A-95FF-CAA5-EF601DD09DE6}"/>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ABE2AA0B-0D18-8904-3824-584286382F59}"/>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Related Work</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11A23AAA-2F73-5ABF-1B21-CD69B0CB8988}"/>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46BEDCD-A94C-6E06-33B0-2CEF92DF8D50}"/>
              </a:ext>
            </a:extLst>
          </p:cNvPr>
          <p:cNvSpPr txBox="1"/>
          <p:nvPr/>
        </p:nvSpPr>
        <p:spPr>
          <a:xfrm>
            <a:off x="695104" y="1517082"/>
            <a:ext cx="9402374" cy="3334567"/>
          </a:xfrm>
          <a:prstGeom prst="rect">
            <a:avLst/>
          </a:prstGeom>
          <a:noFill/>
        </p:spPr>
        <p:txBody>
          <a:bodyPr wrap="square" rtlCol="0">
            <a:spAutoFit/>
          </a:bodyPr>
          <a:lstStyle/>
          <a:p>
            <a:pPr marL="285750" indent="-285750">
              <a:lnSpc>
                <a:spcPct val="200000"/>
              </a:lnSpc>
              <a:buClr>
                <a:schemeClr val="accent1"/>
              </a:buClr>
              <a:buFont typeface="Wingdings" panose="05000000000000000000" pitchFamily="2" charset="2"/>
              <a:buChar char="ü"/>
            </a:pPr>
            <a:r>
              <a:rPr lang="zh-CN" altLang="en-US" b="1" dirty="0"/>
              <a:t>有监督微调</a:t>
            </a:r>
            <a:r>
              <a:rPr lang="zh-CN" altLang="en-US" dirty="0"/>
              <a:t>：</a:t>
            </a:r>
            <a:endParaRPr lang="en-US" altLang="zh-CN" dirty="0"/>
          </a:p>
          <a:p>
            <a:pPr marL="800100" lvl="1" indent="-342900">
              <a:lnSpc>
                <a:spcPct val="200000"/>
              </a:lnSpc>
              <a:buClr>
                <a:schemeClr val="accent1"/>
              </a:buClr>
              <a:buFont typeface="Arial" panose="020B0604020202020204" pitchFamily="34" charset="0"/>
              <a:buChar char="•"/>
            </a:pPr>
            <a:r>
              <a:rPr lang="zh-CN" altLang="en-US" dirty="0"/>
              <a:t>需要大量标注数据，时间和人力成本高</a:t>
            </a:r>
            <a:endParaRPr lang="en-US" altLang="zh-CN" dirty="0"/>
          </a:p>
          <a:p>
            <a:pPr marL="285750" indent="-285750">
              <a:lnSpc>
                <a:spcPct val="200000"/>
              </a:lnSpc>
              <a:buClr>
                <a:schemeClr val="accent1"/>
              </a:buClr>
              <a:buFont typeface="Wingdings" panose="05000000000000000000" pitchFamily="2" charset="2"/>
              <a:buChar char="ü"/>
            </a:pPr>
            <a:r>
              <a:rPr lang="zh-CN" altLang="en-US" dirty="0"/>
              <a:t>查询视觉问答模型（</a:t>
            </a:r>
            <a:r>
              <a:rPr lang="en-US" altLang="zh-CN" b="1" dirty="0"/>
              <a:t>VQA</a:t>
            </a:r>
            <a:r>
              <a:rPr lang="zh-CN" altLang="en-US" dirty="0"/>
              <a:t>）：</a:t>
            </a:r>
            <a:endParaRPr lang="en-US" altLang="zh-CN" dirty="0"/>
          </a:p>
          <a:p>
            <a:pPr marL="800100" lvl="1" indent="-342900">
              <a:lnSpc>
                <a:spcPct val="200000"/>
              </a:lnSpc>
              <a:buClr>
                <a:schemeClr val="accent1"/>
              </a:buClr>
              <a:buFont typeface="Arial" panose="020B0604020202020204" pitchFamily="34" charset="0"/>
              <a:buChar char="•"/>
            </a:pPr>
            <a:r>
              <a:rPr lang="zh-CN" altLang="en-US" dirty="0"/>
              <a:t>计算昂贵，需要为生成的文本额外增加表征步骤</a:t>
            </a:r>
            <a:endParaRPr lang="en-US" altLang="zh-CN" dirty="0"/>
          </a:p>
          <a:p>
            <a:pPr marL="285750" indent="-285750">
              <a:lnSpc>
                <a:spcPct val="200000"/>
              </a:lnSpc>
              <a:buClr>
                <a:schemeClr val="accent1"/>
              </a:buClr>
              <a:buFont typeface="Wingdings" panose="05000000000000000000" pitchFamily="2" charset="2"/>
              <a:buChar char="ü"/>
            </a:pPr>
            <a:r>
              <a:rPr lang="zh-CN" altLang="en-US" dirty="0"/>
              <a:t>学习不同任务间的潜在关联，最小化任务间的</a:t>
            </a:r>
            <a:r>
              <a:rPr lang="zh-CN" altLang="en-US" b="1" dirty="0"/>
              <a:t>迁移学习</a:t>
            </a:r>
            <a:r>
              <a:rPr lang="zh-CN" altLang="en-US" dirty="0"/>
              <a:t>路径：</a:t>
            </a:r>
            <a:endParaRPr lang="en-US" altLang="zh-CN" dirty="0"/>
          </a:p>
          <a:p>
            <a:pPr marL="800100" lvl="1" indent="-342900">
              <a:lnSpc>
                <a:spcPct val="200000"/>
              </a:lnSpc>
              <a:buClr>
                <a:schemeClr val="accent1"/>
              </a:buClr>
              <a:buFont typeface="Arial" panose="020B0604020202020204" pitchFamily="34" charset="0"/>
              <a:buChar char="•"/>
            </a:pPr>
            <a:r>
              <a:rPr lang="zh-CN" altLang="en-US" dirty="0"/>
              <a:t>没有考察任务特定标准与表征之间的关系</a:t>
            </a:r>
            <a:endParaRPr lang="en-US" altLang="zh-CN" dirty="0"/>
          </a:p>
        </p:txBody>
      </p:sp>
    </p:spTree>
    <p:extLst>
      <p:ext uri="{BB962C8B-B14F-4D97-AF65-F5344CB8AC3E}">
        <p14:creationId xmlns:p14="http://schemas.microsoft.com/office/powerpoint/2010/main" val="2864054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0DC62-506C-2902-1D66-85BA5CA4237D}"/>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7235A6BB-1C6A-2737-B9D6-72862D4B4D3C}"/>
              </a:ext>
            </a:extLst>
          </p:cNvPr>
          <p:cNvCxnSpPr>
            <a:stCxn id="23" idx="3"/>
          </p:cNvCxnSpPr>
          <p:nvPr/>
        </p:nvCxnSpPr>
        <p:spPr>
          <a:xfrm flipV="1">
            <a:off x="1810484" y="623737"/>
            <a:ext cx="9053342"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5656468-E111-6B26-8F79-7359E463C181}"/>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3</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C9A4BC8E-8720-97D9-DE6E-1E9C0489DBD2}"/>
              </a:ext>
            </a:extLst>
          </p:cNvPr>
          <p:cNvSpPr txBox="1"/>
          <p:nvPr/>
        </p:nvSpPr>
        <p:spPr>
          <a:xfrm>
            <a:off x="1010265" y="410905"/>
            <a:ext cx="800219" cy="461665"/>
          </a:xfrm>
          <a:prstGeom prst="rect">
            <a:avLst/>
          </a:prstGeom>
          <a:noFill/>
        </p:spPr>
        <p:txBody>
          <a:bodyPr wrap="none" rtlCol="0">
            <a:spAutoFit/>
          </a:bodyPr>
          <a:lstStyle/>
          <a:p>
            <a:r>
              <a:rPr lang="zh-CN" altLang="en-US" sz="2400" b="1" dirty="0">
                <a:latin typeface="+mj-ea"/>
                <a:ea typeface="+mj-ea"/>
              </a:rPr>
              <a:t>动机</a:t>
            </a:r>
          </a:p>
        </p:txBody>
      </p:sp>
      <p:sp>
        <p:nvSpPr>
          <p:cNvPr id="75" name="灯片编号占位符 74">
            <a:extLst>
              <a:ext uri="{FF2B5EF4-FFF2-40B4-BE49-F238E27FC236}">
                <a16:creationId xmlns:a16="http://schemas.microsoft.com/office/drawing/2014/main" id="{E77F62B9-2F0C-CE59-E1FF-9D326F4444FA}"/>
              </a:ext>
            </a:extLst>
          </p:cNvPr>
          <p:cNvSpPr>
            <a:spLocks noGrp="1"/>
          </p:cNvSpPr>
          <p:nvPr>
            <p:ph type="sldNum" sz="quarter" idx="12"/>
          </p:nvPr>
        </p:nvSpPr>
        <p:spPr/>
        <p:txBody>
          <a:bodyPr/>
          <a:lstStyle/>
          <a:p>
            <a:fld id="{85D2FA34-3331-43EB-8D25-5E71EBC8F04D}" type="slidenum">
              <a:rPr lang="zh-CN" altLang="en-US" smtClean="0"/>
              <a:t>6</a:t>
            </a:fld>
            <a:endParaRPr lang="zh-CN" altLang="en-US"/>
          </a:p>
        </p:txBody>
      </p:sp>
      <p:sp>
        <p:nvSpPr>
          <p:cNvPr id="8" name="TextBox 50">
            <a:extLst>
              <a:ext uri="{FF2B5EF4-FFF2-40B4-BE49-F238E27FC236}">
                <a16:creationId xmlns:a16="http://schemas.microsoft.com/office/drawing/2014/main" id="{55F9320E-DD29-340D-6E8C-5CB71C8C0E99}"/>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ED67AF27-4887-AF93-0863-286C9463E0FB}"/>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Motivation</a:t>
            </a:r>
            <a:endParaRPr lang="zh-CN" altLang="en-US" sz="2200" b="1" dirty="0">
              <a:solidFill>
                <a:schemeClr val="accent1"/>
              </a:solidFill>
              <a:latin typeface="+mj-ea"/>
              <a:ea typeface="+mj-ea"/>
            </a:endParaRPr>
          </a:p>
        </p:txBody>
      </p:sp>
      <p:cxnSp>
        <p:nvCxnSpPr>
          <p:cNvPr id="7" name="直接连接符 6">
            <a:extLst>
              <a:ext uri="{FF2B5EF4-FFF2-40B4-BE49-F238E27FC236}">
                <a16:creationId xmlns:a16="http://schemas.microsoft.com/office/drawing/2014/main" id="{F0B19138-5968-0609-C52B-BEFCDCD5A911}"/>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DEA6138-7D8E-4F81-9B71-F100A8CA60D8}"/>
              </a:ext>
            </a:extLst>
          </p:cNvPr>
          <p:cNvSpPr txBox="1"/>
          <p:nvPr/>
        </p:nvSpPr>
        <p:spPr>
          <a:xfrm>
            <a:off x="695104" y="1517082"/>
            <a:ext cx="9402374" cy="4996561"/>
          </a:xfrm>
          <a:prstGeom prst="rect">
            <a:avLst/>
          </a:prstGeom>
          <a:noFill/>
        </p:spPr>
        <p:txBody>
          <a:bodyPr wrap="square" rtlCol="0">
            <a:spAutoFit/>
          </a:bodyPr>
          <a:lstStyle/>
          <a:p>
            <a:pPr marL="342900" indent="-342900">
              <a:lnSpc>
                <a:spcPct val="200000"/>
              </a:lnSpc>
              <a:buClr>
                <a:schemeClr val="accent1"/>
              </a:buClr>
              <a:buFont typeface="Wingdings" panose="05000000000000000000" pitchFamily="2" charset="2"/>
              <a:buChar char="u"/>
            </a:pPr>
            <a:r>
              <a:rPr lang="zh-CN" altLang="en-US" b="1" dirty="0"/>
              <a:t>非主导语义的价值越来越重要</a:t>
            </a:r>
            <a:endParaRPr lang="en-US" altLang="zh-CN" b="1" dirty="0"/>
          </a:p>
          <a:p>
            <a:pPr marL="800100" lvl="1" indent="-342900">
              <a:lnSpc>
                <a:spcPct val="200000"/>
              </a:lnSpc>
              <a:buClr>
                <a:schemeClr val="accent1"/>
              </a:buClr>
              <a:buFont typeface="Arial" panose="020B0604020202020204" pitchFamily="34" charset="0"/>
              <a:buChar char="•"/>
            </a:pPr>
            <a:r>
              <a:rPr lang="zh-CN" altLang="en-US" dirty="0"/>
              <a:t>部分下游任务依赖</a:t>
            </a:r>
            <a:r>
              <a:rPr lang="zh-CN" altLang="en-US" b="1" dirty="0"/>
              <a:t>非主导语义</a:t>
            </a:r>
            <a:r>
              <a:rPr lang="zh-CN" altLang="en-US" dirty="0"/>
              <a:t>。如：城市区域的</a:t>
            </a:r>
            <a:r>
              <a:rPr lang="zh-CN" altLang="en-US" b="1" dirty="0"/>
              <a:t>绿化覆盖率</a:t>
            </a:r>
            <a:r>
              <a:rPr lang="zh-CN" altLang="en-US" dirty="0"/>
              <a:t>或</a:t>
            </a:r>
            <a:r>
              <a:rPr lang="zh-CN" altLang="en-US" b="1" dirty="0"/>
              <a:t>步行友好度</a:t>
            </a:r>
            <a:r>
              <a:rPr lang="zh-CN" altLang="en-US" dirty="0"/>
              <a:t>比主导的</a:t>
            </a:r>
            <a:r>
              <a:rPr lang="zh-CN" altLang="en-US" b="1" dirty="0"/>
              <a:t>商业密度</a:t>
            </a:r>
            <a:r>
              <a:rPr lang="zh-CN" altLang="en-US" dirty="0"/>
              <a:t>更能反映城市的</a:t>
            </a:r>
            <a:r>
              <a:rPr lang="zh-CN" altLang="en-US" b="1" dirty="0"/>
              <a:t>可持续发展</a:t>
            </a:r>
            <a:r>
              <a:rPr lang="zh-CN" altLang="en-US" dirty="0"/>
              <a:t>。</a:t>
            </a:r>
            <a:endParaRPr lang="en-US" altLang="zh-CN" dirty="0"/>
          </a:p>
          <a:p>
            <a:pPr marL="342900" indent="-342900">
              <a:lnSpc>
                <a:spcPct val="200000"/>
              </a:lnSpc>
              <a:buClr>
                <a:schemeClr val="accent1"/>
              </a:buClr>
              <a:buFont typeface="Wingdings" panose="05000000000000000000" pitchFamily="2" charset="2"/>
              <a:buChar char="u"/>
            </a:pPr>
            <a:r>
              <a:rPr lang="zh-CN" altLang="en-US" b="1" dirty="0"/>
              <a:t>传统表征的投入产出比太低</a:t>
            </a:r>
            <a:endParaRPr lang="en-US" altLang="zh-CN" b="1" dirty="0"/>
          </a:p>
          <a:p>
            <a:pPr marL="800100" lvl="1" indent="-342900">
              <a:lnSpc>
                <a:spcPct val="200000"/>
              </a:lnSpc>
              <a:buClr>
                <a:schemeClr val="accent1"/>
              </a:buClr>
              <a:buFont typeface="Arial" panose="020B0604020202020204" pitchFamily="34" charset="0"/>
              <a:buChar char="•"/>
            </a:pPr>
            <a:r>
              <a:rPr lang="zh-CN" altLang="en-US" dirty="0"/>
              <a:t>不同下游任务的准则不同，监督微调成本高；</a:t>
            </a:r>
            <a:endParaRPr lang="en-US" altLang="zh-CN" dirty="0"/>
          </a:p>
          <a:p>
            <a:pPr marL="800100" lvl="1" indent="-342900">
              <a:lnSpc>
                <a:spcPct val="200000"/>
              </a:lnSpc>
              <a:buClr>
                <a:schemeClr val="accent1"/>
              </a:buClr>
              <a:buFont typeface="Arial" panose="020B0604020202020204" pitchFamily="34" charset="0"/>
              <a:buChar char="•"/>
            </a:pPr>
            <a:r>
              <a:rPr lang="zh-CN" altLang="en-US" dirty="0"/>
              <a:t>准则可能会动态变化，传统方案无法</a:t>
            </a:r>
            <a:r>
              <a:rPr lang="zh-CN" altLang="en-US" b="1" dirty="0"/>
              <a:t>快速适配</a:t>
            </a:r>
            <a:r>
              <a:rPr lang="zh-CN" altLang="en-US" dirty="0"/>
              <a:t>，需重新微调。</a:t>
            </a:r>
            <a:endParaRPr lang="en-US" altLang="zh-CN" dirty="0"/>
          </a:p>
          <a:p>
            <a:pPr marL="342900" indent="-342900">
              <a:lnSpc>
                <a:spcPct val="200000"/>
              </a:lnSpc>
              <a:buClr>
                <a:schemeClr val="accent1"/>
              </a:buClr>
              <a:buFont typeface="Wingdings" panose="05000000000000000000" pitchFamily="2" charset="2"/>
              <a:buChar char="u"/>
            </a:pPr>
            <a:r>
              <a:rPr lang="zh-CN" altLang="en-US" b="1" dirty="0"/>
              <a:t>通用表征的瓶颈：从通用转向条件</a:t>
            </a:r>
            <a:endParaRPr lang="en-US" altLang="zh-CN" b="1" dirty="0"/>
          </a:p>
          <a:p>
            <a:pPr marL="800100" lvl="1" indent="-342900">
              <a:lnSpc>
                <a:spcPct val="200000"/>
              </a:lnSpc>
              <a:buClr>
                <a:schemeClr val="accent1"/>
              </a:buClr>
              <a:buFont typeface="Arial" panose="020B0604020202020204" pitchFamily="34" charset="0"/>
              <a:buChar char="•"/>
            </a:pPr>
            <a:r>
              <a:rPr lang="zh-CN" altLang="en-US" dirty="0"/>
              <a:t>过去集中在如何把通用表征做的</a:t>
            </a:r>
            <a:r>
              <a:rPr lang="zh-CN" altLang="en-US" b="1" dirty="0"/>
              <a:t>更准确</a:t>
            </a:r>
            <a:r>
              <a:rPr lang="zh-CN" altLang="en-US" dirty="0"/>
              <a:t>，未解决如何让表征</a:t>
            </a:r>
            <a:r>
              <a:rPr lang="zh-CN" altLang="en-US" b="1" dirty="0"/>
              <a:t>适配不同准则</a:t>
            </a:r>
            <a:r>
              <a:rPr lang="zh-CN" altLang="en-US" dirty="0"/>
              <a:t>的问题</a:t>
            </a:r>
            <a:r>
              <a:rPr lang="en-US" altLang="zh-CN" dirty="0"/>
              <a:t>,</a:t>
            </a:r>
            <a:r>
              <a:rPr lang="zh-CN" altLang="en-US" dirty="0"/>
              <a:t>部分场景下性能较差。</a:t>
            </a:r>
            <a:endParaRPr lang="en-US" altLang="zh-CN" dirty="0"/>
          </a:p>
        </p:txBody>
      </p:sp>
    </p:spTree>
    <p:extLst>
      <p:ext uri="{BB962C8B-B14F-4D97-AF65-F5344CB8AC3E}">
        <p14:creationId xmlns:p14="http://schemas.microsoft.com/office/powerpoint/2010/main" val="1891435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DC94F-7E05-E6DE-33D8-FD7733C13EF5}"/>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14730F1-E886-06FA-E777-2E9892BFCE03}"/>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CD4924B9-C5A8-D217-6441-945BFE79BD81}"/>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FFAD307E-5338-7B2E-4B5E-E036DC7784A7}"/>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092DA616-3386-1592-3561-FDD49E9D279E}"/>
              </a:ext>
            </a:extLst>
          </p:cNvPr>
          <p:cNvSpPr>
            <a:spLocks noGrp="1"/>
          </p:cNvSpPr>
          <p:nvPr>
            <p:ph type="sldNum" sz="quarter" idx="12"/>
          </p:nvPr>
        </p:nvSpPr>
        <p:spPr/>
        <p:txBody>
          <a:bodyPr/>
          <a:lstStyle/>
          <a:p>
            <a:fld id="{85D2FA34-3331-43EB-8D25-5E71EBC8F04D}" type="slidenum">
              <a:rPr lang="zh-CN" altLang="en-US" smtClean="0"/>
              <a:t>7</a:t>
            </a:fld>
            <a:endParaRPr lang="zh-CN" altLang="en-US"/>
          </a:p>
        </p:txBody>
      </p:sp>
      <p:sp>
        <p:nvSpPr>
          <p:cNvPr id="8" name="TextBox 50">
            <a:extLst>
              <a:ext uri="{FF2B5EF4-FFF2-40B4-BE49-F238E27FC236}">
                <a16:creationId xmlns:a16="http://schemas.microsoft.com/office/drawing/2014/main" id="{96159259-607C-C090-E9BE-9D853E8A7937}"/>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B77B9666-DF42-0952-C7A6-A3F3EEFBE652}"/>
              </a:ext>
            </a:extLst>
          </p:cNvPr>
          <p:cNvSpPr txBox="1"/>
          <p:nvPr/>
        </p:nvSpPr>
        <p:spPr>
          <a:xfrm>
            <a:off x="695632" y="948698"/>
            <a:ext cx="3741067" cy="430887"/>
          </a:xfrm>
          <a:prstGeom prst="rect">
            <a:avLst/>
          </a:prstGeom>
          <a:noFill/>
        </p:spPr>
        <p:txBody>
          <a:bodyPr wrap="square" rtlCol="0">
            <a:spAutoFit/>
          </a:bodyPr>
          <a:lstStyle/>
          <a:p>
            <a:r>
              <a:rPr lang="en-US" altLang="zh-CN" sz="2200" b="1" dirty="0">
                <a:solidFill>
                  <a:schemeClr val="accent1"/>
                </a:solidFill>
                <a:latin typeface="+mj-ea"/>
                <a:ea typeface="+mj-ea"/>
              </a:rPr>
              <a:t>CRL</a:t>
            </a:r>
            <a:r>
              <a:rPr lang="zh-CN" altLang="en-US" sz="2200" b="1" dirty="0">
                <a:solidFill>
                  <a:schemeClr val="accent1"/>
                </a:solidFill>
                <a:latin typeface="+mj-ea"/>
                <a:ea typeface="+mj-ea"/>
              </a:rPr>
              <a:t>框架设计</a:t>
            </a:r>
          </a:p>
        </p:txBody>
      </p:sp>
      <p:cxnSp>
        <p:nvCxnSpPr>
          <p:cNvPr id="7" name="直接连接符 6">
            <a:extLst>
              <a:ext uri="{FF2B5EF4-FFF2-40B4-BE49-F238E27FC236}">
                <a16:creationId xmlns:a16="http://schemas.microsoft.com/office/drawing/2014/main" id="{95B0A389-BAFC-7D5A-B871-767F9B468785}"/>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A0D3325C-BF7B-F1F3-C94F-B88EDCA9ADF0}"/>
              </a:ext>
            </a:extLst>
          </p:cNvPr>
          <p:cNvSpPr txBox="1"/>
          <p:nvPr/>
        </p:nvSpPr>
        <p:spPr>
          <a:xfrm>
            <a:off x="695104" y="1517082"/>
            <a:ext cx="9402374" cy="1848135"/>
          </a:xfrm>
          <a:prstGeom prst="rect">
            <a:avLst/>
          </a:prstGeom>
          <a:noFill/>
        </p:spPr>
        <p:txBody>
          <a:bodyPr wrap="square" rtlCol="0">
            <a:spAutoFit/>
          </a:bodyPr>
          <a:lstStyle/>
          <a:p>
            <a:pPr marL="457200" indent="-457200">
              <a:lnSpc>
                <a:spcPct val="200000"/>
              </a:lnSpc>
              <a:buClr>
                <a:schemeClr val="accent1"/>
              </a:buClr>
              <a:buFont typeface="Wingdings" panose="05000000000000000000" pitchFamily="2" charset="2"/>
              <a:buChar char="l"/>
            </a:pPr>
            <a:r>
              <a:rPr lang="en-US" altLang="zh-CN" sz="2000" dirty="0"/>
              <a:t>CRL</a:t>
            </a:r>
            <a:r>
              <a:rPr lang="zh-CN" altLang="en-US" sz="2000" dirty="0"/>
              <a:t>框架：一种简单有效的通用条件表征学习方法，可以适应不同的下游任务。</a:t>
            </a:r>
            <a:endParaRPr lang="en-US" altLang="zh-CN" sz="2000" dirty="0"/>
          </a:p>
          <a:p>
            <a:pPr marL="457200" indent="-457200">
              <a:lnSpc>
                <a:spcPct val="200000"/>
              </a:lnSpc>
              <a:buClr>
                <a:schemeClr val="accent1"/>
              </a:buClr>
              <a:buFont typeface="Wingdings" panose="05000000000000000000" pitchFamily="2" charset="2"/>
              <a:buChar char="l"/>
            </a:pPr>
            <a:r>
              <a:rPr lang="zh-CN" altLang="en-US" sz="2000" b="1" dirty="0"/>
              <a:t>核心思想：特征空间的语义由其基决定，一组恰当的描述性词汇可近似为定制化特征空间的基，捕获与用户指定准则对齐的特定语义属性。</a:t>
            </a:r>
            <a:endParaRPr lang="en-US" altLang="zh-CN" sz="2000" b="1" dirty="0"/>
          </a:p>
        </p:txBody>
      </p:sp>
      <p:pic>
        <p:nvPicPr>
          <p:cNvPr id="4" name="图片 3">
            <a:extLst>
              <a:ext uri="{FF2B5EF4-FFF2-40B4-BE49-F238E27FC236}">
                <a16:creationId xmlns:a16="http://schemas.microsoft.com/office/drawing/2014/main" id="{CFB35A8B-83A6-073A-3B1F-14516C5B4DB6}"/>
              </a:ext>
            </a:extLst>
          </p:cNvPr>
          <p:cNvPicPr>
            <a:picLocks noChangeAspect="1"/>
          </p:cNvPicPr>
          <p:nvPr/>
        </p:nvPicPr>
        <p:blipFill>
          <a:blip r:embed="rId2"/>
          <a:stretch>
            <a:fillRect/>
          </a:stretch>
        </p:blipFill>
        <p:spPr>
          <a:xfrm>
            <a:off x="1047261" y="3523596"/>
            <a:ext cx="10097478" cy="2674375"/>
          </a:xfrm>
          <a:prstGeom prst="rect">
            <a:avLst/>
          </a:prstGeom>
        </p:spPr>
      </p:pic>
    </p:spTree>
    <p:extLst>
      <p:ext uri="{BB962C8B-B14F-4D97-AF65-F5344CB8AC3E}">
        <p14:creationId xmlns:p14="http://schemas.microsoft.com/office/powerpoint/2010/main" val="131653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5F8A-2373-D365-338F-26EBBC397A1F}"/>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BC2ACF12-9F0F-3E99-99F6-D97B18DBA2E6}"/>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E8A5FDB0-E9F9-5CBA-7978-46E8D9239629}"/>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0A830488-E8EE-C60B-B9BB-4BAD6B700BBF}"/>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9759B616-AB09-F447-A805-2FFF6798B6EE}"/>
              </a:ext>
            </a:extLst>
          </p:cNvPr>
          <p:cNvSpPr>
            <a:spLocks noGrp="1"/>
          </p:cNvSpPr>
          <p:nvPr>
            <p:ph type="sldNum" sz="quarter" idx="12"/>
          </p:nvPr>
        </p:nvSpPr>
        <p:spPr/>
        <p:txBody>
          <a:bodyPr/>
          <a:lstStyle/>
          <a:p>
            <a:fld id="{85D2FA34-3331-43EB-8D25-5E71EBC8F04D}" type="slidenum">
              <a:rPr lang="zh-CN" altLang="en-US" smtClean="0"/>
              <a:t>8</a:t>
            </a:fld>
            <a:endParaRPr lang="zh-CN" altLang="en-US" dirty="0"/>
          </a:p>
        </p:txBody>
      </p:sp>
      <p:sp>
        <p:nvSpPr>
          <p:cNvPr id="8" name="TextBox 50">
            <a:extLst>
              <a:ext uri="{FF2B5EF4-FFF2-40B4-BE49-F238E27FC236}">
                <a16:creationId xmlns:a16="http://schemas.microsoft.com/office/drawing/2014/main" id="{A42CBD46-66B4-91D8-6BC3-0C5AE19BEF5E}"/>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25C06386-E5E3-821D-6436-429FBD0267FD}"/>
              </a:ext>
            </a:extLst>
          </p:cNvPr>
          <p:cNvSpPr txBox="1"/>
          <p:nvPr/>
        </p:nvSpPr>
        <p:spPr>
          <a:xfrm>
            <a:off x="695632" y="948698"/>
            <a:ext cx="5168886" cy="430887"/>
          </a:xfrm>
          <a:prstGeom prst="rect">
            <a:avLst/>
          </a:prstGeom>
          <a:noFill/>
        </p:spPr>
        <p:txBody>
          <a:bodyPr wrap="square" rtlCol="0">
            <a:spAutoFit/>
          </a:bodyPr>
          <a:lstStyle/>
          <a:p>
            <a:r>
              <a:rPr lang="en-US" altLang="zh-CN" sz="2200" b="1" dirty="0">
                <a:solidFill>
                  <a:schemeClr val="accent1"/>
                </a:solidFill>
                <a:latin typeface="+mj-ea"/>
                <a:ea typeface="+mj-ea"/>
              </a:rPr>
              <a:t>Step1</a:t>
            </a:r>
            <a:r>
              <a:rPr lang="zh-CN" altLang="en-US" sz="2200" b="1" dirty="0">
                <a:solidFill>
                  <a:schemeClr val="accent1"/>
                </a:solidFill>
                <a:latin typeface="+mj-ea"/>
                <a:ea typeface="+mj-ea"/>
              </a:rPr>
              <a:t>：基构建（</a:t>
            </a:r>
            <a:r>
              <a:rPr lang="en-US" altLang="zh-CN" sz="2200" b="1" dirty="0">
                <a:solidFill>
                  <a:schemeClr val="accent1"/>
                </a:solidFill>
                <a:latin typeface="+mj-ea"/>
                <a:ea typeface="+mj-ea"/>
              </a:rPr>
              <a:t>Basis Construction</a:t>
            </a:r>
            <a:r>
              <a:rPr lang="zh-CN" altLang="en-US" sz="2200" b="1" dirty="0">
                <a:solidFill>
                  <a:schemeClr val="accent1"/>
                </a:solidFill>
                <a:latin typeface="+mj-ea"/>
                <a:ea typeface="+mj-ea"/>
              </a:rPr>
              <a:t>）</a:t>
            </a:r>
          </a:p>
        </p:txBody>
      </p:sp>
      <p:cxnSp>
        <p:nvCxnSpPr>
          <p:cNvPr id="7" name="直接连接符 6">
            <a:extLst>
              <a:ext uri="{FF2B5EF4-FFF2-40B4-BE49-F238E27FC236}">
                <a16:creationId xmlns:a16="http://schemas.microsoft.com/office/drawing/2014/main" id="{301FB80A-ADCE-0C21-906E-9BD6F1ECD83F}"/>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6548351-F958-0C5D-028C-23CA6A336E93}"/>
              </a:ext>
            </a:extLst>
          </p:cNvPr>
          <p:cNvSpPr txBox="1"/>
          <p:nvPr/>
        </p:nvSpPr>
        <p:spPr>
          <a:xfrm>
            <a:off x="695104" y="1220760"/>
            <a:ext cx="9402374" cy="4439933"/>
          </a:xfrm>
          <a:prstGeom prst="rect">
            <a:avLst/>
          </a:prstGeom>
          <a:noFill/>
        </p:spPr>
        <p:txBody>
          <a:bodyPr wrap="square" rtlCol="0">
            <a:spAutoFit/>
          </a:bodyPr>
          <a:lstStyle/>
          <a:p>
            <a:pPr marL="514350" indent="-514350">
              <a:lnSpc>
                <a:spcPct val="200000"/>
              </a:lnSpc>
              <a:buClr>
                <a:schemeClr val="accent1"/>
              </a:buClr>
              <a:buFont typeface="+mj-lt"/>
              <a:buAutoNum type="romanUcPeriod"/>
            </a:pPr>
            <a:r>
              <a:rPr lang="en-US" altLang="zh-CN" dirty="0">
                <a:latin typeface="Times New Roman" panose="02020603050405020304" pitchFamily="18" charset="0"/>
                <a:cs typeface="Times New Roman" panose="02020603050405020304" pitchFamily="18" charset="0"/>
              </a:rPr>
              <a:t>LLM</a:t>
            </a:r>
            <a:r>
              <a:rPr lang="zh-CN" altLang="en-US" dirty="0">
                <a:latin typeface="Times New Roman" panose="02020603050405020304" pitchFamily="18" charset="0"/>
                <a:cs typeface="Times New Roman" panose="02020603050405020304" pitchFamily="18" charset="0"/>
              </a:rPr>
              <a:t>生成描述文本</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输入用户准则</a:t>
            </a: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，通过</a:t>
            </a:r>
            <a:r>
              <a:rPr lang="en-US" altLang="zh-CN" dirty="0">
                <a:latin typeface="Times New Roman" panose="02020603050405020304" pitchFamily="18" charset="0"/>
                <a:cs typeface="Times New Roman" panose="02020603050405020304" pitchFamily="18" charset="0"/>
              </a:rPr>
              <a:t>Prompt</a:t>
            </a:r>
            <a:r>
              <a:rPr lang="zh-CN" altLang="en-US" dirty="0">
                <a:latin typeface="Times New Roman" panose="02020603050405020304" pitchFamily="18" charset="0"/>
                <a:cs typeface="Times New Roman" panose="02020603050405020304" pitchFamily="18" charset="0"/>
              </a:rPr>
              <a:t>模板</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Light"/>
                <a:cs typeface="Times New Roman" panose="02020603050405020304" pitchFamily="18" charset="0"/>
              </a:rPr>
              <a:t>P</a:t>
            </a:r>
            <a:r>
              <a:rPr kumimoji="0" lang="en-US" altLang="zh-CN" i="0" u="none" strike="noStrike" kern="1200" cap="none" spc="0" normalizeH="0" baseline="-25000" noProof="0" dirty="0">
                <a:ln>
                  <a:noFill/>
                </a:ln>
                <a:solidFill>
                  <a:prstClr val="black"/>
                </a:solidFill>
                <a:effectLst/>
                <a:uLnTx/>
                <a:uFillTx/>
                <a:latin typeface="Times New Roman" panose="02020603050405020304" pitchFamily="18" charset="0"/>
                <a:ea typeface="微软雅黑 Light"/>
                <a:cs typeface="Times New Roman" panose="02020603050405020304" pitchFamily="18" charset="0"/>
              </a:rPr>
              <a:t>1</a:t>
            </a:r>
            <a:r>
              <a:rPr kumimoji="0" lang="en-US" altLang="zh-CN" b="1" i="0" u="none" strike="noStrike" kern="1200" cap="none" spc="0" normalizeH="0" baseline="-25000" noProof="0" dirty="0">
                <a:ln>
                  <a:noFill/>
                </a:ln>
                <a:solidFill>
                  <a:prstClr val="black"/>
                </a:solidFill>
                <a:effectLst/>
                <a:uLnTx/>
                <a:uFillTx/>
                <a:latin typeface="Times New Roman" panose="02020603050405020304" pitchFamily="18" charset="0"/>
                <a:ea typeface="微软雅黑 Light"/>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，让</a:t>
            </a:r>
            <a:r>
              <a:rPr lang="en-US" altLang="zh-CN" dirty="0">
                <a:latin typeface="Times New Roman" panose="02020603050405020304" pitchFamily="18" charset="0"/>
                <a:cs typeface="Times New Roman" panose="02020603050405020304" pitchFamily="18" charset="0"/>
              </a:rPr>
              <a:t>LLM</a:t>
            </a:r>
            <a:r>
              <a:rPr lang="zh-CN" altLang="en-US" dirty="0">
                <a:latin typeface="Times New Roman" panose="02020603050405020304" pitchFamily="18" charset="0"/>
                <a:cs typeface="Times New Roman" panose="02020603050405020304" pitchFamily="18" charset="0"/>
              </a:rPr>
              <a:t>输出文本集合</a:t>
            </a:r>
            <a:r>
              <a:rPr lang="en-US" altLang="zh-CN" dirty="0">
                <a:latin typeface="Times New Roman" panose="02020603050405020304" pitchFamily="18" charset="0"/>
                <a:cs typeface="Times New Roman" panose="02020603050405020304" pitchFamily="18" charset="0"/>
              </a:rPr>
              <a:t>W</a:t>
            </a:r>
          </a:p>
          <a:p>
            <a:pPr lvl="1" algn="ctr">
              <a:lnSpc>
                <a:spcPct val="200000"/>
              </a:lnSpc>
              <a:buClr>
                <a:schemeClr val="accent1"/>
              </a:buClr>
            </a:pPr>
            <a:r>
              <a:rPr lang="en-US" altLang="zh-CN" b="1" dirty="0">
                <a:latin typeface="Times New Roman" panose="02020603050405020304" pitchFamily="18" charset="0"/>
                <a:cs typeface="Times New Roman" panose="02020603050405020304" pitchFamily="18" charset="0"/>
              </a:rPr>
              <a:t>W = LLM(P</a:t>
            </a:r>
            <a:r>
              <a:rPr lang="en-US" altLang="zh-CN" b="1" baseline="-25000" dirty="0">
                <a:latin typeface="Times New Roman" panose="02020603050405020304" pitchFamily="18" charset="0"/>
                <a:cs typeface="Times New Roman" panose="02020603050405020304" pitchFamily="18" charset="0"/>
              </a:rPr>
              <a:t>1</a:t>
            </a:r>
            <a:r>
              <a:rPr lang="en-US" altLang="zh-CN" b="1" dirty="0">
                <a:latin typeface="Times New Roman" panose="02020603050405020304" pitchFamily="18" charset="0"/>
                <a:cs typeface="Times New Roman" panose="02020603050405020304" pitchFamily="18" charset="0"/>
              </a:rPr>
              <a:t>, C)</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示例：准则</a:t>
            </a:r>
            <a:r>
              <a:rPr lang="en-US" altLang="zh-CN" dirty="0">
                <a:latin typeface="Times New Roman" panose="02020603050405020304" pitchFamily="18" charset="0"/>
                <a:cs typeface="Times New Roman" panose="02020603050405020304" pitchFamily="18" charset="0"/>
              </a:rPr>
              <a:t>color</a:t>
            </a:r>
            <a:r>
              <a:rPr lang="zh-CN" altLang="en-US" dirty="0">
                <a:latin typeface="Times New Roman" panose="02020603050405020304" pitchFamily="18" charset="0"/>
                <a:cs typeface="Times New Roman" panose="02020603050405020304" pitchFamily="18" charset="0"/>
              </a:rPr>
              <a:t>对应</a:t>
            </a:r>
            <a:r>
              <a:rPr lang="en-US" altLang="zh-CN" dirty="0">
                <a:latin typeface="Times New Roman" panose="02020603050405020304" pitchFamily="18" charset="0"/>
                <a:cs typeface="Times New Roman" panose="02020603050405020304" pitchFamily="18" charset="0"/>
              </a:rPr>
              <a:t>W=["red", "crimson", "scarlet", "green", "blue", ...]</a:t>
            </a:r>
          </a:p>
          <a:p>
            <a:pPr marL="514350" indent="-514350">
              <a:lnSpc>
                <a:spcPct val="200000"/>
              </a:lnSpc>
              <a:buClr>
                <a:schemeClr val="accent1"/>
              </a:buClr>
              <a:buFont typeface="+mj-lt"/>
              <a:buAutoNum type="romanUcPeriod"/>
            </a:pPr>
            <a:r>
              <a:rPr lang="en-US" altLang="zh-CN" dirty="0">
                <a:latin typeface="Times New Roman" panose="02020603050405020304" pitchFamily="18" charset="0"/>
                <a:cs typeface="Times New Roman" panose="02020603050405020304" pitchFamily="18" charset="0"/>
              </a:rPr>
              <a:t>VLM</a:t>
            </a:r>
            <a:r>
              <a:rPr lang="zh-CN" altLang="en-US" dirty="0">
                <a:latin typeface="Times New Roman" panose="02020603050405020304" pitchFamily="18" charset="0"/>
                <a:cs typeface="Times New Roman" panose="02020603050405020304" pitchFamily="18" charset="0"/>
              </a:rPr>
              <a:t>编码文本基</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将</a:t>
            </a:r>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输入</a:t>
            </a:r>
            <a:r>
              <a:rPr lang="en-US" altLang="zh-CN" dirty="0">
                <a:latin typeface="Times New Roman" panose="02020603050405020304" pitchFamily="18" charset="0"/>
                <a:cs typeface="Times New Roman" panose="02020603050405020304" pitchFamily="18" charset="0"/>
              </a:rPr>
              <a:t>VLM</a:t>
            </a:r>
            <a:r>
              <a:rPr lang="zh-CN" altLang="en-US" dirty="0">
                <a:latin typeface="Times New Roman" panose="02020603050405020304" pitchFamily="18" charset="0"/>
                <a:cs typeface="Times New Roman" panose="02020603050405020304" pitchFamily="18" charset="0"/>
              </a:rPr>
              <a:t>文本编辑器，结合</a:t>
            </a:r>
            <a:r>
              <a:rPr lang="en-US" altLang="zh-CN" dirty="0">
                <a:latin typeface="Times New Roman" panose="02020603050405020304" pitchFamily="18" charset="0"/>
                <a:cs typeface="Times New Roman" panose="02020603050405020304" pitchFamily="18" charset="0"/>
              </a:rPr>
              <a:t>Prompt</a:t>
            </a:r>
            <a:r>
              <a:rPr lang="zh-CN" altLang="en-US" dirty="0">
                <a:latin typeface="Times New Roman" panose="02020603050405020304" pitchFamily="18" charset="0"/>
                <a:cs typeface="Times New Roman" panose="02020603050405020304" pitchFamily="18" charset="0"/>
              </a:rPr>
              <a:t>模板</a:t>
            </a:r>
            <a:r>
              <a:rPr lang="en-US" altLang="zh-CN" dirty="0">
                <a:latin typeface="Times New Roman" panose="02020603050405020304" pitchFamily="18" charset="0"/>
                <a:cs typeface="Times New Roman" panose="02020603050405020304" pitchFamily="18" charset="0"/>
              </a:rPr>
              <a:t>P</a:t>
            </a:r>
            <a:r>
              <a:rPr lang="en-US" altLang="zh-CN" baseline="-25000" dirty="0">
                <a:latin typeface="Times New Roman" panose="02020603050405020304" pitchFamily="18" charset="0"/>
                <a:cs typeface="Times New Roman" panose="02020603050405020304" pitchFamily="18" charset="0"/>
              </a:rPr>
              <a:t>2</a:t>
            </a:r>
            <a:r>
              <a:rPr lang="zh-CN" altLang="en-US" baseline="-25000"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生成归一化的文本基</a:t>
            </a:r>
            <a:r>
              <a:rPr lang="en-US" altLang="zh-CN" dirty="0">
                <a:latin typeface="Times New Roman" panose="02020603050405020304" pitchFamily="18" charset="0"/>
                <a:cs typeface="Times New Roman" panose="02020603050405020304" pitchFamily="18" charset="0"/>
              </a:rPr>
              <a:t>T</a:t>
            </a:r>
          </a:p>
          <a:p>
            <a:pPr lvl="1" algn="ctr">
              <a:lnSpc>
                <a:spcPct val="200000"/>
              </a:lnSpc>
              <a:buClr>
                <a:schemeClr val="accent1"/>
              </a:buClr>
            </a:pPr>
            <a:r>
              <a:rPr lang="en-US" altLang="zh-CN" b="1" dirty="0">
                <a:latin typeface="Times New Roman" panose="02020603050405020304" pitchFamily="18" charset="0"/>
                <a:cs typeface="Times New Roman" panose="02020603050405020304" pitchFamily="18" charset="0"/>
              </a:rPr>
              <a:t>T = </a:t>
            </a:r>
            <a:r>
              <a:rPr lang="en-US" altLang="zh-CN" b="1" dirty="0" err="1">
                <a:latin typeface="Times New Roman" panose="02020603050405020304" pitchFamily="18" charset="0"/>
                <a:cs typeface="Times New Roman" panose="02020603050405020304" pitchFamily="18" charset="0"/>
              </a:rPr>
              <a:t>VLM</a:t>
            </a:r>
            <a:r>
              <a:rPr lang="en-US" altLang="zh-CN" b="1" baseline="-25000" dirty="0" err="1">
                <a:latin typeface="Times New Roman" panose="02020603050405020304" pitchFamily="18" charset="0"/>
                <a:cs typeface="Times New Roman" panose="02020603050405020304" pitchFamily="18" charset="0"/>
              </a:rPr>
              <a:t>text</a:t>
            </a:r>
            <a:r>
              <a:rPr lang="en-US" altLang="zh-CN" b="1" dirty="0">
                <a:latin typeface="Times New Roman" panose="02020603050405020304" pitchFamily="18" charset="0"/>
                <a:cs typeface="Times New Roman" panose="02020603050405020304" pitchFamily="18" charset="0"/>
              </a:rPr>
              <a:t>(P</a:t>
            </a:r>
            <a:r>
              <a:rPr lang="en-US" altLang="zh-CN" b="1" baseline="-25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 C, W )</a:t>
            </a:r>
            <a:endParaRPr lang="en-US" altLang="zh-CN" dirty="0">
              <a:latin typeface="Times New Roman" panose="02020603050405020304" pitchFamily="18" charset="0"/>
              <a:cs typeface="Times New Roman" panose="02020603050405020304" pitchFamily="18" charset="0"/>
            </a:endParaRPr>
          </a:p>
          <a:p>
            <a:pPr marL="514350" indent="-514350">
              <a:lnSpc>
                <a:spcPct val="200000"/>
              </a:lnSpc>
              <a:buClr>
                <a:schemeClr val="accent1"/>
              </a:buClr>
              <a:buFont typeface="+mj-lt"/>
              <a:buAutoNum type="romanUcPeriod"/>
            </a:pPr>
            <a:endParaRPr lang="en-US" altLang="zh-CN"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DDA0926-BD24-C9AC-6203-18C1F188E264}"/>
              </a:ext>
            </a:extLst>
          </p:cNvPr>
          <p:cNvPicPr>
            <a:picLocks noChangeAspect="1"/>
          </p:cNvPicPr>
          <p:nvPr/>
        </p:nvPicPr>
        <p:blipFill>
          <a:blip r:embed="rId2"/>
          <a:stretch>
            <a:fillRect/>
          </a:stretch>
        </p:blipFill>
        <p:spPr>
          <a:xfrm>
            <a:off x="2686995" y="5135486"/>
            <a:ext cx="6818010" cy="1454798"/>
          </a:xfrm>
          <a:prstGeom prst="rect">
            <a:avLst/>
          </a:prstGeom>
        </p:spPr>
      </p:pic>
    </p:spTree>
    <p:extLst>
      <p:ext uri="{BB962C8B-B14F-4D97-AF65-F5344CB8AC3E}">
        <p14:creationId xmlns:p14="http://schemas.microsoft.com/office/powerpoint/2010/main" val="311444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95CB-D4E3-FBC4-A32D-24CE25068245}"/>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E4E6931B-7A7E-0550-2E5D-39A6378168DD}"/>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13927B09-975C-703B-44F6-A806DBA7287F}"/>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7A76BD57-0A99-8FB7-C6E4-FAF5DD629C9C}"/>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8F72FA37-1AAF-A340-3D0B-369F87907E83}"/>
              </a:ext>
            </a:extLst>
          </p:cNvPr>
          <p:cNvSpPr>
            <a:spLocks noGrp="1"/>
          </p:cNvSpPr>
          <p:nvPr>
            <p:ph type="sldNum" sz="quarter" idx="12"/>
          </p:nvPr>
        </p:nvSpPr>
        <p:spPr/>
        <p:txBody>
          <a:bodyPr/>
          <a:lstStyle/>
          <a:p>
            <a:fld id="{85D2FA34-3331-43EB-8D25-5E71EBC8F04D}" type="slidenum">
              <a:rPr lang="zh-CN" altLang="en-US" smtClean="0"/>
              <a:t>9</a:t>
            </a:fld>
            <a:endParaRPr lang="zh-CN" altLang="en-US"/>
          </a:p>
        </p:txBody>
      </p:sp>
      <p:sp>
        <p:nvSpPr>
          <p:cNvPr id="8" name="TextBox 50">
            <a:extLst>
              <a:ext uri="{FF2B5EF4-FFF2-40B4-BE49-F238E27FC236}">
                <a16:creationId xmlns:a16="http://schemas.microsoft.com/office/drawing/2014/main" id="{7C9BC0B4-A5ED-5442-AAE9-B35798F5844A}"/>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D8657D30-BAA0-8766-956E-4F9A6D3AC032}"/>
              </a:ext>
            </a:extLst>
          </p:cNvPr>
          <p:cNvSpPr txBox="1"/>
          <p:nvPr/>
        </p:nvSpPr>
        <p:spPr>
          <a:xfrm>
            <a:off x="695631" y="948698"/>
            <a:ext cx="8976513" cy="430887"/>
          </a:xfrm>
          <a:prstGeom prst="rect">
            <a:avLst/>
          </a:prstGeom>
          <a:noFill/>
        </p:spPr>
        <p:txBody>
          <a:bodyPr wrap="square" rtlCol="0">
            <a:spAutoFit/>
          </a:bodyPr>
          <a:lstStyle/>
          <a:p>
            <a:r>
              <a:rPr lang="en-US" altLang="zh-CN" sz="2200" b="1" dirty="0">
                <a:solidFill>
                  <a:schemeClr val="accent1"/>
                </a:solidFill>
                <a:latin typeface="+mj-ea"/>
                <a:ea typeface="+mj-ea"/>
              </a:rPr>
              <a:t>Step2</a:t>
            </a:r>
            <a:r>
              <a:rPr lang="zh-CN" altLang="en-US" sz="2200" b="1" dirty="0">
                <a:solidFill>
                  <a:schemeClr val="accent1"/>
                </a:solidFill>
                <a:latin typeface="+mj-ea"/>
                <a:ea typeface="+mj-ea"/>
              </a:rPr>
              <a:t>：表征转换（</a:t>
            </a:r>
            <a:r>
              <a:rPr lang="en-US" altLang="zh-CN" sz="2200" b="1" dirty="0">
                <a:solidFill>
                  <a:schemeClr val="accent1"/>
                </a:solidFill>
                <a:latin typeface="+mj-ea"/>
                <a:ea typeface="+mj-ea"/>
              </a:rPr>
              <a:t>Representation Transformation</a:t>
            </a:r>
            <a:r>
              <a:rPr lang="zh-CN" altLang="en-US" sz="2200" b="1" dirty="0">
                <a:solidFill>
                  <a:schemeClr val="accent1"/>
                </a:solidFill>
                <a:latin typeface="+mj-ea"/>
                <a:ea typeface="+mj-ea"/>
              </a:rPr>
              <a:t>）</a:t>
            </a:r>
          </a:p>
        </p:txBody>
      </p:sp>
      <p:cxnSp>
        <p:nvCxnSpPr>
          <p:cNvPr id="7" name="直接连接符 6">
            <a:extLst>
              <a:ext uri="{FF2B5EF4-FFF2-40B4-BE49-F238E27FC236}">
                <a16:creationId xmlns:a16="http://schemas.microsoft.com/office/drawing/2014/main" id="{BF5E9796-5097-4299-EC1A-E0E1C294D224}"/>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09334E4-127A-805C-04C7-6B0E85507072}"/>
              </a:ext>
            </a:extLst>
          </p:cNvPr>
          <p:cNvSpPr txBox="1"/>
          <p:nvPr/>
        </p:nvSpPr>
        <p:spPr>
          <a:xfrm>
            <a:off x="695104" y="1220760"/>
            <a:ext cx="9402374" cy="3885936"/>
          </a:xfrm>
          <a:prstGeom prst="rect">
            <a:avLst/>
          </a:prstGeom>
          <a:noFill/>
        </p:spPr>
        <p:txBody>
          <a:bodyPr wrap="square" rtlCol="0">
            <a:spAutoFit/>
          </a:bodyPr>
          <a:lstStyle/>
          <a:p>
            <a:pPr marL="514350" indent="-514350">
              <a:lnSpc>
                <a:spcPct val="200000"/>
              </a:lnSpc>
              <a:buClr>
                <a:schemeClr val="accent1"/>
              </a:buClr>
              <a:buFont typeface="+mj-lt"/>
              <a:buAutoNum type="romanUcPeriod"/>
            </a:pPr>
            <a:r>
              <a:rPr lang="zh-CN" altLang="en-US" dirty="0">
                <a:latin typeface="Times New Roman" panose="02020603050405020304" pitchFamily="18" charset="0"/>
                <a:cs typeface="Times New Roman" panose="02020603050405020304" pitchFamily="18" charset="0"/>
              </a:rPr>
              <a:t>获取原始图像表征</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用</a:t>
            </a:r>
            <a:r>
              <a:rPr lang="en-US" altLang="zh-CN" dirty="0">
                <a:latin typeface="Times New Roman" panose="02020603050405020304" pitchFamily="18" charset="0"/>
                <a:cs typeface="Times New Roman" panose="02020603050405020304" pitchFamily="18" charset="0"/>
              </a:rPr>
              <a:t>VLM</a:t>
            </a:r>
            <a:r>
              <a:rPr lang="zh-CN" altLang="en-US" dirty="0">
                <a:latin typeface="Times New Roman" panose="02020603050405020304" pitchFamily="18" charset="0"/>
                <a:cs typeface="Times New Roman" panose="02020603050405020304" pitchFamily="18" charset="0"/>
              </a:rPr>
              <a:t>图像编码器处理图像</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，得到原始通用表征</a:t>
            </a:r>
            <a:r>
              <a:rPr lang="en-US" altLang="zh-CN" dirty="0">
                <a:latin typeface="Times New Roman" panose="02020603050405020304" pitchFamily="18" charset="0"/>
                <a:cs typeface="Times New Roman" panose="02020603050405020304" pitchFamily="18" charset="0"/>
              </a:rPr>
              <a:t>I</a:t>
            </a:r>
          </a:p>
          <a:p>
            <a:pPr lvl="1" algn="ctr">
              <a:lnSpc>
                <a:spcPct val="200000"/>
              </a:lnSpc>
              <a:buClr>
                <a:schemeClr val="accent1"/>
              </a:buClr>
            </a:pPr>
            <a:r>
              <a:rPr lang="en-US" altLang="zh-CN" b="1" dirty="0">
                <a:latin typeface="Times New Roman" panose="02020603050405020304" pitchFamily="18" charset="0"/>
                <a:cs typeface="Times New Roman" panose="02020603050405020304" pitchFamily="18" charset="0"/>
              </a:rPr>
              <a:t>I = </a:t>
            </a:r>
            <a:r>
              <a:rPr lang="en-US" altLang="zh-CN" b="1" dirty="0" err="1">
                <a:latin typeface="Times New Roman" panose="02020603050405020304" pitchFamily="18" charset="0"/>
                <a:cs typeface="Times New Roman" panose="02020603050405020304" pitchFamily="18" charset="0"/>
              </a:rPr>
              <a:t>VLM_image</a:t>
            </a:r>
            <a:r>
              <a:rPr lang="en-US" altLang="zh-CN" b="1" dirty="0">
                <a:latin typeface="Times New Roman" panose="02020603050405020304" pitchFamily="18" charset="0"/>
                <a:cs typeface="Times New Roman" panose="02020603050405020304" pitchFamily="18" charset="0"/>
              </a:rPr>
              <a:t>(X)</a:t>
            </a:r>
            <a:endParaRPr lang="en-US" altLang="zh-CN" dirty="0">
              <a:latin typeface="Times New Roman" panose="02020603050405020304" pitchFamily="18" charset="0"/>
              <a:cs typeface="Times New Roman" panose="02020603050405020304" pitchFamily="18" charset="0"/>
            </a:endParaRPr>
          </a:p>
          <a:p>
            <a:pPr marL="514350" indent="-514350">
              <a:lnSpc>
                <a:spcPct val="200000"/>
              </a:lnSpc>
              <a:buClr>
                <a:schemeClr val="accent1"/>
              </a:buClr>
              <a:buFont typeface="+mj-lt"/>
              <a:buAutoNum type="romanUcPeriod"/>
            </a:pPr>
            <a:r>
              <a:rPr lang="zh-CN" altLang="en-US" dirty="0">
                <a:latin typeface="Times New Roman" panose="02020603050405020304" pitchFamily="18" charset="0"/>
                <a:cs typeface="Times New Roman" panose="02020603050405020304" pitchFamily="18" charset="0"/>
              </a:rPr>
              <a:t>投影到定制化空间</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通过矩阵乘法将</a:t>
            </a:r>
            <a:r>
              <a:rPr lang="en-US" altLang="zh-CN" dirty="0">
                <a:latin typeface="Times New Roman" panose="02020603050405020304" pitchFamily="18" charset="0"/>
                <a:cs typeface="Times New Roman" panose="02020603050405020304" pitchFamily="18" charset="0"/>
              </a:rPr>
              <a:t>I</a:t>
            </a:r>
            <a:r>
              <a:rPr lang="zh-CN" altLang="en-US" dirty="0">
                <a:latin typeface="Times New Roman" panose="02020603050405020304" pitchFamily="18" charset="0"/>
                <a:cs typeface="Times New Roman" panose="02020603050405020304" pitchFamily="18" charset="0"/>
              </a:rPr>
              <a:t>投影到</a:t>
            </a: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张成的条件空间，得到条件表征</a:t>
            </a:r>
            <a:r>
              <a:rPr lang="en-US" altLang="zh-CN" dirty="0">
                <a:latin typeface="Times New Roman" panose="02020603050405020304" pitchFamily="18" charset="0"/>
                <a:cs typeface="Times New Roman" panose="02020603050405020304" pitchFamily="18" charset="0"/>
              </a:rPr>
              <a:t>R</a:t>
            </a:r>
          </a:p>
          <a:p>
            <a:pPr lvl="1" algn="ctr">
              <a:lnSpc>
                <a:spcPct val="200000"/>
              </a:lnSpc>
              <a:buClr>
                <a:schemeClr val="accent1"/>
              </a:buClr>
            </a:pPr>
            <a:r>
              <a:rPr lang="en-US" altLang="zh-CN" b="1" dirty="0">
                <a:latin typeface="Times New Roman" panose="02020603050405020304" pitchFamily="18" charset="0"/>
                <a:cs typeface="Times New Roman" panose="02020603050405020304" pitchFamily="18" charset="0"/>
              </a:rPr>
              <a:t>R = I · T</a:t>
            </a:r>
            <a:r>
              <a:rPr lang="en-US" altLang="zh-CN" b="1" baseline="30000" dirty="0">
                <a:latin typeface="Times New Roman" panose="02020603050405020304" pitchFamily="18" charset="0"/>
                <a:cs typeface="Times New Roman" panose="02020603050405020304" pitchFamily="18" charset="0"/>
              </a:rPr>
              <a:t>T</a:t>
            </a:r>
            <a:endParaRPr lang="en-US" altLang="zh-CN" baseline="30000" dirty="0">
              <a:latin typeface="Times New Roman" panose="02020603050405020304" pitchFamily="18" charset="0"/>
              <a:cs typeface="Times New Roman" panose="02020603050405020304" pitchFamily="18" charset="0"/>
            </a:endParaRPr>
          </a:p>
          <a:p>
            <a:pPr marL="514350" indent="-514350">
              <a:lnSpc>
                <a:spcPct val="200000"/>
              </a:lnSpc>
              <a:buClr>
                <a:schemeClr val="accent1"/>
              </a:buClr>
              <a:buFont typeface="+mj-lt"/>
              <a:buAutoNum type="romanUcPeriod"/>
            </a:pPr>
            <a:endParaRPr lang="en-US" altLang="zh-CN"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7A8C2CD5-D241-993C-5A2F-0BF8B662C04D}"/>
              </a:ext>
            </a:extLst>
          </p:cNvPr>
          <p:cNvPicPr>
            <a:picLocks noChangeAspect="1"/>
          </p:cNvPicPr>
          <p:nvPr/>
        </p:nvPicPr>
        <p:blipFill>
          <a:blip r:embed="rId2"/>
          <a:stretch>
            <a:fillRect/>
          </a:stretch>
        </p:blipFill>
        <p:spPr>
          <a:xfrm>
            <a:off x="2269577" y="4654833"/>
            <a:ext cx="7652846" cy="1784050"/>
          </a:xfrm>
          <a:prstGeom prst="rect">
            <a:avLst/>
          </a:prstGeom>
        </p:spPr>
      </p:pic>
    </p:spTree>
    <p:extLst>
      <p:ext uri="{BB962C8B-B14F-4D97-AF65-F5344CB8AC3E}">
        <p14:creationId xmlns:p14="http://schemas.microsoft.com/office/powerpoint/2010/main" val="111257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C3EAC-1821-127F-FF52-9B06C134C6B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AC779E1-D90C-42E0-D53D-F3F9C47CB723}"/>
              </a:ext>
            </a:extLst>
          </p:cNvPr>
          <p:cNvPicPr>
            <a:picLocks noChangeAspect="1"/>
          </p:cNvPicPr>
          <p:nvPr/>
        </p:nvPicPr>
        <p:blipFill>
          <a:blip r:embed="rId2"/>
          <a:stretch>
            <a:fillRect/>
          </a:stretch>
        </p:blipFill>
        <p:spPr>
          <a:xfrm>
            <a:off x="7350553" y="3637672"/>
            <a:ext cx="4800599" cy="3200400"/>
          </a:xfrm>
          <a:prstGeom prst="rect">
            <a:avLst/>
          </a:prstGeom>
        </p:spPr>
      </p:pic>
      <p:cxnSp>
        <p:nvCxnSpPr>
          <p:cNvPr id="17" name="直接连接符 16">
            <a:extLst>
              <a:ext uri="{FF2B5EF4-FFF2-40B4-BE49-F238E27FC236}">
                <a16:creationId xmlns:a16="http://schemas.microsoft.com/office/drawing/2014/main" id="{9C47F934-E335-5060-B892-1DD178C573D4}"/>
              </a:ext>
            </a:extLst>
          </p:cNvPr>
          <p:cNvCxnSpPr>
            <a:stCxn id="23" idx="3"/>
          </p:cNvCxnSpPr>
          <p:nvPr/>
        </p:nvCxnSpPr>
        <p:spPr>
          <a:xfrm flipV="1">
            <a:off x="2426037" y="623737"/>
            <a:ext cx="843778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EE726F1D-F911-ADF0-17DF-547A86E0EA64}"/>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4</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93A562DA-F664-F9DD-97F6-CB36EFDF68BA}"/>
              </a:ext>
            </a:extLst>
          </p:cNvPr>
          <p:cNvSpPr txBox="1"/>
          <p:nvPr/>
        </p:nvSpPr>
        <p:spPr>
          <a:xfrm>
            <a:off x="1010265" y="410905"/>
            <a:ext cx="1415772" cy="461665"/>
          </a:xfrm>
          <a:prstGeom prst="rect">
            <a:avLst/>
          </a:prstGeom>
          <a:noFill/>
        </p:spPr>
        <p:txBody>
          <a:bodyPr wrap="none" rtlCol="0">
            <a:spAutoFit/>
          </a:bodyPr>
          <a:lstStyle/>
          <a:p>
            <a:r>
              <a:rPr lang="zh-CN" altLang="en-US" sz="2400" b="1" dirty="0">
                <a:latin typeface="+mj-ea"/>
                <a:ea typeface="+mj-ea"/>
              </a:rPr>
              <a:t>模型建立</a:t>
            </a:r>
          </a:p>
        </p:txBody>
      </p:sp>
      <p:sp>
        <p:nvSpPr>
          <p:cNvPr id="75" name="灯片编号占位符 74">
            <a:extLst>
              <a:ext uri="{FF2B5EF4-FFF2-40B4-BE49-F238E27FC236}">
                <a16:creationId xmlns:a16="http://schemas.microsoft.com/office/drawing/2014/main" id="{C894EC6A-C6FC-D0D6-2BD8-88D439201E5B}"/>
              </a:ext>
            </a:extLst>
          </p:cNvPr>
          <p:cNvSpPr>
            <a:spLocks noGrp="1"/>
          </p:cNvSpPr>
          <p:nvPr>
            <p:ph type="sldNum" sz="quarter" idx="12"/>
          </p:nvPr>
        </p:nvSpPr>
        <p:spPr/>
        <p:txBody>
          <a:bodyPr/>
          <a:lstStyle/>
          <a:p>
            <a:fld id="{85D2FA34-3331-43EB-8D25-5E71EBC8F04D}" type="slidenum">
              <a:rPr lang="zh-CN" altLang="en-US" smtClean="0"/>
              <a:t>10</a:t>
            </a:fld>
            <a:endParaRPr lang="zh-CN" altLang="en-US" dirty="0"/>
          </a:p>
        </p:txBody>
      </p:sp>
      <p:sp>
        <p:nvSpPr>
          <p:cNvPr id="8" name="TextBox 50">
            <a:extLst>
              <a:ext uri="{FF2B5EF4-FFF2-40B4-BE49-F238E27FC236}">
                <a16:creationId xmlns:a16="http://schemas.microsoft.com/office/drawing/2014/main" id="{2019C8D6-364B-B7BB-53E4-AFAEC0CED8F2}"/>
              </a:ext>
            </a:extLst>
          </p:cNvPr>
          <p:cNvSpPr>
            <a:spLocks noChangeArrowheads="1"/>
          </p:cNvSpPr>
          <p:nvPr/>
        </p:nvSpPr>
        <p:spPr bwMode="auto">
          <a:xfrm>
            <a:off x="8858786" y="2755139"/>
            <a:ext cx="1556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rgbClr val="FFFFFF"/>
                </a:solidFill>
                <a:latin typeface="微软雅黑" panose="020B0503020204020204" charset="-122"/>
                <a:ea typeface="微软雅黑" panose="020B0503020204020204" charset="-122"/>
                <a:cs typeface="+mn-ea"/>
                <a:sym typeface="+mn-lt"/>
              </a:rPr>
              <a:t>多数据源</a:t>
            </a:r>
            <a:endParaRPr kumimoji="0"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570CBE94-3E2E-AB27-7CB8-A3627D1C9083}"/>
              </a:ext>
            </a:extLst>
          </p:cNvPr>
          <p:cNvSpPr txBox="1"/>
          <p:nvPr/>
        </p:nvSpPr>
        <p:spPr>
          <a:xfrm>
            <a:off x="695632" y="948698"/>
            <a:ext cx="5168886" cy="430887"/>
          </a:xfrm>
          <a:prstGeom prst="rect">
            <a:avLst/>
          </a:prstGeom>
          <a:noFill/>
        </p:spPr>
        <p:txBody>
          <a:bodyPr wrap="square" rtlCol="0">
            <a:spAutoFit/>
          </a:bodyPr>
          <a:lstStyle/>
          <a:p>
            <a:r>
              <a:rPr lang="zh-CN" altLang="en-US" sz="2200" b="1" dirty="0">
                <a:solidFill>
                  <a:schemeClr val="accent1"/>
                </a:solidFill>
                <a:latin typeface="+mj-ea"/>
                <a:ea typeface="+mj-ea"/>
              </a:rPr>
              <a:t>模型要点</a:t>
            </a:r>
          </a:p>
        </p:txBody>
      </p:sp>
      <p:cxnSp>
        <p:nvCxnSpPr>
          <p:cNvPr id="7" name="直接连接符 6">
            <a:extLst>
              <a:ext uri="{FF2B5EF4-FFF2-40B4-BE49-F238E27FC236}">
                <a16:creationId xmlns:a16="http://schemas.microsoft.com/office/drawing/2014/main" id="{AB8CAD7A-6F6A-8596-5330-7CF2EC6FEC7F}"/>
              </a:ext>
            </a:extLst>
          </p:cNvPr>
          <p:cNvCxnSpPr>
            <a:cxnSpLocks/>
          </p:cNvCxnSpPr>
          <p:nvPr/>
        </p:nvCxnSpPr>
        <p:spPr>
          <a:xfrm>
            <a:off x="695633" y="1422952"/>
            <a:ext cx="9401845"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0CE253D-E4AA-814E-B65B-BE297558C2F8}"/>
              </a:ext>
            </a:extLst>
          </p:cNvPr>
          <p:cNvSpPr txBox="1"/>
          <p:nvPr/>
        </p:nvSpPr>
        <p:spPr>
          <a:xfrm>
            <a:off x="695104" y="1220760"/>
            <a:ext cx="9402374" cy="2780056"/>
          </a:xfrm>
          <a:prstGeom prst="rect">
            <a:avLst/>
          </a:prstGeom>
          <a:noFill/>
        </p:spPr>
        <p:txBody>
          <a:bodyPr wrap="square" rtlCol="0">
            <a:spAutoFit/>
          </a:bodyPr>
          <a:lstStyle/>
          <a:p>
            <a:pPr marL="514350" indent="-514350">
              <a:lnSpc>
                <a:spcPct val="200000"/>
              </a:lnSpc>
              <a:buClr>
                <a:schemeClr val="accent1"/>
              </a:buClr>
              <a:buFont typeface="+mj-lt"/>
              <a:buAutoNum type="romanUcPeriod"/>
            </a:pPr>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的输入素材，</a:t>
            </a: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的语义量化结果</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LLM</a:t>
            </a:r>
            <a:r>
              <a:rPr lang="zh-CN" altLang="en-US" dirty="0">
                <a:latin typeface="Times New Roman" panose="02020603050405020304" pitchFamily="18" charset="0"/>
                <a:cs typeface="Times New Roman" panose="02020603050405020304" pitchFamily="18" charset="0"/>
              </a:rPr>
              <a:t>根据特定标准和</a:t>
            </a:r>
            <a:r>
              <a:rPr lang="en-US" altLang="zh-CN" dirty="0">
                <a:latin typeface="Times New Roman" panose="02020603050405020304" pitchFamily="18" charset="0"/>
                <a:cs typeface="Times New Roman" panose="02020603050405020304" pitchFamily="18" charset="0"/>
              </a:rPr>
              <a:t>prompt</a:t>
            </a:r>
            <a:r>
              <a:rPr lang="zh-CN" altLang="en-US" dirty="0">
                <a:latin typeface="Times New Roman" panose="02020603050405020304" pitchFamily="18" charset="0"/>
                <a:cs typeface="Times New Roman" panose="02020603050405020304" pitchFamily="18" charset="0"/>
              </a:rPr>
              <a:t>生成</a:t>
            </a:r>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，实现</a:t>
            </a:r>
            <a:r>
              <a:rPr lang="zh-CN" altLang="en-US" b="1" dirty="0">
                <a:latin typeface="Times New Roman" panose="02020603050405020304" pitchFamily="18" charset="0"/>
                <a:cs typeface="Times New Roman" panose="02020603050405020304" pitchFamily="18" charset="0"/>
              </a:rPr>
              <a:t>抽象标准</a:t>
            </a:r>
            <a:r>
              <a:rPr lang="en-US" altLang="zh-CN" b="1" dirty="0">
                <a:latin typeface="Times New Roman" panose="02020603050405020304" pitchFamily="18" charset="0"/>
                <a:cs typeface="Times New Roman" panose="02020603050405020304" pitchFamily="18" charset="0"/>
              </a:rPr>
              <a:t>-&gt;</a:t>
            </a:r>
            <a:r>
              <a:rPr lang="zh-CN" altLang="en-US" b="1" dirty="0">
                <a:latin typeface="Times New Roman" panose="02020603050405020304" pitchFamily="18" charset="0"/>
                <a:cs typeface="Times New Roman" panose="02020603050405020304" pitchFamily="18" charset="0"/>
              </a:rPr>
              <a:t>具体文本</a:t>
            </a:r>
            <a:r>
              <a:rPr lang="zh-CN" altLang="en-US" dirty="0">
                <a:latin typeface="Times New Roman" panose="02020603050405020304" pitchFamily="18" charset="0"/>
                <a:cs typeface="Times New Roman" panose="02020603050405020304" pitchFamily="18" charset="0"/>
              </a:rPr>
              <a:t>的转化</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VLM</a:t>
            </a:r>
            <a:r>
              <a:rPr lang="zh-CN" altLang="en-US" dirty="0">
                <a:latin typeface="Times New Roman" panose="02020603050405020304" pitchFamily="18" charset="0"/>
                <a:cs typeface="Times New Roman" panose="02020603050405020304" pitchFamily="18" charset="0"/>
              </a:rPr>
              <a:t>根据</a:t>
            </a:r>
            <a:r>
              <a:rPr lang="en-US" altLang="zh-CN" dirty="0">
                <a:latin typeface="Times New Roman" panose="02020603050405020304" pitchFamily="18" charset="0"/>
                <a:cs typeface="Times New Roman" panose="02020603050405020304" pitchFamily="18" charset="0"/>
              </a:rPr>
              <a:t>prompt</a:t>
            </a:r>
            <a:r>
              <a:rPr lang="zh-CN" altLang="en-US" dirty="0">
                <a:latin typeface="Times New Roman" panose="02020603050405020304" pitchFamily="18" charset="0"/>
                <a:cs typeface="Times New Roman" panose="02020603050405020304" pitchFamily="18" charset="0"/>
              </a:rPr>
              <a:t>编码</a:t>
            </a:r>
            <a:r>
              <a:rPr lang="en-US" altLang="zh-CN" dirty="0">
                <a:latin typeface="Times New Roman" panose="02020603050405020304" pitchFamily="18" charset="0"/>
                <a:cs typeface="Times New Roman" panose="02020603050405020304" pitchFamily="18" charset="0"/>
              </a:rPr>
              <a:t>W</a:t>
            </a:r>
            <a:r>
              <a:rPr lang="zh-CN" altLang="en-US" dirty="0">
                <a:latin typeface="Times New Roman" panose="02020603050405020304" pitchFamily="18" charset="0"/>
                <a:cs typeface="Times New Roman" panose="02020603050405020304" pitchFamily="18" charset="0"/>
              </a:rPr>
              <a:t>得到</a:t>
            </a: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，实现</a:t>
            </a:r>
            <a:r>
              <a:rPr lang="zh-CN" altLang="en-US" b="1" dirty="0">
                <a:latin typeface="Times New Roman" panose="02020603050405020304" pitchFamily="18" charset="0"/>
                <a:cs typeface="Times New Roman" panose="02020603050405020304" pitchFamily="18" charset="0"/>
              </a:rPr>
              <a:t>具体文本</a:t>
            </a:r>
            <a:r>
              <a:rPr lang="en-US" altLang="zh-CN" b="1" dirty="0">
                <a:latin typeface="Times New Roman" panose="02020603050405020304" pitchFamily="18" charset="0"/>
                <a:cs typeface="Times New Roman" panose="02020603050405020304" pitchFamily="18" charset="0"/>
              </a:rPr>
              <a:t>-&gt;</a:t>
            </a:r>
            <a:r>
              <a:rPr lang="zh-CN" altLang="en-US" b="1" dirty="0">
                <a:latin typeface="Times New Roman" panose="02020603050405020304" pitchFamily="18" charset="0"/>
                <a:cs typeface="Times New Roman" panose="02020603050405020304" pitchFamily="18" charset="0"/>
              </a:rPr>
              <a:t>语义向量</a:t>
            </a:r>
            <a:r>
              <a:rPr lang="zh-CN" altLang="en-US" dirty="0">
                <a:latin typeface="Times New Roman" panose="02020603050405020304" pitchFamily="18" charset="0"/>
                <a:cs typeface="Times New Roman" panose="02020603050405020304" pitchFamily="18" charset="0"/>
              </a:rPr>
              <a:t>的转化</a:t>
            </a:r>
            <a:endParaRPr lang="en-US" altLang="zh-CN" dirty="0">
              <a:latin typeface="Times New Roman" panose="02020603050405020304" pitchFamily="18" charset="0"/>
              <a:cs typeface="Times New Roman" panose="02020603050405020304" pitchFamily="18" charset="0"/>
            </a:endParaRPr>
          </a:p>
          <a:p>
            <a:pPr marL="514350" indent="-514350">
              <a:lnSpc>
                <a:spcPct val="200000"/>
              </a:lnSpc>
              <a:buClr>
                <a:schemeClr val="accent1"/>
              </a:buClr>
              <a:buFont typeface="+mj-lt"/>
              <a:buAutoNum type="romanUcPeriod"/>
            </a:pPr>
            <a:r>
              <a:rPr lang="zh-CN" altLang="en-US" dirty="0">
                <a:latin typeface="Times New Roman" panose="02020603050405020304" pitchFamily="18" charset="0"/>
                <a:cs typeface="Times New Roman" panose="02020603050405020304" pitchFamily="18" charset="0"/>
              </a:rPr>
              <a:t>投影变换</a:t>
            </a:r>
            <a:endParaRPr lang="en-US" altLang="zh-CN" dirty="0">
              <a:latin typeface="Times New Roman" panose="02020603050405020304" pitchFamily="18" charset="0"/>
              <a:cs typeface="Times New Roman" panose="02020603050405020304" pitchFamily="18" charset="0"/>
            </a:endParaRPr>
          </a:p>
          <a:p>
            <a:pPr marL="971550" lvl="1" indent="-514350">
              <a:lnSpc>
                <a:spcPct val="200000"/>
              </a:lnSpc>
              <a:buClr>
                <a:schemeClr val="accent1"/>
              </a:buClr>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利用</a:t>
            </a:r>
            <a:r>
              <a:rPr lang="en-US" altLang="zh-CN" dirty="0">
                <a:latin typeface="Times New Roman" panose="02020603050405020304" pitchFamily="18" charset="0"/>
                <a:cs typeface="Times New Roman" panose="02020603050405020304" pitchFamily="18" charset="0"/>
              </a:rPr>
              <a:t>VLM</a:t>
            </a:r>
            <a:r>
              <a:rPr lang="zh-CN" altLang="en-US" dirty="0">
                <a:latin typeface="Times New Roman" panose="02020603050405020304" pitchFamily="18" charset="0"/>
                <a:cs typeface="Times New Roman" panose="02020603050405020304" pitchFamily="18" charset="0"/>
              </a:rPr>
              <a:t>特征空间中图像和文本模态之间天然的对齐特性</a:t>
            </a:r>
            <a:endParaRPr lang="en-US" altLang="zh-CN"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564AB31D-2222-FDC3-CD04-B9FB3D88F661}"/>
              </a:ext>
            </a:extLst>
          </p:cNvPr>
          <p:cNvSpPr/>
          <p:nvPr/>
        </p:nvSpPr>
        <p:spPr>
          <a:xfrm>
            <a:off x="9869214" y="5344510"/>
            <a:ext cx="1079938" cy="871025"/>
          </a:xfrm>
          <a:prstGeom prst="rect">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573574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E8B5-CA93-0753-8869-9FCDE0B6F14C}"/>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A9CAF22-9C38-3627-A941-C210B78E3D2C}"/>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1506894-150F-DF69-320E-E66A14280EF3}"/>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D23D740F-6FAA-54EF-9134-1E1B44776256}"/>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03C8C2C1-A66D-0374-C01A-BF57816A9782}"/>
              </a:ext>
            </a:extLst>
          </p:cNvPr>
          <p:cNvSpPr>
            <a:spLocks noGrp="1"/>
          </p:cNvSpPr>
          <p:nvPr>
            <p:ph type="sldNum" sz="quarter" idx="12"/>
          </p:nvPr>
        </p:nvSpPr>
        <p:spPr/>
        <p:txBody>
          <a:bodyPr/>
          <a:lstStyle/>
          <a:p>
            <a:fld id="{85D2FA34-3331-43EB-8D25-5E71EBC8F04D}" type="slidenum">
              <a:rPr lang="zh-CN" altLang="en-US" smtClean="0"/>
              <a:t>11</a:t>
            </a:fld>
            <a:endParaRPr lang="zh-CN" altLang="en-US"/>
          </a:p>
        </p:txBody>
      </p:sp>
      <p:sp>
        <p:nvSpPr>
          <p:cNvPr id="2" name="文本框 1">
            <a:extLst>
              <a:ext uri="{FF2B5EF4-FFF2-40B4-BE49-F238E27FC236}">
                <a16:creationId xmlns:a16="http://schemas.microsoft.com/office/drawing/2014/main" id="{89ADCF4A-5BCA-3E4E-0624-611E41AE303E}"/>
              </a:ext>
            </a:extLst>
          </p:cNvPr>
          <p:cNvSpPr txBox="1"/>
          <p:nvPr/>
        </p:nvSpPr>
        <p:spPr>
          <a:xfrm>
            <a:off x="739788" y="970247"/>
            <a:ext cx="2270632" cy="430887"/>
          </a:xfrm>
          <a:prstGeom prst="rect">
            <a:avLst/>
          </a:prstGeom>
          <a:noFill/>
        </p:spPr>
        <p:txBody>
          <a:bodyPr wrap="square" rtlCol="0">
            <a:spAutoFit/>
          </a:bodyPr>
          <a:lstStyle/>
          <a:p>
            <a:r>
              <a:rPr lang="en-US" altLang="zh-CN" sz="2200" b="1" dirty="0">
                <a:solidFill>
                  <a:schemeClr val="accent1"/>
                </a:solidFill>
                <a:latin typeface="+mj-ea"/>
                <a:ea typeface="+mj-ea"/>
              </a:rPr>
              <a:t>Dataset</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8763DEDF-71F4-7F80-1343-74AC5E8BA4B3}"/>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84E5596-F816-6069-B583-88568FDAC000}"/>
              </a:ext>
            </a:extLst>
          </p:cNvPr>
          <p:cNvSpPr txBox="1"/>
          <p:nvPr/>
        </p:nvSpPr>
        <p:spPr>
          <a:xfrm>
            <a:off x="705979" y="1531878"/>
            <a:ext cx="10157847" cy="1527791"/>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Clevr4-10k</a:t>
            </a:r>
            <a:r>
              <a:rPr lang="zh-CN" altLang="en-US" sz="1600" b="1" dirty="0"/>
              <a:t>：含纹理、形状、颜色、数量四类准则</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Cards</a:t>
            </a:r>
            <a:r>
              <a:rPr lang="zh-CN" altLang="en-US" sz="1600" b="1" dirty="0"/>
              <a:t>：含数字、花色两类准则</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GeneCIS</a:t>
            </a:r>
            <a:r>
              <a:rPr lang="zh-CN" altLang="en-US" sz="1600" b="1" dirty="0"/>
              <a:t>：相似度检索</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err="1"/>
              <a:t>DeepFashion</a:t>
            </a:r>
            <a:r>
              <a:rPr lang="zh-CN" altLang="en-US" sz="1600" b="1" dirty="0"/>
              <a:t>：时尚检索</a:t>
            </a:r>
            <a:endParaRPr lang="en-US" altLang="zh-CN" sz="1600" dirty="0"/>
          </a:p>
        </p:txBody>
      </p:sp>
      <p:sp>
        <p:nvSpPr>
          <p:cNvPr id="5" name="文本框 4">
            <a:extLst>
              <a:ext uri="{FF2B5EF4-FFF2-40B4-BE49-F238E27FC236}">
                <a16:creationId xmlns:a16="http://schemas.microsoft.com/office/drawing/2014/main" id="{C288DAC7-7685-06B2-163E-2962D84B43CC}"/>
              </a:ext>
            </a:extLst>
          </p:cNvPr>
          <p:cNvSpPr txBox="1"/>
          <p:nvPr/>
        </p:nvSpPr>
        <p:spPr>
          <a:xfrm>
            <a:off x="739788" y="3429000"/>
            <a:ext cx="3297822" cy="430887"/>
          </a:xfrm>
          <a:prstGeom prst="rect">
            <a:avLst/>
          </a:prstGeom>
          <a:noFill/>
        </p:spPr>
        <p:txBody>
          <a:bodyPr wrap="square" rtlCol="0">
            <a:spAutoFit/>
          </a:bodyPr>
          <a:lstStyle/>
          <a:p>
            <a:r>
              <a:rPr lang="en-US" altLang="zh-CN" sz="2200" b="1" dirty="0">
                <a:solidFill>
                  <a:schemeClr val="accent1"/>
                </a:solidFill>
                <a:latin typeface="+mj-ea"/>
                <a:ea typeface="+mj-ea"/>
              </a:rPr>
              <a:t>Downstream Work</a:t>
            </a:r>
            <a:endParaRPr lang="zh-CN" altLang="en-US" sz="2200" b="1" dirty="0">
              <a:solidFill>
                <a:schemeClr val="accent1"/>
              </a:solidFill>
              <a:latin typeface="+mj-ea"/>
              <a:ea typeface="+mj-ea"/>
            </a:endParaRPr>
          </a:p>
        </p:txBody>
      </p:sp>
      <p:cxnSp>
        <p:nvCxnSpPr>
          <p:cNvPr id="6" name="直接连接符 5">
            <a:extLst>
              <a:ext uri="{FF2B5EF4-FFF2-40B4-BE49-F238E27FC236}">
                <a16:creationId xmlns:a16="http://schemas.microsoft.com/office/drawing/2014/main" id="{F8FEC13E-C431-79E0-F62A-35B848F24423}"/>
              </a:ext>
            </a:extLst>
          </p:cNvPr>
          <p:cNvCxnSpPr>
            <a:cxnSpLocks/>
          </p:cNvCxnSpPr>
          <p:nvPr/>
        </p:nvCxnSpPr>
        <p:spPr>
          <a:xfrm>
            <a:off x="739788" y="3903254"/>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9C0101B-2516-EFDB-82FC-D23CA48BC65C}"/>
              </a:ext>
            </a:extLst>
          </p:cNvPr>
          <p:cNvSpPr txBox="1"/>
          <p:nvPr/>
        </p:nvSpPr>
        <p:spPr>
          <a:xfrm>
            <a:off x="705979" y="3990631"/>
            <a:ext cx="10157847" cy="2266454"/>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定制化分类</a:t>
            </a:r>
            <a:endParaRPr lang="en-US" altLang="zh-CN" sz="1600" b="1" dirty="0"/>
          </a:p>
          <a:p>
            <a:pPr marL="742950" lvl="1" indent="-285750">
              <a:lnSpc>
                <a:spcPct val="150000"/>
              </a:lnSpc>
              <a:buClr>
                <a:schemeClr val="accent1"/>
              </a:buClr>
              <a:buFont typeface="Arial" panose="020B0604020202020204" pitchFamily="34" charset="0"/>
              <a:buChar char="•"/>
              <a:defRPr/>
            </a:pPr>
            <a:r>
              <a:rPr lang="zh-CN" altLang="en-US" sz="1600" b="1" dirty="0"/>
              <a:t>小样本学习：在特定准则和极少样本小对数据进行分类</a:t>
            </a:r>
            <a:endParaRPr lang="en-US" altLang="zh-CN" sz="1600" b="1" dirty="0"/>
          </a:p>
          <a:p>
            <a:pPr marL="742950" lvl="1" indent="-285750">
              <a:lnSpc>
                <a:spcPct val="150000"/>
              </a:lnSpc>
              <a:buClr>
                <a:schemeClr val="accent1"/>
              </a:buClr>
              <a:buFont typeface="Arial" panose="020B0604020202020204" pitchFamily="34" charset="0"/>
              <a:buChar char="•"/>
              <a:defRPr/>
            </a:pPr>
            <a:r>
              <a:rPr lang="zh-CN" altLang="en-US" sz="1600" b="1" dirty="0"/>
              <a:t>聚类：在特定准则下对数据进行无监督聚类</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定制化检索</a:t>
            </a:r>
            <a:endParaRPr lang="en-US" altLang="zh-CN" sz="1600" b="1" dirty="0"/>
          </a:p>
          <a:p>
            <a:pPr marL="742950" lvl="1" indent="-285750">
              <a:lnSpc>
                <a:spcPct val="150000"/>
              </a:lnSpc>
              <a:buClr>
                <a:schemeClr val="accent1"/>
              </a:buClr>
              <a:buFont typeface="Arial" panose="020B0604020202020204" pitchFamily="34" charset="0"/>
              <a:buChar char="•"/>
              <a:defRPr/>
            </a:pPr>
            <a:r>
              <a:rPr lang="zh-CN" altLang="en-US" sz="1600" b="1" dirty="0"/>
              <a:t>相似性检索：同时约束对象和场景两个条件进行检索</a:t>
            </a:r>
            <a:endParaRPr lang="en-US" altLang="zh-CN" sz="1600" b="1" dirty="0"/>
          </a:p>
          <a:p>
            <a:pPr marL="742950" lvl="1" indent="-285750">
              <a:lnSpc>
                <a:spcPct val="150000"/>
              </a:lnSpc>
              <a:buClr>
                <a:schemeClr val="accent1"/>
              </a:buClr>
              <a:buFont typeface="Arial" panose="020B0604020202020204" pitchFamily="34" charset="0"/>
              <a:buChar char="•"/>
              <a:defRPr/>
            </a:pPr>
            <a:r>
              <a:rPr lang="zh-CN" altLang="en-US" sz="1600" b="1" dirty="0"/>
              <a:t>时尚检索：根据查询图像，在特定的时尚属性准则（纹理、面料、风格）下进行检索</a:t>
            </a:r>
            <a:endParaRPr lang="en-US" altLang="zh-CN" sz="1600" b="1" dirty="0"/>
          </a:p>
        </p:txBody>
      </p:sp>
    </p:spTree>
    <p:extLst>
      <p:ext uri="{BB962C8B-B14F-4D97-AF65-F5344CB8AC3E}">
        <p14:creationId xmlns:p14="http://schemas.microsoft.com/office/powerpoint/2010/main" val="1411426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F1291-BD1A-7166-C2CC-3FD832ED5A6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2B409096-1EFF-B1E7-7038-2082784044CD}"/>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6E3CA553-9CE5-2586-C815-FBF6C8B0D450}"/>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BED0B80-A8F1-D1D0-D311-40DCB6A1493B}"/>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636408C5-4E69-AC06-D199-BE81B8420485}"/>
              </a:ext>
            </a:extLst>
          </p:cNvPr>
          <p:cNvSpPr>
            <a:spLocks noGrp="1"/>
          </p:cNvSpPr>
          <p:nvPr>
            <p:ph type="sldNum" sz="quarter" idx="12"/>
          </p:nvPr>
        </p:nvSpPr>
        <p:spPr/>
        <p:txBody>
          <a:bodyPr/>
          <a:lstStyle/>
          <a:p>
            <a:fld id="{85D2FA34-3331-43EB-8D25-5E71EBC8F04D}" type="slidenum">
              <a:rPr lang="zh-CN" altLang="en-US" smtClean="0"/>
              <a:t>12</a:t>
            </a:fld>
            <a:endParaRPr lang="zh-CN" altLang="en-US"/>
          </a:p>
        </p:txBody>
      </p:sp>
      <p:sp>
        <p:nvSpPr>
          <p:cNvPr id="2" name="文本框 1">
            <a:extLst>
              <a:ext uri="{FF2B5EF4-FFF2-40B4-BE49-F238E27FC236}">
                <a16:creationId xmlns:a16="http://schemas.microsoft.com/office/drawing/2014/main" id="{6A201762-E96C-F190-78E4-7F1F0EB34A3C}"/>
              </a:ext>
            </a:extLst>
          </p:cNvPr>
          <p:cNvSpPr txBox="1"/>
          <p:nvPr/>
        </p:nvSpPr>
        <p:spPr>
          <a:xfrm>
            <a:off x="739788" y="970247"/>
            <a:ext cx="2270632" cy="430887"/>
          </a:xfrm>
          <a:prstGeom prst="rect">
            <a:avLst/>
          </a:prstGeom>
          <a:noFill/>
        </p:spPr>
        <p:txBody>
          <a:bodyPr wrap="square" rtlCol="0">
            <a:spAutoFit/>
          </a:bodyPr>
          <a:lstStyle/>
          <a:p>
            <a:r>
              <a:rPr lang="en-US" altLang="zh-CN" sz="2200" b="1" dirty="0">
                <a:solidFill>
                  <a:schemeClr val="accent1"/>
                </a:solidFill>
                <a:latin typeface="+mj-ea"/>
                <a:ea typeface="+mj-ea"/>
              </a:rPr>
              <a:t>Baseline</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4EB48A47-1EE2-2AD9-88A6-9924013119E7}"/>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ED6A0C8-6414-3067-1F18-21F9F862D27F}"/>
              </a:ext>
            </a:extLst>
          </p:cNvPr>
          <p:cNvSpPr txBox="1"/>
          <p:nvPr/>
        </p:nvSpPr>
        <p:spPr>
          <a:xfrm>
            <a:off x="705979" y="1531878"/>
            <a:ext cx="10157847" cy="3374450"/>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CLIP</a:t>
            </a:r>
          </a:p>
          <a:p>
            <a:pPr marL="285750" indent="-285750">
              <a:lnSpc>
                <a:spcPct val="150000"/>
              </a:lnSpc>
              <a:buClr>
                <a:schemeClr val="accent1"/>
              </a:buClr>
              <a:buFont typeface="Wingdings" panose="05000000000000000000" pitchFamily="2" charset="2"/>
              <a:buChar char="p"/>
              <a:defRPr/>
            </a:pPr>
            <a:r>
              <a:rPr lang="en-US" altLang="zh-CN" sz="1600" b="1" dirty="0"/>
              <a:t>ALIGN</a:t>
            </a:r>
          </a:p>
          <a:p>
            <a:pPr marL="285750" indent="-285750">
              <a:lnSpc>
                <a:spcPct val="150000"/>
              </a:lnSpc>
              <a:buClr>
                <a:schemeClr val="accent1"/>
              </a:buClr>
              <a:buFont typeface="Wingdings" panose="05000000000000000000" pitchFamily="2" charset="2"/>
              <a:buChar char="p"/>
              <a:defRPr/>
            </a:pPr>
            <a:r>
              <a:rPr lang="en-US" altLang="zh-CN" sz="1600" b="1" dirty="0" err="1"/>
              <a:t>MetaCLIP</a:t>
            </a:r>
            <a:endParaRPr lang="en-US" altLang="zh-CN" sz="1600" b="1" dirty="0"/>
          </a:p>
          <a:p>
            <a:pPr marL="285750" indent="-285750">
              <a:lnSpc>
                <a:spcPct val="150000"/>
              </a:lnSpc>
              <a:buClr>
                <a:schemeClr val="accent1"/>
              </a:buClr>
              <a:buFont typeface="Wingdings" panose="05000000000000000000" pitchFamily="2" charset="2"/>
              <a:buChar char="p"/>
              <a:defRPr/>
            </a:pPr>
            <a:r>
              <a:rPr lang="en-US" altLang="zh-CN" sz="1600" b="1" dirty="0"/>
              <a:t>BLIP2</a:t>
            </a:r>
          </a:p>
          <a:p>
            <a:pPr marL="285750" indent="-285750">
              <a:lnSpc>
                <a:spcPct val="150000"/>
              </a:lnSpc>
              <a:buClr>
                <a:schemeClr val="accent1"/>
              </a:buClr>
              <a:buFont typeface="Wingdings" panose="05000000000000000000" pitchFamily="2" charset="2"/>
              <a:buChar char="p"/>
              <a:defRPr/>
            </a:pPr>
            <a:r>
              <a:rPr lang="en-US" altLang="zh-CN" sz="1600" b="1" dirty="0"/>
              <a:t>CC</a:t>
            </a:r>
          </a:p>
          <a:p>
            <a:pPr marL="285750" indent="-285750">
              <a:lnSpc>
                <a:spcPct val="150000"/>
              </a:lnSpc>
              <a:buClr>
                <a:schemeClr val="accent1"/>
              </a:buClr>
              <a:buFont typeface="Wingdings" panose="05000000000000000000" pitchFamily="2" charset="2"/>
              <a:buChar char="p"/>
              <a:defRPr/>
            </a:pPr>
            <a:r>
              <a:rPr lang="en-US" altLang="zh-CN" sz="1600" b="1" dirty="0"/>
              <a:t>SCAN</a:t>
            </a:r>
          </a:p>
          <a:p>
            <a:pPr marL="285750" indent="-285750">
              <a:lnSpc>
                <a:spcPct val="150000"/>
              </a:lnSpc>
              <a:buClr>
                <a:schemeClr val="accent1"/>
              </a:buClr>
              <a:buFont typeface="Wingdings" panose="05000000000000000000" pitchFamily="2" charset="2"/>
              <a:buChar char="p"/>
              <a:defRPr/>
            </a:pPr>
            <a:r>
              <a:rPr lang="en-US" altLang="zh-CN" sz="1600" b="1" dirty="0"/>
              <a:t>Multi-Map</a:t>
            </a:r>
          </a:p>
          <a:p>
            <a:pPr marL="285750" indent="-285750">
              <a:lnSpc>
                <a:spcPct val="150000"/>
              </a:lnSpc>
              <a:buClr>
                <a:schemeClr val="accent1"/>
              </a:buClr>
              <a:buFont typeface="Wingdings" panose="05000000000000000000" pitchFamily="2" charset="2"/>
              <a:buChar char="p"/>
              <a:defRPr/>
            </a:pPr>
            <a:r>
              <a:rPr lang="zh-CN" altLang="en-US" sz="1600" b="1" dirty="0"/>
              <a:t>选取的都是主流的视觉</a:t>
            </a:r>
            <a:r>
              <a:rPr lang="en-US" altLang="zh-CN" sz="1600" b="1" dirty="0"/>
              <a:t>-</a:t>
            </a:r>
            <a:r>
              <a:rPr lang="zh-CN" altLang="en-US" sz="1600" b="1" dirty="0"/>
              <a:t>语言预训练模型</a:t>
            </a:r>
            <a:endParaRPr lang="en-US" altLang="zh-CN" sz="1600" b="1" dirty="0"/>
          </a:p>
          <a:p>
            <a:pPr marL="285750" indent="-285750">
              <a:lnSpc>
                <a:spcPct val="150000"/>
              </a:lnSpc>
              <a:buClr>
                <a:schemeClr val="accent1"/>
              </a:buClr>
              <a:buFont typeface="Wingdings" panose="05000000000000000000" pitchFamily="2" charset="2"/>
              <a:buChar char="p"/>
              <a:defRPr/>
            </a:pPr>
            <a:endParaRPr lang="en-US" altLang="zh-CN" sz="1600" b="1" dirty="0"/>
          </a:p>
        </p:txBody>
      </p:sp>
      <p:sp>
        <p:nvSpPr>
          <p:cNvPr id="5" name="文本框 4">
            <a:extLst>
              <a:ext uri="{FF2B5EF4-FFF2-40B4-BE49-F238E27FC236}">
                <a16:creationId xmlns:a16="http://schemas.microsoft.com/office/drawing/2014/main" id="{7F355EE1-C5EA-2FF5-7232-0612B04A9760}"/>
              </a:ext>
            </a:extLst>
          </p:cNvPr>
          <p:cNvSpPr txBox="1"/>
          <p:nvPr/>
        </p:nvSpPr>
        <p:spPr>
          <a:xfrm>
            <a:off x="705979" y="4513852"/>
            <a:ext cx="3196592" cy="430887"/>
          </a:xfrm>
          <a:prstGeom prst="rect">
            <a:avLst/>
          </a:prstGeom>
          <a:noFill/>
        </p:spPr>
        <p:txBody>
          <a:bodyPr wrap="square" rtlCol="0">
            <a:spAutoFit/>
          </a:bodyPr>
          <a:lstStyle/>
          <a:p>
            <a:r>
              <a:rPr lang="en-US" altLang="zh-CN" sz="2200" b="1" dirty="0">
                <a:solidFill>
                  <a:schemeClr val="accent1"/>
                </a:solidFill>
                <a:latin typeface="+mj-ea"/>
                <a:ea typeface="+mj-ea"/>
              </a:rPr>
              <a:t>Evaluation indicators</a:t>
            </a:r>
            <a:endParaRPr lang="zh-CN" altLang="en-US" sz="2200" b="1" dirty="0">
              <a:solidFill>
                <a:schemeClr val="accent1"/>
              </a:solidFill>
              <a:latin typeface="+mj-ea"/>
              <a:ea typeface="+mj-ea"/>
            </a:endParaRPr>
          </a:p>
        </p:txBody>
      </p:sp>
      <p:cxnSp>
        <p:nvCxnSpPr>
          <p:cNvPr id="6" name="直接连接符 5">
            <a:extLst>
              <a:ext uri="{FF2B5EF4-FFF2-40B4-BE49-F238E27FC236}">
                <a16:creationId xmlns:a16="http://schemas.microsoft.com/office/drawing/2014/main" id="{89CEDAB7-5160-DD4F-441C-4E58DA716FAA}"/>
              </a:ext>
            </a:extLst>
          </p:cNvPr>
          <p:cNvCxnSpPr>
            <a:cxnSpLocks/>
          </p:cNvCxnSpPr>
          <p:nvPr/>
        </p:nvCxnSpPr>
        <p:spPr>
          <a:xfrm>
            <a:off x="705979" y="4988427"/>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DBD2085-4A55-9DC5-E1F1-D56204F30032}"/>
              </a:ext>
            </a:extLst>
          </p:cNvPr>
          <p:cNvSpPr txBox="1"/>
          <p:nvPr/>
        </p:nvSpPr>
        <p:spPr>
          <a:xfrm>
            <a:off x="672170" y="5075804"/>
            <a:ext cx="10157847" cy="1158459"/>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ACC</a:t>
            </a:r>
          </a:p>
          <a:p>
            <a:pPr marL="285750" indent="-285750">
              <a:lnSpc>
                <a:spcPct val="150000"/>
              </a:lnSpc>
              <a:buClr>
                <a:schemeClr val="accent1"/>
              </a:buClr>
              <a:buFont typeface="Wingdings" panose="05000000000000000000" pitchFamily="2" charset="2"/>
              <a:buChar char="p"/>
              <a:defRPr/>
            </a:pPr>
            <a:r>
              <a:rPr lang="en-US" altLang="zh-CN" sz="1600" b="1" dirty="0"/>
              <a:t>ARI</a:t>
            </a:r>
          </a:p>
          <a:p>
            <a:pPr marL="285750" indent="-285750">
              <a:lnSpc>
                <a:spcPct val="150000"/>
              </a:lnSpc>
              <a:buClr>
                <a:schemeClr val="accent1"/>
              </a:buClr>
              <a:buFont typeface="Wingdings" panose="05000000000000000000" pitchFamily="2" charset="2"/>
              <a:buChar char="p"/>
              <a:defRPr/>
            </a:pPr>
            <a:r>
              <a:rPr lang="en-US" altLang="zh-CN" sz="1600" b="1" dirty="0"/>
              <a:t>NMI</a:t>
            </a:r>
          </a:p>
        </p:txBody>
      </p:sp>
    </p:spTree>
    <p:extLst>
      <p:ext uri="{BB962C8B-B14F-4D97-AF65-F5344CB8AC3E}">
        <p14:creationId xmlns:p14="http://schemas.microsoft.com/office/powerpoint/2010/main" val="3964208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E7E25-4760-CDDF-EA68-7B604D1ED74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E7D609B-4EFE-9405-4FDE-521207E467CE}"/>
              </a:ext>
            </a:extLst>
          </p:cNvPr>
          <p:cNvPicPr>
            <a:picLocks noChangeAspect="1"/>
          </p:cNvPicPr>
          <p:nvPr/>
        </p:nvPicPr>
        <p:blipFill>
          <a:blip r:embed="rId2"/>
          <a:stretch>
            <a:fillRect/>
          </a:stretch>
        </p:blipFill>
        <p:spPr>
          <a:xfrm>
            <a:off x="5851788" y="1464807"/>
            <a:ext cx="5890533" cy="4289607"/>
          </a:xfrm>
          <a:prstGeom prst="rect">
            <a:avLst/>
          </a:prstGeom>
        </p:spPr>
      </p:pic>
      <p:cxnSp>
        <p:nvCxnSpPr>
          <p:cNvPr id="17" name="直接连接符 16">
            <a:extLst>
              <a:ext uri="{FF2B5EF4-FFF2-40B4-BE49-F238E27FC236}">
                <a16:creationId xmlns:a16="http://schemas.microsoft.com/office/drawing/2014/main" id="{F1ED417E-3ED7-7E7B-5FA0-75ECD57A19FA}"/>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6F65238D-687E-779F-BD43-7B55D5836126}"/>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A0C203AF-3531-B46B-2635-08BD41441F95}"/>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7742863A-EBF6-D64B-CADF-4F1DD014247A}"/>
              </a:ext>
            </a:extLst>
          </p:cNvPr>
          <p:cNvSpPr>
            <a:spLocks noGrp="1"/>
          </p:cNvSpPr>
          <p:nvPr>
            <p:ph type="sldNum" sz="quarter" idx="12"/>
          </p:nvPr>
        </p:nvSpPr>
        <p:spPr/>
        <p:txBody>
          <a:bodyPr/>
          <a:lstStyle/>
          <a:p>
            <a:fld id="{85D2FA34-3331-43EB-8D25-5E71EBC8F04D}" type="slidenum">
              <a:rPr lang="zh-CN" altLang="en-US" smtClean="0"/>
              <a:t>13</a:t>
            </a:fld>
            <a:endParaRPr lang="zh-CN" altLang="en-US"/>
          </a:p>
        </p:txBody>
      </p:sp>
      <p:sp>
        <p:nvSpPr>
          <p:cNvPr id="8" name="文本框 7">
            <a:extLst>
              <a:ext uri="{FF2B5EF4-FFF2-40B4-BE49-F238E27FC236}">
                <a16:creationId xmlns:a16="http://schemas.microsoft.com/office/drawing/2014/main" id="{930AC450-3B7F-1C5A-F760-5EA5EF37A670}"/>
              </a:ext>
            </a:extLst>
          </p:cNvPr>
          <p:cNvSpPr txBox="1"/>
          <p:nvPr/>
        </p:nvSpPr>
        <p:spPr>
          <a:xfrm>
            <a:off x="695632" y="1686545"/>
            <a:ext cx="5148469" cy="2266454"/>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总体优势：</a:t>
            </a:r>
            <a:r>
              <a:rPr lang="en-US" altLang="zh-CN" sz="1600" dirty="0"/>
              <a:t>CRL</a:t>
            </a:r>
            <a:r>
              <a:rPr lang="zh-CN" altLang="en-US" sz="1600" dirty="0"/>
              <a:t>在绝大多数设置中，性能显著优于所有</a:t>
            </a:r>
            <a:r>
              <a:rPr lang="en-US" altLang="zh-CN" sz="1600" dirty="0"/>
              <a:t>VLM</a:t>
            </a:r>
            <a:r>
              <a:rPr lang="zh-CN" altLang="en-US" sz="1600" dirty="0"/>
              <a:t>基线，平均准确率提升约 </a:t>
            </a:r>
            <a:r>
              <a:rPr lang="en-US" altLang="zh-CN" sz="1600" b="1" dirty="0"/>
              <a:t>10%</a:t>
            </a:r>
            <a:r>
              <a:rPr lang="zh-CN" altLang="en-US" sz="1600" dirty="0"/>
              <a:t>。</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定制化效果：</a:t>
            </a:r>
            <a:r>
              <a:rPr lang="zh-CN" altLang="en-US" sz="1600" dirty="0"/>
              <a:t>当任务准则与原始通用表征中</a:t>
            </a:r>
            <a:r>
              <a:rPr lang="zh-CN" altLang="en-US" sz="1600" b="1" dirty="0"/>
              <a:t>不占主导</a:t>
            </a:r>
            <a:r>
              <a:rPr lang="zh-CN" altLang="en-US" sz="1600" dirty="0"/>
              <a:t>的语义时，</a:t>
            </a:r>
            <a:r>
              <a:rPr lang="en-US" altLang="zh-CN" sz="1600" dirty="0"/>
              <a:t>CRL </a:t>
            </a:r>
            <a:r>
              <a:rPr lang="zh-CN" altLang="en-US" sz="1600" dirty="0"/>
              <a:t>的性能提升尤为明显。</a:t>
            </a:r>
            <a:endParaRPr lang="en-US" altLang="zh-CN" sz="1600" b="1" dirty="0"/>
          </a:p>
          <a:p>
            <a:pPr marL="285750" indent="-285750">
              <a:lnSpc>
                <a:spcPct val="150000"/>
              </a:lnSpc>
              <a:buClr>
                <a:schemeClr val="accent1"/>
              </a:buClr>
              <a:buFont typeface="Wingdings" panose="05000000000000000000" pitchFamily="2" charset="2"/>
              <a:buChar char="p"/>
              <a:defRPr/>
            </a:pPr>
            <a:r>
              <a:rPr lang="zh-CN" altLang="en-US" sz="1600" b="1" dirty="0"/>
              <a:t>原因分析：</a:t>
            </a:r>
            <a:r>
              <a:rPr lang="zh-CN" altLang="en-US" sz="1600" dirty="0"/>
              <a:t>而 </a:t>
            </a:r>
            <a:r>
              <a:rPr lang="en-US" altLang="zh-CN" sz="1600" dirty="0"/>
              <a:t>CRL </a:t>
            </a:r>
            <a:r>
              <a:rPr lang="zh-CN" altLang="en-US" sz="1600" dirty="0"/>
              <a:t>成功地将表征</a:t>
            </a:r>
            <a:r>
              <a:rPr lang="zh-CN" altLang="en-US" sz="1600" b="1" dirty="0"/>
              <a:t>重定向</a:t>
            </a:r>
            <a:r>
              <a:rPr lang="zh-CN" altLang="en-US" sz="1600" dirty="0"/>
              <a:t>到用户指定的准则中，提高了任务相关性。</a:t>
            </a:r>
            <a:endParaRPr lang="en-US" altLang="zh-CN" sz="1600" b="1" dirty="0"/>
          </a:p>
        </p:txBody>
      </p:sp>
      <p:sp>
        <p:nvSpPr>
          <p:cNvPr id="9" name="文本框 8">
            <a:extLst>
              <a:ext uri="{FF2B5EF4-FFF2-40B4-BE49-F238E27FC236}">
                <a16:creationId xmlns:a16="http://schemas.microsoft.com/office/drawing/2014/main" id="{8B12F01A-993F-B9AA-0621-8E81247FA9D2}"/>
              </a:ext>
            </a:extLst>
          </p:cNvPr>
          <p:cNvSpPr txBox="1"/>
          <p:nvPr/>
        </p:nvSpPr>
        <p:spPr>
          <a:xfrm>
            <a:off x="695632" y="948698"/>
            <a:ext cx="5168886" cy="430887"/>
          </a:xfrm>
          <a:prstGeom prst="rect">
            <a:avLst/>
          </a:prstGeom>
          <a:noFill/>
        </p:spPr>
        <p:txBody>
          <a:bodyPr wrap="square" rtlCol="0">
            <a:spAutoFit/>
          </a:bodyPr>
          <a:lstStyle/>
          <a:p>
            <a:r>
              <a:rPr lang="zh-CN" altLang="en-US" sz="2200" b="1" dirty="0">
                <a:solidFill>
                  <a:schemeClr val="accent1"/>
                </a:solidFill>
                <a:latin typeface="+mj-ea"/>
                <a:ea typeface="+mj-ea"/>
              </a:rPr>
              <a:t>小样本学习</a:t>
            </a:r>
          </a:p>
        </p:txBody>
      </p:sp>
      <p:sp>
        <p:nvSpPr>
          <p:cNvPr id="11" name="矩形 10">
            <a:extLst>
              <a:ext uri="{FF2B5EF4-FFF2-40B4-BE49-F238E27FC236}">
                <a16:creationId xmlns:a16="http://schemas.microsoft.com/office/drawing/2014/main" id="{04D01D12-3911-3AF1-1ADC-BA9C493092EE}"/>
              </a:ext>
            </a:extLst>
          </p:cNvPr>
          <p:cNvSpPr/>
          <p:nvPr/>
        </p:nvSpPr>
        <p:spPr>
          <a:xfrm>
            <a:off x="8474161" y="2632841"/>
            <a:ext cx="1292577" cy="48873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0969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B119A-E81B-75E0-3B90-0A55F6E5492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D577DFC-5399-3698-1EF8-8811399AD3D2}"/>
              </a:ext>
            </a:extLst>
          </p:cNvPr>
          <p:cNvPicPr>
            <a:picLocks noChangeAspect="1"/>
          </p:cNvPicPr>
          <p:nvPr/>
        </p:nvPicPr>
        <p:blipFill>
          <a:blip r:embed="rId2"/>
          <a:stretch>
            <a:fillRect/>
          </a:stretch>
        </p:blipFill>
        <p:spPr>
          <a:xfrm>
            <a:off x="5844101" y="1292073"/>
            <a:ext cx="6102155" cy="5321851"/>
          </a:xfrm>
          <a:prstGeom prst="rect">
            <a:avLst/>
          </a:prstGeom>
        </p:spPr>
      </p:pic>
      <p:cxnSp>
        <p:nvCxnSpPr>
          <p:cNvPr id="17" name="直接连接符 16">
            <a:extLst>
              <a:ext uri="{FF2B5EF4-FFF2-40B4-BE49-F238E27FC236}">
                <a16:creationId xmlns:a16="http://schemas.microsoft.com/office/drawing/2014/main" id="{752C2BA6-A19D-9C81-E6CC-BB7989266D90}"/>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F6053203-3CAD-130E-EFCE-AE483EB070BE}"/>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6A2BF51E-5876-81E3-5A28-B5CD7D50E56F}"/>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9D2DA2EB-7889-B45C-4F0B-58F845F1EE5C}"/>
              </a:ext>
            </a:extLst>
          </p:cNvPr>
          <p:cNvSpPr>
            <a:spLocks noGrp="1"/>
          </p:cNvSpPr>
          <p:nvPr>
            <p:ph type="sldNum" sz="quarter" idx="12"/>
          </p:nvPr>
        </p:nvSpPr>
        <p:spPr/>
        <p:txBody>
          <a:bodyPr/>
          <a:lstStyle/>
          <a:p>
            <a:fld id="{85D2FA34-3331-43EB-8D25-5E71EBC8F04D}" type="slidenum">
              <a:rPr lang="zh-CN" altLang="en-US" smtClean="0"/>
              <a:t>14</a:t>
            </a:fld>
            <a:endParaRPr lang="zh-CN" altLang="en-US"/>
          </a:p>
        </p:txBody>
      </p:sp>
      <p:sp>
        <p:nvSpPr>
          <p:cNvPr id="8" name="文本框 7">
            <a:extLst>
              <a:ext uri="{FF2B5EF4-FFF2-40B4-BE49-F238E27FC236}">
                <a16:creationId xmlns:a16="http://schemas.microsoft.com/office/drawing/2014/main" id="{6B94A2AE-1ECF-A24E-C3F3-D7C2CCDBF539}"/>
              </a:ext>
            </a:extLst>
          </p:cNvPr>
          <p:cNvSpPr txBox="1"/>
          <p:nvPr/>
        </p:nvSpPr>
        <p:spPr>
          <a:xfrm>
            <a:off x="695632" y="1686545"/>
            <a:ext cx="5148469" cy="1897122"/>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性能提升：</a:t>
            </a:r>
            <a:r>
              <a:rPr lang="zh-CN" altLang="en-US" sz="1600" dirty="0"/>
              <a:t>在 </a:t>
            </a:r>
            <a:r>
              <a:rPr lang="en-US" altLang="zh-CN" sz="1600" dirty="0"/>
              <a:t>NMI</a:t>
            </a:r>
            <a:r>
              <a:rPr lang="zh-CN" altLang="en-US" sz="1600" dirty="0"/>
              <a:t>、</a:t>
            </a:r>
            <a:r>
              <a:rPr lang="en-US" altLang="zh-CN" sz="1600" dirty="0"/>
              <a:t>ACC</a:t>
            </a:r>
            <a:r>
              <a:rPr lang="zh-CN" altLang="en-US" sz="1600" dirty="0"/>
              <a:t>和 </a:t>
            </a:r>
            <a:r>
              <a:rPr lang="en-US" altLang="zh-CN" sz="1600" dirty="0"/>
              <a:t>ARI</a:t>
            </a:r>
            <a:r>
              <a:rPr lang="zh-CN" altLang="en-US" sz="1600" dirty="0"/>
              <a:t>等关键指标上，</a:t>
            </a:r>
            <a:r>
              <a:rPr lang="en-US" altLang="zh-CN" sz="1600" dirty="0"/>
              <a:t>CRL </a:t>
            </a:r>
            <a:r>
              <a:rPr lang="zh-CN" altLang="en-US" sz="1600" dirty="0"/>
              <a:t>性能通常优于基线 </a:t>
            </a:r>
            <a:r>
              <a:rPr lang="en-US" altLang="zh-CN" sz="1600" dirty="0"/>
              <a:t>VLM</a:t>
            </a:r>
            <a:r>
              <a:rPr lang="zh-CN" altLang="en-US" sz="1600" dirty="0"/>
              <a:t>。</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b="1" dirty="0"/>
              <a:t>局限性讨论：</a:t>
            </a:r>
            <a:r>
              <a:rPr lang="zh-CN" altLang="en-US" sz="1600" dirty="0"/>
              <a:t>在处理通用准则时，可能不会超越专门为聚类设计的先进方法（</a:t>
            </a:r>
            <a:r>
              <a:rPr lang="en-US" altLang="zh-CN" sz="1600" dirty="0"/>
              <a:t>CC</a:t>
            </a:r>
            <a:r>
              <a:rPr lang="zh-CN" altLang="en-US" sz="1600" dirty="0"/>
              <a:t>、</a:t>
            </a:r>
            <a:r>
              <a:rPr lang="en-US" altLang="zh-CN" sz="1600" dirty="0"/>
              <a:t>SCAN</a:t>
            </a:r>
            <a:r>
              <a:rPr lang="zh-CN" altLang="en-US" sz="1600" dirty="0"/>
              <a:t>），</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b="1" dirty="0"/>
              <a:t>原因分析：</a:t>
            </a:r>
            <a:r>
              <a:rPr lang="en-US" altLang="zh-CN" sz="1600" dirty="0"/>
              <a:t>CRL </a:t>
            </a:r>
            <a:r>
              <a:rPr lang="zh-CN" altLang="en-US" sz="1600" dirty="0"/>
              <a:t>的</a:t>
            </a:r>
            <a:r>
              <a:rPr lang="zh-CN" altLang="en-US" sz="1600" b="1" dirty="0"/>
              <a:t>优势在于其定制化和泛化能力</a:t>
            </a:r>
            <a:r>
              <a:rPr lang="zh-CN" altLang="en-US" sz="1600" dirty="0"/>
              <a:t>。</a:t>
            </a:r>
            <a:endParaRPr lang="en-US" altLang="zh-CN" sz="1600" b="1" dirty="0"/>
          </a:p>
        </p:txBody>
      </p:sp>
      <p:sp>
        <p:nvSpPr>
          <p:cNvPr id="9" name="文本框 8">
            <a:extLst>
              <a:ext uri="{FF2B5EF4-FFF2-40B4-BE49-F238E27FC236}">
                <a16:creationId xmlns:a16="http://schemas.microsoft.com/office/drawing/2014/main" id="{CA338327-8FAC-5AA8-D45F-E6AF1F78B32E}"/>
              </a:ext>
            </a:extLst>
          </p:cNvPr>
          <p:cNvSpPr txBox="1"/>
          <p:nvPr/>
        </p:nvSpPr>
        <p:spPr>
          <a:xfrm>
            <a:off x="695632" y="948698"/>
            <a:ext cx="5168886" cy="430887"/>
          </a:xfrm>
          <a:prstGeom prst="rect">
            <a:avLst/>
          </a:prstGeom>
          <a:noFill/>
        </p:spPr>
        <p:txBody>
          <a:bodyPr wrap="square" rtlCol="0">
            <a:spAutoFit/>
          </a:bodyPr>
          <a:lstStyle/>
          <a:p>
            <a:r>
              <a:rPr lang="zh-CN" altLang="en-US" sz="2200" b="1" dirty="0">
                <a:solidFill>
                  <a:schemeClr val="accent1"/>
                </a:solidFill>
                <a:latin typeface="+mj-ea"/>
                <a:ea typeface="+mj-ea"/>
              </a:rPr>
              <a:t>聚类</a:t>
            </a:r>
          </a:p>
        </p:txBody>
      </p:sp>
      <p:sp>
        <p:nvSpPr>
          <p:cNvPr id="6" name="矩形 5">
            <a:extLst>
              <a:ext uri="{FF2B5EF4-FFF2-40B4-BE49-F238E27FC236}">
                <a16:creationId xmlns:a16="http://schemas.microsoft.com/office/drawing/2014/main" id="{79D22DB3-F123-ABD2-E562-C21B3B97BC24}"/>
              </a:ext>
            </a:extLst>
          </p:cNvPr>
          <p:cNvSpPr/>
          <p:nvPr/>
        </p:nvSpPr>
        <p:spPr>
          <a:xfrm>
            <a:off x="8568560" y="2349062"/>
            <a:ext cx="1355834" cy="22071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pic>
        <p:nvPicPr>
          <p:cNvPr id="2" name="图片 1">
            <a:extLst>
              <a:ext uri="{FF2B5EF4-FFF2-40B4-BE49-F238E27FC236}">
                <a16:creationId xmlns:a16="http://schemas.microsoft.com/office/drawing/2014/main" id="{4A6B6331-735E-A655-1D5B-A12B73C52748}"/>
              </a:ext>
            </a:extLst>
          </p:cNvPr>
          <p:cNvPicPr>
            <a:picLocks noChangeAspect="1"/>
          </p:cNvPicPr>
          <p:nvPr/>
        </p:nvPicPr>
        <p:blipFill>
          <a:blip r:embed="rId3"/>
          <a:stretch>
            <a:fillRect/>
          </a:stretch>
        </p:blipFill>
        <p:spPr>
          <a:xfrm>
            <a:off x="291790" y="4446052"/>
            <a:ext cx="5315455" cy="2167872"/>
          </a:xfrm>
          <a:prstGeom prst="rect">
            <a:avLst/>
          </a:prstGeom>
        </p:spPr>
      </p:pic>
    </p:spTree>
    <p:extLst>
      <p:ext uri="{BB962C8B-B14F-4D97-AF65-F5344CB8AC3E}">
        <p14:creationId xmlns:p14="http://schemas.microsoft.com/office/powerpoint/2010/main" val="206142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21D75-C517-50AC-3A0A-8C73BB7B64D5}"/>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41D6BE76-AE0F-70E4-5AB0-E512F07A86E8}"/>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B607E7F-854C-B5C9-688E-AA5F94C2E18D}"/>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FC0891E8-BB97-F930-3945-AC46D94A003C}"/>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1409D1E7-1BE4-6D60-9FA4-281B4798C722}"/>
              </a:ext>
            </a:extLst>
          </p:cNvPr>
          <p:cNvSpPr>
            <a:spLocks noGrp="1"/>
          </p:cNvSpPr>
          <p:nvPr>
            <p:ph type="sldNum" sz="quarter" idx="12"/>
          </p:nvPr>
        </p:nvSpPr>
        <p:spPr/>
        <p:txBody>
          <a:bodyPr/>
          <a:lstStyle/>
          <a:p>
            <a:fld id="{85D2FA34-3331-43EB-8D25-5E71EBC8F04D}" type="slidenum">
              <a:rPr lang="zh-CN" altLang="en-US" smtClean="0"/>
              <a:t>15</a:t>
            </a:fld>
            <a:endParaRPr lang="zh-CN" altLang="en-US"/>
          </a:p>
        </p:txBody>
      </p:sp>
      <p:sp>
        <p:nvSpPr>
          <p:cNvPr id="8" name="文本框 7">
            <a:extLst>
              <a:ext uri="{FF2B5EF4-FFF2-40B4-BE49-F238E27FC236}">
                <a16:creationId xmlns:a16="http://schemas.microsoft.com/office/drawing/2014/main" id="{06A02685-9E1A-47C0-C8DF-212FC87E9321}"/>
              </a:ext>
            </a:extLst>
          </p:cNvPr>
          <p:cNvSpPr txBox="1"/>
          <p:nvPr/>
        </p:nvSpPr>
        <p:spPr>
          <a:xfrm>
            <a:off x="695632" y="1686545"/>
            <a:ext cx="5148469" cy="1158459"/>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关键结果：</a:t>
            </a:r>
            <a:r>
              <a:rPr lang="en-US" altLang="zh-CN" sz="1600" dirty="0"/>
              <a:t>CRL</a:t>
            </a:r>
            <a:r>
              <a:rPr lang="zh-CN" altLang="en-US" sz="1600" dirty="0"/>
              <a:t>在复杂、多因素约束的检索任务中，显著提高了检索精度。证明条件表征</a:t>
            </a:r>
            <a:r>
              <a:rPr lang="en-US" altLang="zh-CN" sz="1600" dirty="0"/>
              <a:t>R</a:t>
            </a:r>
            <a:r>
              <a:rPr lang="zh-CN" altLang="en-US" sz="1600" dirty="0"/>
              <a:t>有效地捕获了</a:t>
            </a:r>
            <a:r>
              <a:rPr lang="zh-CN" altLang="en-US" sz="1600" b="1" dirty="0"/>
              <a:t>定制化的场景语义</a:t>
            </a:r>
            <a:endParaRPr lang="en-US" altLang="zh-CN" sz="1600" b="1" dirty="0"/>
          </a:p>
        </p:txBody>
      </p:sp>
      <p:sp>
        <p:nvSpPr>
          <p:cNvPr id="9" name="文本框 8">
            <a:extLst>
              <a:ext uri="{FF2B5EF4-FFF2-40B4-BE49-F238E27FC236}">
                <a16:creationId xmlns:a16="http://schemas.microsoft.com/office/drawing/2014/main" id="{78E40599-87BB-36A3-96C4-46554FB15FD5}"/>
              </a:ext>
            </a:extLst>
          </p:cNvPr>
          <p:cNvSpPr txBox="1"/>
          <p:nvPr/>
        </p:nvSpPr>
        <p:spPr>
          <a:xfrm>
            <a:off x="695632" y="948698"/>
            <a:ext cx="5168886" cy="430887"/>
          </a:xfrm>
          <a:prstGeom prst="rect">
            <a:avLst/>
          </a:prstGeom>
          <a:noFill/>
        </p:spPr>
        <p:txBody>
          <a:bodyPr wrap="square" rtlCol="0">
            <a:spAutoFit/>
          </a:bodyPr>
          <a:lstStyle/>
          <a:p>
            <a:r>
              <a:rPr lang="zh-CN" altLang="en-US" sz="2200" b="1" dirty="0">
                <a:solidFill>
                  <a:schemeClr val="accent1"/>
                </a:solidFill>
                <a:latin typeface="+mj-ea"/>
                <a:ea typeface="+mj-ea"/>
              </a:rPr>
              <a:t>相似性检索</a:t>
            </a:r>
          </a:p>
        </p:txBody>
      </p:sp>
      <p:pic>
        <p:nvPicPr>
          <p:cNvPr id="6" name="图片 5">
            <a:extLst>
              <a:ext uri="{FF2B5EF4-FFF2-40B4-BE49-F238E27FC236}">
                <a16:creationId xmlns:a16="http://schemas.microsoft.com/office/drawing/2014/main" id="{9DEF2704-E7F6-5FB1-4AA2-AFBF186A9C9D}"/>
              </a:ext>
            </a:extLst>
          </p:cNvPr>
          <p:cNvPicPr>
            <a:picLocks noChangeAspect="1"/>
          </p:cNvPicPr>
          <p:nvPr/>
        </p:nvPicPr>
        <p:blipFill>
          <a:blip r:embed="rId2"/>
          <a:stretch>
            <a:fillRect/>
          </a:stretch>
        </p:blipFill>
        <p:spPr>
          <a:xfrm>
            <a:off x="965415" y="4518265"/>
            <a:ext cx="10261170" cy="2193642"/>
          </a:xfrm>
          <a:prstGeom prst="rect">
            <a:avLst/>
          </a:prstGeom>
        </p:spPr>
      </p:pic>
      <p:pic>
        <p:nvPicPr>
          <p:cNvPr id="10" name="图片 9">
            <a:extLst>
              <a:ext uri="{FF2B5EF4-FFF2-40B4-BE49-F238E27FC236}">
                <a16:creationId xmlns:a16="http://schemas.microsoft.com/office/drawing/2014/main" id="{181F3710-21B2-E388-9150-0F6FFD82DECE}"/>
              </a:ext>
            </a:extLst>
          </p:cNvPr>
          <p:cNvPicPr>
            <a:picLocks noChangeAspect="1"/>
          </p:cNvPicPr>
          <p:nvPr/>
        </p:nvPicPr>
        <p:blipFill>
          <a:blip r:embed="rId3"/>
          <a:stretch>
            <a:fillRect/>
          </a:stretch>
        </p:blipFill>
        <p:spPr>
          <a:xfrm>
            <a:off x="5864518" y="1504287"/>
            <a:ext cx="6235817" cy="3013978"/>
          </a:xfrm>
          <a:prstGeom prst="rect">
            <a:avLst/>
          </a:prstGeom>
        </p:spPr>
      </p:pic>
    </p:spTree>
    <p:extLst>
      <p:ext uri="{BB962C8B-B14F-4D97-AF65-F5344CB8AC3E}">
        <p14:creationId xmlns:p14="http://schemas.microsoft.com/office/powerpoint/2010/main" val="3166124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C3CA-426C-D91C-3F2C-F2DE5EDE10AD}"/>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F6F38D76-9EF2-676D-8651-92E0F9F3BA6E}"/>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9F3EC792-E0E0-6B48-913E-1222D0F640D8}"/>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AD2B3E53-AD63-7DDE-C554-65781A114452}"/>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A69EC2A3-6EDE-8741-55B3-DB13C06EB3CC}"/>
              </a:ext>
            </a:extLst>
          </p:cNvPr>
          <p:cNvSpPr>
            <a:spLocks noGrp="1"/>
          </p:cNvSpPr>
          <p:nvPr>
            <p:ph type="sldNum" sz="quarter" idx="12"/>
          </p:nvPr>
        </p:nvSpPr>
        <p:spPr/>
        <p:txBody>
          <a:bodyPr/>
          <a:lstStyle/>
          <a:p>
            <a:fld id="{85D2FA34-3331-43EB-8D25-5E71EBC8F04D}" type="slidenum">
              <a:rPr lang="zh-CN" altLang="en-US" smtClean="0"/>
              <a:t>16</a:t>
            </a:fld>
            <a:endParaRPr lang="zh-CN" altLang="en-US"/>
          </a:p>
        </p:txBody>
      </p:sp>
      <p:sp>
        <p:nvSpPr>
          <p:cNvPr id="8" name="文本框 7">
            <a:extLst>
              <a:ext uri="{FF2B5EF4-FFF2-40B4-BE49-F238E27FC236}">
                <a16:creationId xmlns:a16="http://schemas.microsoft.com/office/drawing/2014/main" id="{273207EE-63AE-F5CB-9109-C9A11E8A78D0}"/>
              </a:ext>
            </a:extLst>
          </p:cNvPr>
          <p:cNvSpPr txBox="1"/>
          <p:nvPr/>
        </p:nvSpPr>
        <p:spPr>
          <a:xfrm>
            <a:off x="695632" y="1686545"/>
            <a:ext cx="5148469" cy="1158459"/>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关键结果：</a:t>
            </a:r>
            <a:r>
              <a:rPr lang="zh-CN" altLang="en-US" sz="1600" dirty="0"/>
              <a:t> </a:t>
            </a:r>
            <a:r>
              <a:rPr lang="en-US" altLang="zh-CN" sz="1600" dirty="0"/>
              <a:t>CRL</a:t>
            </a:r>
            <a:r>
              <a:rPr lang="zh-CN" altLang="en-US" sz="1600" dirty="0"/>
              <a:t>在</a:t>
            </a:r>
            <a:r>
              <a:rPr lang="zh-CN" altLang="en-US" sz="1600" b="1" dirty="0"/>
              <a:t>非主导、难以捕获</a:t>
            </a:r>
            <a:r>
              <a:rPr lang="zh-CN" altLang="en-US" sz="1600" dirty="0"/>
              <a:t>的属性（如</a:t>
            </a:r>
            <a:r>
              <a:rPr lang="zh-CN" altLang="en-US" sz="1600" b="1" dirty="0"/>
              <a:t>纹理</a:t>
            </a:r>
            <a:r>
              <a:rPr lang="zh-CN" altLang="en-US" sz="1600" dirty="0"/>
              <a:t>和</a:t>
            </a:r>
            <a:r>
              <a:rPr lang="zh-CN" altLang="en-US" sz="1600" b="1" dirty="0"/>
              <a:t>面料</a:t>
            </a:r>
            <a:r>
              <a:rPr lang="zh-CN" altLang="en-US" sz="1600" dirty="0"/>
              <a:t>）上，显著优于通用表征（如</a:t>
            </a:r>
            <a:r>
              <a:rPr lang="en-US" altLang="zh-CN" sz="1600" dirty="0"/>
              <a:t>CLIP</a:t>
            </a:r>
            <a:r>
              <a:rPr lang="zh-CN" altLang="en-US" sz="1600" dirty="0"/>
              <a:t>），证明 </a:t>
            </a:r>
            <a:r>
              <a:rPr lang="en-US" altLang="zh-CN" sz="1600" dirty="0"/>
              <a:t>CRL </a:t>
            </a:r>
            <a:r>
              <a:rPr lang="zh-CN" altLang="en-US" sz="1600" dirty="0"/>
              <a:t>能有效解耦复杂的定制化语义。</a:t>
            </a:r>
            <a:endParaRPr lang="en-US" altLang="zh-CN" sz="1600" b="1" dirty="0"/>
          </a:p>
        </p:txBody>
      </p:sp>
      <p:sp>
        <p:nvSpPr>
          <p:cNvPr id="9" name="文本框 8">
            <a:extLst>
              <a:ext uri="{FF2B5EF4-FFF2-40B4-BE49-F238E27FC236}">
                <a16:creationId xmlns:a16="http://schemas.microsoft.com/office/drawing/2014/main" id="{B122B902-E2C0-43B8-3CF1-08175A3CFD50}"/>
              </a:ext>
            </a:extLst>
          </p:cNvPr>
          <p:cNvSpPr txBox="1"/>
          <p:nvPr/>
        </p:nvSpPr>
        <p:spPr>
          <a:xfrm>
            <a:off x="695632" y="948698"/>
            <a:ext cx="5168886" cy="430887"/>
          </a:xfrm>
          <a:prstGeom prst="rect">
            <a:avLst/>
          </a:prstGeom>
          <a:noFill/>
        </p:spPr>
        <p:txBody>
          <a:bodyPr wrap="square" rtlCol="0">
            <a:spAutoFit/>
          </a:bodyPr>
          <a:lstStyle/>
          <a:p>
            <a:r>
              <a:rPr lang="zh-CN" altLang="en-US" sz="2200" b="1" dirty="0">
                <a:solidFill>
                  <a:schemeClr val="accent1"/>
                </a:solidFill>
                <a:latin typeface="+mj-ea"/>
                <a:ea typeface="+mj-ea"/>
              </a:rPr>
              <a:t>时尚检索</a:t>
            </a:r>
          </a:p>
        </p:txBody>
      </p:sp>
      <p:pic>
        <p:nvPicPr>
          <p:cNvPr id="3" name="图片 2">
            <a:extLst>
              <a:ext uri="{FF2B5EF4-FFF2-40B4-BE49-F238E27FC236}">
                <a16:creationId xmlns:a16="http://schemas.microsoft.com/office/drawing/2014/main" id="{FE675B7C-320C-C0ED-F9A0-2A3D6E34B1F5}"/>
              </a:ext>
            </a:extLst>
          </p:cNvPr>
          <p:cNvPicPr>
            <a:picLocks noChangeAspect="1"/>
          </p:cNvPicPr>
          <p:nvPr/>
        </p:nvPicPr>
        <p:blipFill>
          <a:blip r:embed="rId2"/>
          <a:stretch>
            <a:fillRect/>
          </a:stretch>
        </p:blipFill>
        <p:spPr>
          <a:xfrm>
            <a:off x="2609424" y="4647501"/>
            <a:ext cx="6973152" cy="1891411"/>
          </a:xfrm>
          <a:prstGeom prst="rect">
            <a:avLst/>
          </a:prstGeom>
        </p:spPr>
      </p:pic>
      <p:pic>
        <p:nvPicPr>
          <p:cNvPr id="6" name="图片 5">
            <a:extLst>
              <a:ext uri="{FF2B5EF4-FFF2-40B4-BE49-F238E27FC236}">
                <a16:creationId xmlns:a16="http://schemas.microsoft.com/office/drawing/2014/main" id="{4E68942D-391A-EEA8-CBD3-0F3019FBC0BF}"/>
              </a:ext>
            </a:extLst>
          </p:cNvPr>
          <p:cNvPicPr>
            <a:picLocks noChangeAspect="1"/>
          </p:cNvPicPr>
          <p:nvPr/>
        </p:nvPicPr>
        <p:blipFill>
          <a:blip r:embed="rId3"/>
          <a:stretch>
            <a:fillRect/>
          </a:stretch>
        </p:blipFill>
        <p:spPr>
          <a:xfrm>
            <a:off x="5730294" y="1672458"/>
            <a:ext cx="6347841" cy="2798309"/>
          </a:xfrm>
          <a:prstGeom prst="rect">
            <a:avLst/>
          </a:prstGeom>
        </p:spPr>
      </p:pic>
    </p:spTree>
    <p:extLst>
      <p:ext uri="{BB962C8B-B14F-4D97-AF65-F5344CB8AC3E}">
        <p14:creationId xmlns:p14="http://schemas.microsoft.com/office/powerpoint/2010/main" val="311628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D9209-BEDD-ABAC-BADD-024D1AD15A3F}"/>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526A0479-59C1-F359-271A-F468202F4174}"/>
              </a:ext>
            </a:extLst>
          </p:cNvPr>
          <p:cNvCxnSpPr>
            <a:stCxn id="23" idx="3"/>
          </p:cNvCxnSpPr>
          <p:nvPr/>
        </p:nvCxnSpPr>
        <p:spPr>
          <a:xfrm flipV="1">
            <a:off x="2967276" y="623737"/>
            <a:ext cx="7896550"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B019FC7-1125-C489-ECF7-1CCA954E1327}"/>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5</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C2440192-8B84-AAD7-29AF-2628D9C16419}"/>
              </a:ext>
            </a:extLst>
          </p:cNvPr>
          <p:cNvSpPr txBox="1"/>
          <p:nvPr/>
        </p:nvSpPr>
        <p:spPr>
          <a:xfrm>
            <a:off x="1010265" y="410905"/>
            <a:ext cx="1957011" cy="461665"/>
          </a:xfrm>
          <a:prstGeom prst="rect">
            <a:avLst/>
          </a:prstGeom>
          <a:noFill/>
        </p:spPr>
        <p:txBody>
          <a:bodyPr wrap="none" rtlCol="0">
            <a:spAutoFit/>
          </a:bodyPr>
          <a:lstStyle/>
          <a:p>
            <a:r>
              <a:rPr lang="en-US" altLang="zh-CN" sz="2400" b="1" dirty="0">
                <a:latin typeface="+mj-ea"/>
                <a:ea typeface="+mj-ea"/>
              </a:rPr>
              <a:t>Experiment</a:t>
            </a:r>
          </a:p>
        </p:txBody>
      </p:sp>
      <p:sp>
        <p:nvSpPr>
          <p:cNvPr id="75" name="灯片编号占位符 74">
            <a:extLst>
              <a:ext uri="{FF2B5EF4-FFF2-40B4-BE49-F238E27FC236}">
                <a16:creationId xmlns:a16="http://schemas.microsoft.com/office/drawing/2014/main" id="{8F7AF1D3-16A0-5AC3-E181-BB7DD79A4B92}"/>
              </a:ext>
            </a:extLst>
          </p:cNvPr>
          <p:cNvSpPr>
            <a:spLocks noGrp="1"/>
          </p:cNvSpPr>
          <p:nvPr>
            <p:ph type="sldNum" sz="quarter" idx="12"/>
          </p:nvPr>
        </p:nvSpPr>
        <p:spPr/>
        <p:txBody>
          <a:bodyPr/>
          <a:lstStyle/>
          <a:p>
            <a:fld id="{85D2FA34-3331-43EB-8D25-5E71EBC8F04D}" type="slidenum">
              <a:rPr lang="zh-CN" altLang="en-US" smtClean="0"/>
              <a:t>17</a:t>
            </a:fld>
            <a:endParaRPr lang="zh-CN" altLang="en-US"/>
          </a:p>
        </p:txBody>
      </p:sp>
      <p:sp>
        <p:nvSpPr>
          <p:cNvPr id="2" name="文本框 1">
            <a:extLst>
              <a:ext uri="{FF2B5EF4-FFF2-40B4-BE49-F238E27FC236}">
                <a16:creationId xmlns:a16="http://schemas.microsoft.com/office/drawing/2014/main" id="{06F974A2-7B58-2301-B71B-83804A497ACF}"/>
              </a:ext>
            </a:extLst>
          </p:cNvPr>
          <p:cNvSpPr txBox="1"/>
          <p:nvPr/>
        </p:nvSpPr>
        <p:spPr>
          <a:xfrm>
            <a:off x="739786" y="970247"/>
            <a:ext cx="3748323" cy="430887"/>
          </a:xfrm>
          <a:prstGeom prst="rect">
            <a:avLst/>
          </a:prstGeom>
          <a:noFill/>
        </p:spPr>
        <p:txBody>
          <a:bodyPr wrap="square" rtlCol="0">
            <a:spAutoFit/>
          </a:bodyPr>
          <a:lstStyle/>
          <a:p>
            <a:r>
              <a:rPr lang="en-US" altLang="zh-CN" sz="2200" b="1" dirty="0">
                <a:solidFill>
                  <a:schemeClr val="accent1"/>
                </a:solidFill>
                <a:latin typeface="+mj-ea"/>
                <a:ea typeface="+mj-ea"/>
              </a:rPr>
              <a:t>LLM Prompt Robustness</a:t>
            </a:r>
            <a:endParaRPr lang="zh-CN" altLang="en-US" sz="2200" b="1" dirty="0">
              <a:solidFill>
                <a:schemeClr val="accent1"/>
              </a:solidFill>
              <a:latin typeface="+mj-ea"/>
              <a:ea typeface="+mj-ea"/>
            </a:endParaRPr>
          </a:p>
        </p:txBody>
      </p:sp>
      <p:cxnSp>
        <p:nvCxnSpPr>
          <p:cNvPr id="3" name="直接连接符 2">
            <a:extLst>
              <a:ext uri="{FF2B5EF4-FFF2-40B4-BE49-F238E27FC236}">
                <a16:creationId xmlns:a16="http://schemas.microsoft.com/office/drawing/2014/main" id="{2391FCAF-CACC-0D40-D211-A75985A4CDDA}"/>
              </a:ext>
            </a:extLst>
          </p:cNvPr>
          <p:cNvCxnSpPr>
            <a:cxnSpLocks/>
          </p:cNvCxnSpPr>
          <p:nvPr/>
        </p:nvCxnSpPr>
        <p:spPr>
          <a:xfrm>
            <a:off x="739788" y="144450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DB16F840-81AD-F5CF-0AED-840B22707E11}"/>
              </a:ext>
            </a:extLst>
          </p:cNvPr>
          <p:cNvSpPr txBox="1"/>
          <p:nvPr/>
        </p:nvSpPr>
        <p:spPr>
          <a:xfrm>
            <a:off x="705979" y="1531878"/>
            <a:ext cx="10157847" cy="789127"/>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发现：</a:t>
            </a:r>
            <a:r>
              <a:rPr lang="zh-CN" altLang="en-US" sz="1600" dirty="0"/>
              <a:t>不同的</a:t>
            </a:r>
            <a:r>
              <a:rPr lang="en-US" altLang="zh-CN" sz="1600" dirty="0"/>
              <a:t>Prompt</a:t>
            </a:r>
            <a:r>
              <a:rPr lang="zh-CN" altLang="en-US" sz="1600" dirty="0"/>
              <a:t>用来生成文本基时，对最终性能的影响很小</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b="1" dirty="0"/>
              <a:t>结论：</a:t>
            </a:r>
            <a:r>
              <a:rPr lang="en-US" altLang="zh-CN" sz="1600" dirty="0"/>
              <a:t>CRL</a:t>
            </a:r>
            <a:r>
              <a:rPr lang="zh-CN" altLang="en-US" sz="1600" dirty="0"/>
              <a:t>对</a:t>
            </a:r>
            <a:r>
              <a:rPr lang="en-US" altLang="zh-CN" sz="1600" dirty="0"/>
              <a:t>LLM</a:t>
            </a:r>
            <a:r>
              <a:rPr lang="zh-CN" altLang="en-US" sz="1600" dirty="0"/>
              <a:t>输入的措辞是鲁棒的，只要能生成合理描述准则的词语集合即可</a:t>
            </a:r>
            <a:endParaRPr lang="en-US" altLang="zh-CN" sz="1600" dirty="0"/>
          </a:p>
        </p:txBody>
      </p:sp>
      <p:sp>
        <p:nvSpPr>
          <p:cNvPr id="13" name="文本框 12">
            <a:extLst>
              <a:ext uri="{FF2B5EF4-FFF2-40B4-BE49-F238E27FC236}">
                <a16:creationId xmlns:a16="http://schemas.microsoft.com/office/drawing/2014/main" id="{465CFF2C-7F61-B1B6-49E3-5E7BEB942EB6}"/>
              </a:ext>
            </a:extLst>
          </p:cNvPr>
          <p:cNvSpPr txBox="1"/>
          <p:nvPr/>
        </p:nvSpPr>
        <p:spPr>
          <a:xfrm>
            <a:off x="705979" y="3677854"/>
            <a:ext cx="4688142" cy="430887"/>
          </a:xfrm>
          <a:prstGeom prst="rect">
            <a:avLst/>
          </a:prstGeom>
          <a:noFill/>
        </p:spPr>
        <p:txBody>
          <a:bodyPr wrap="square" rtlCol="0">
            <a:spAutoFit/>
          </a:bodyPr>
          <a:lstStyle/>
          <a:p>
            <a:r>
              <a:rPr lang="en-US" altLang="zh-CN" sz="2200" b="1" dirty="0">
                <a:solidFill>
                  <a:schemeClr val="accent1"/>
                </a:solidFill>
                <a:latin typeface="+mj-ea"/>
                <a:ea typeface="+mj-ea"/>
              </a:rPr>
              <a:t>Number of Basis Analysis</a:t>
            </a:r>
            <a:endParaRPr lang="zh-CN" altLang="en-US" sz="2200" b="1" dirty="0">
              <a:solidFill>
                <a:schemeClr val="accent1"/>
              </a:solidFill>
              <a:latin typeface="+mj-ea"/>
              <a:ea typeface="+mj-ea"/>
            </a:endParaRPr>
          </a:p>
        </p:txBody>
      </p:sp>
      <p:cxnSp>
        <p:nvCxnSpPr>
          <p:cNvPr id="14" name="直接连接符 13">
            <a:extLst>
              <a:ext uri="{FF2B5EF4-FFF2-40B4-BE49-F238E27FC236}">
                <a16:creationId xmlns:a16="http://schemas.microsoft.com/office/drawing/2014/main" id="{8B6BE600-DDD4-5E92-F764-53912E608263}"/>
              </a:ext>
            </a:extLst>
          </p:cNvPr>
          <p:cNvCxnSpPr>
            <a:cxnSpLocks/>
          </p:cNvCxnSpPr>
          <p:nvPr/>
        </p:nvCxnSpPr>
        <p:spPr>
          <a:xfrm>
            <a:off x="705979" y="4152429"/>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70A6B01E-2C78-DDD8-B646-A840B20D3F94}"/>
              </a:ext>
            </a:extLst>
          </p:cNvPr>
          <p:cNvSpPr txBox="1"/>
          <p:nvPr/>
        </p:nvSpPr>
        <p:spPr>
          <a:xfrm>
            <a:off x="672170" y="4239806"/>
            <a:ext cx="6148079" cy="789127"/>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zh-CN" altLang="en-US" sz="1600" b="1" dirty="0"/>
              <a:t>发现：</a:t>
            </a:r>
            <a:r>
              <a:rPr lang="zh-CN" altLang="en-US" sz="1600" dirty="0"/>
              <a:t>性能随着文本基数量增加而提高，一定数量后趋于稳定</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b="1" dirty="0"/>
              <a:t>结论：</a:t>
            </a:r>
            <a:r>
              <a:rPr lang="zh-CN" altLang="en-US" sz="1600" dirty="0"/>
              <a:t>合理数量的描述词即可构建有效的条件表征空间</a:t>
            </a:r>
            <a:endParaRPr lang="en-US" altLang="zh-CN" sz="1600" dirty="0"/>
          </a:p>
        </p:txBody>
      </p:sp>
      <p:pic>
        <p:nvPicPr>
          <p:cNvPr id="6" name="图片 5">
            <a:extLst>
              <a:ext uri="{FF2B5EF4-FFF2-40B4-BE49-F238E27FC236}">
                <a16:creationId xmlns:a16="http://schemas.microsoft.com/office/drawing/2014/main" id="{33FF8B12-D11F-C9EC-B82C-F22779268119}"/>
              </a:ext>
            </a:extLst>
          </p:cNvPr>
          <p:cNvPicPr>
            <a:picLocks noChangeAspect="1"/>
          </p:cNvPicPr>
          <p:nvPr/>
        </p:nvPicPr>
        <p:blipFill>
          <a:blip r:embed="rId2"/>
          <a:stretch>
            <a:fillRect/>
          </a:stretch>
        </p:blipFill>
        <p:spPr>
          <a:xfrm>
            <a:off x="7910818" y="3429000"/>
            <a:ext cx="4017023" cy="3405236"/>
          </a:xfrm>
          <a:prstGeom prst="rect">
            <a:avLst/>
          </a:prstGeom>
        </p:spPr>
      </p:pic>
      <p:pic>
        <p:nvPicPr>
          <p:cNvPr id="8" name="图片 7">
            <a:extLst>
              <a:ext uri="{FF2B5EF4-FFF2-40B4-BE49-F238E27FC236}">
                <a16:creationId xmlns:a16="http://schemas.microsoft.com/office/drawing/2014/main" id="{F91EDCCA-EB17-DA3D-4541-0CC1677776DB}"/>
              </a:ext>
            </a:extLst>
          </p:cNvPr>
          <p:cNvPicPr>
            <a:picLocks noChangeAspect="1"/>
          </p:cNvPicPr>
          <p:nvPr/>
        </p:nvPicPr>
        <p:blipFill>
          <a:blip r:embed="rId3"/>
          <a:stretch>
            <a:fillRect/>
          </a:stretch>
        </p:blipFill>
        <p:spPr>
          <a:xfrm>
            <a:off x="703319" y="2524143"/>
            <a:ext cx="6779661" cy="1012429"/>
          </a:xfrm>
          <a:prstGeom prst="rect">
            <a:avLst/>
          </a:prstGeom>
        </p:spPr>
      </p:pic>
    </p:spTree>
    <p:extLst>
      <p:ext uri="{BB962C8B-B14F-4D97-AF65-F5344CB8AC3E}">
        <p14:creationId xmlns:p14="http://schemas.microsoft.com/office/powerpoint/2010/main" val="3121275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1BF7-4DEE-4A0B-211B-FD92D665137B}"/>
            </a:ext>
          </a:extLst>
        </p:cNvPr>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9D245F38-5734-ABAF-1175-1253699BEFAD}"/>
              </a:ext>
            </a:extLst>
          </p:cNvPr>
          <p:cNvCxnSpPr>
            <a:stCxn id="23" idx="3"/>
          </p:cNvCxnSpPr>
          <p:nvPr/>
        </p:nvCxnSpPr>
        <p:spPr>
          <a:xfrm flipV="1">
            <a:off x="2554277" y="623737"/>
            <a:ext cx="8309549" cy="18001"/>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D675F9D5-8AFE-5568-ACDE-2D589AB3DC32}"/>
              </a:ext>
            </a:extLst>
          </p:cNvPr>
          <p:cNvSpPr txBox="1"/>
          <p:nvPr/>
        </p:nvSpPr>
        <p:spPr>
          <a:xfrm>
            <a:off x="516409" y="410905"/>
            <a:ext cx="373820" cy="461665"/>
          </a:xfrm>
          <a:prstGeom prst="rect">
            <a:avLst/>
          </a:prstGeom>
          <a:noFill/>
        </p:spPr>
        <p:txBody>
          <a:bodyPr wrap="none" rtlCol="0">
            <a:spAutoFit/>
          </a:bodyPr>
          <a:lstStyle/>
          <a:p>
            <a:pPr algn="ctr"/>
            <a:r>
              <a:rPr lang="en-US" altLang="zh-CN" sz="2400" b="1" dirty="0">
                <a:solidFill>
                  <a:schemeClr val="bg1"/>
                </a:solidFill>
                <a:latin typeface="+mj-ea"/>
                <a:ea typeface="+mj-ea"/>
              </a:rPr>
              <a:t>6</a:t>
            </a:r>
            <a:endParaRPr lang="zh-CN" altLang="en-US" sz="2400" b="1" dirty="0">
              <a:solidFill>
                <a:schemeClr val="bg1"/>
              </a:solidFill>
              <a:latin typeface="+mj-ea"/>
              <a:ea typeface="+mj-ea"/>
            </a:endParaRPr>
          </a:p>
        </p:txBody>
      </p:sp>
      <p:sp>
        <p:nvSpPr>
          <p:cNvPr id="23" name="文本框 22">
            <a:extLst>
              <a:ext uri="{FF2B5EF4-FFF2-40B4-BE49-F238E27FC236}">
                <a16:creationId xmlns:a16="http://schemas.microsoft.com/office/drawing/2014/main" id="{EB0BBDDB-79F8-AD89-490F-7E1039E013E8}"/>
              </a:ext>
            </a:extLst>
          </p:cNvPr>
          <p:cNvSpPr txBox="1"/>
          <p:nvPr/>
        </p:nvSpPr>
        <p:spPr>
          <a:xfrm>
            <a:off x="1010265" y="410905"/>
            <a:ext cx="1544012" cy="461665"/>
          </a:xfrm>
          <a:prstGeom prst="rect">
            <a:avLst/>
          </a:prstGeom>
          <a:noFill/>
        </p:spPr>
        <p:txBody>
          <a:bodyPr wrap="none" rtlCol="0">
            <a:spAutoFit/>
          </a:bodyPr>
          <a:lstStyle/>
          <a:p>
            <a:r>
              <a:rPr lang="en-US" altLang="zh-CN" sz="2400" b="1" dirty="0">
                <a:latin typeface="+mj-ea"/>
                <a:ea typeface="+mj-ea"/>
              </a:rPr>
              <a:t>Thinking</a:t>
            </a:r>
          </a:p>
        </p:txBody>
      </p:sp>
      <p:sp>
        <p:nvSpPr>
          <p:cNvPr id="75" name="灯片编号占位符 74">
            <a:extLst>
              <a:ext uri="{FF2B5EF4-FFF2-40B4-BE49-F238E27FC236}">
                <a16:creationId xmlns:a16="http://schemas.microsoft.com/office/drawing/2014/main" id="{B976062E-2A8B-2361-DE60-60C2A08B9BB9}"/>
              </a:ext>
            </a:extLst>
          </p:cNvPr>
          <p:cNvSpPr>
            <a:spLocks noGrp="1"/>
          </p:cNvSpPr>
          <p:nvPr>
            <p:ph type="sldNum" sz="quarter" idx="12"/>
          </p:nvPr>
        </p:nvSpPr>
        <p:spPr/>
        <p:txBody>
          <a:bodyPr/>
          <a:lstStyle/>
          <a:p>
            <a:fld id="{85D2FA34-3331-43EB-8D25-5E71EBC8F04D}" type="slidenum">
              <a:rPr lang="zh-CN" altLang="en-US" smtClean="0"/>
              <a:t>18</a:t>
            </a:fld>
            <a:endParaRPr lang="zh-CN" altLang="en-US"/>
          </a:p>
        </p:txBody>
      </p:sp>
      <p:cxnSp>
        <p:nvCxnSpPr>
          <p:cNvPr id="7" name="直接连接符 6">
            <a:extLst>
              <a:ext uri="{FF2B5EF4-FFF2-40B4-BE49-F238E27FC236}">
                <a16:creationId xmlns:a16="http://schemas.microsoft.com/office/drawing/2014/main" id="{7C6D0CDF-929F-F5F9-910E-D47B8E9D808B}"/>
              </a:ext>
            </a:extLst>
          </p:cNvPr>
          <p:cNvCxnSpPr>
            <a:cxnSpLocks/>
          </p:cNvCxnSpPr>
          <p:nvPr/>
        </p:nvCxnSpPr>
        <p:spPr>
          <a:xfrm>
            <a:off x="1044073" y="1154941"/>
            <a:ext cx="511200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F465566D-6085-A086-DDCB-69C36668E96A}"/>
              </a:ext>
            </a:extLst>
          </p:cNvPr>
          <p:cNvSpPr txBox="1"/>
          <p:nvPr/>
        </p:nvSpPr>
        <p:spPr>
          <a:xfrm>
            <a:off x="1010265" y="1254619"/>
            <a:ext cx="9119387" cy="4113114"/>
          </a:xfrm>
          <a:prstGeom prst="rect">
            <a:avLst/>
          </a:prstGeom>
          <a:noFill/>
        </p:spPr>
        <p:txBody>
          <a:bodyPr wrap="square" rtlCol="0">
            <a:spAutoFit/>
          </a:bodyPr>
          <a:lstStyle/>
          <a:p>
            <a:pPr marL="285750" indent="-285750">
              <a:lnSpc>
                <a:spcPct val="150000"/>
              </a:lnSpc>
              <a:buClr>
                <a:schemeClr val="accent1"/>
              </a:buClr>
              <a:buFont typeface="Wingdings" panose="05000000000000000000" pitchFamily="2" charset="2"/>
              <a:buChar char="p"/>
              <a:defRPr/>
            </a:pPr>
            <a:r>
              <a:rPr lang="en-US" altLang="zh-CN" sz="1600" b="1" dirty="0"/>
              <a:t>CRL+</a:t>
            </a:r>
            <a:r>
              <a:rPr lang="zh-CN" altLang="en-US" sz="1600" b="1" dirty="0"/>
              <a:t>微调</a:t>
            </a:r>
            <a:r>
              <a:rPr lang="zh-CN" altLang="en-US" sz="1600" dirty="0"/>
              <a:t>，用于不同的下游任务</a:t>
            </a:r>
            <a:endParaRPr lang="en-US" altLang="zh-CN" sz="1600" dirty="0"/>
          </a:p>
          <a:p>
            <a:pPr marL="285750" indent="-285750">
              <a:lnSpc>
                <a:spcPct val="150000"/>
              </a:lnSpc>
              <a:buClr>
                <a:schemeClr val="accent1"/>
              </a:buClr>
              <a:buFont typeface="Wingdings" panose="05000000000000000000" pitchFamily="2" charset="2"/>
              <a:buChar char="p"/>
              <a:defRPr/>
            </a:pPr>
            <a:r>
              <a:rPr lang="en-US" altLang="zh-CN" sz="1600" dirty="0"/>
              <a:t>CRL</a:t>
            </a:r>
            <a:r>
              <a:rPr lang="zh-CN" altLang="en-US" sz="1600" dirty="0"/>
              <a:t>不单单结合图像数据，往</a:t>
            </a:r>
            <a:r>
              <a:rPr lang="zh-CN" altLang="en-US" sz="1600" b="1" dirty="0"/>
              <a:t>更多模态数据</a:t>
            </a:r>
            <a:r>
              <a:rPr lang="zh-CN" altLang="en-US" sz="1600" dirty="0"/>
              <a:t>扩展</a:t>
            </a:r>
            <a:endParaRPr lang="en-US" altLang="zh-CN" sz="1600" dirty="0"/>
          </a:p>
          <a:p>
            <a:pPr marL="285750" indent="-285750">
              <a:lnSpc>
                <a:spcPct val="150000"/>
              </a:lnSpc>
              <a:buClr>
                <a:schemeClr val="accent1"/>
              </a:buClr>
              <a:buFont typeface="Wingdings" panose="05000000000000000000" pitchFamily="2" charset="2"/>
              <a:buChar char="p"/>
              <a:defRPr/>
            </a:pPr>
            <a:r>
              <a:rPr lang="zh-CN" altLang="en-US" sz="1600" dirty="0"/>
              <a:t>将</a:t>
            </a:r>
            <a:r>
              <a:rPr lang="en-US" altLang="zh-CN" sz="1600" dirty="0"/>
              <a:t>CRL</a:t>
            </a:r>
            <a:r>
              <a:rPr lang="zh-CN" altLang="en-US" sz="1600" dirty="0"/>
              <a:t>应用于城市区域表征，实现</a:t>
            </a:r>
            <a:r>
              <a:rPr lang="zh-CN" altLang="en-US" sz="1600" b="1" dirty="0"/>
              <a:t>通用表征</a:t>
            </a:r>
            <a:r>
              <a:rPr lang="en-US" altLang="zh-CN" sz="1600" b="1" dirty="0"/>
              <a:t>-&gt;</a:t>
            </a:r>
            <a:r>
              <a:rPr lang="zh-CN" altLang="en-US" sz="1600" b="1" dirty="0"/>
              <a:t>条件表征</a:t>
            </a:r>
            <a:r>
              <a:rPr lang="zh-CN" altLang="en-US" sz="1600" dirty="0"/>
              <a:t>转换</a:t>
            </a:r>
            <a:endParaRPr lang="en-US" altLang="zh-CN" sz="1600" dirty="0"/>
          </a:p>
          <a:p>
            <a:pPr marL="742950" lvl="1" indent="-285750">
              <a:lnSpc>
                <a:spcPct val="150000"/>
              </a:lnSpc>
              <a:buClr>
                <a:schemeClr val="accent1"/>
              </a:buClr>
              <a:buFont typeface="Arial" panose="020B0604020202020204" pitchFamily="34" charset="0"/>
              <a:buChar char="•"/>
              <a:defRPr/>
            </a:pPr>
            <a:r>
              <a:rPr lang="zh-CN" altLang="en-US" sz="1600" dirty="0"/>
              <a:t>通用的城市区域表征可能</a:t>
            </a:r>
            <a:r>
              <a:rPr lang="zh-CN" altLang="en-US" sz="1600" b="1" dirty="0"/>
              <a:t>优先捕获商业区</a:t>
            </a:r>
            <a:r>
              <a:rPr lang="en-US" altLang="zh-CN" sz="1600" b="1" dirty="0"/>
              <a:t>/</a:t>
            </a:r>
            <a:r>
              <a:rPr lang="zh-CN" altLang="en-US" sz="1600" b="1" dirty="0"/>
              <a:t>住宅区</a:t>
            </a:r>
            <a:r>
              <a:rPr lang="en-US" altLang="zh-CN" sz="1600" b="1" dirty="0"/>
              <a:t>/</a:t>
            </a:r>
            <a:r>
              <a:rPr lang="zh-CN" altLang="en-US" sz="1600" b="1" dirty="0"/>
              <a:t>路网密度这类主导语义，但是在具体的下游任务中，需要更细粒度，非上述主导语义的特征。</a:t>
            </a:r>
            <a:endParaRPr lang="en-US" altLang="zh-CN" sz="1600" b="1" dirty="0"/>
          </a:p>
          <a:p>
            <a:pPr marL="1200150" lvl="2" indent="-285750">
              <a:lnSpc>
                <a:spcPct val="150000"/>
              </a:lnSpc>
              <a:buClr>
                <a:schemeClr val="accent1"/>
              </a:buClr>
              <a:buFont typeface="Arial" panose="020B0604020202020204" pitchFamily="34" charset="0"/>
              <a:buChar char="•"/>
              <a:defRPr/>
            </a:pPr>
            <a:r>
              <a:rPr lang="zh-CN" altLang="en-US" sz="1600" b="1" dirty="0"/>
              <a:t>聚类</a:t>
            </a:r>
            <a:r>
              <a:rPr lang="zh-CN" altLang="en-US" sz="1600" dirty="0"/>
              <a:t>：以‘步行友好度’对街区进行聚类，识别出‘适合步行的活力街区’ </a:t>
            </a:r>
            <a:r>
              <a:rPr lang="en-US" altLang="zh-CN" sz="1600" dirty="0"/>
              <a:t>and </a:t>
            </a:r>
            <a:r>
              <a:rPr lang="zh-CN" altLang="en-US" sz="1600" dirty="0"/>
              <a:t>‘车行主导的孤岛街区’</a:t>
            </a:r>
            <a:endParaRPr lang="en-US" altLang="zh-CN" sz="1600" dirty="0"/>
          </a:p>
          <a:p>
            <a:pPr marL="1200150" lvl="2" indent="-285750">
              <a:lnSpc>
                <a:spcPct val="150000"/>
              </a:lnSpc>
              <a:buClr>
                <a:schemeClr val="accent1"/>
              </a:buClr>
              <a:buFont typeface="Arial" panose="020B0604020202020204" pitchFamily="34" charset="0"/>
              <a:buChar char="•"/>
              <a:defRPr/>
            </a:pPr>
            <a:r>
              <a:rPr lang="zh-CN" altLang="en-US" sz="1600" b="1" dirty="0"/>
              <a:t>检索：</a:t>
            </a:r>
            <a:r>
              <a:rPr lang="zh-CN" altLang="en-US" sz="1600" dirty="0"/>
              <a:t>找出所有和惠州大亚湾具有相似商业活力，但绿化程度更高的区域</a:t>
            </a:r>
            <a:endParaRPr lang="en-US" altLang="zh-CN" sz="1600" dirty="0"/>
          </a:p>
          <a:p>
            <a:pPr marL="1200150" lvl="2" indent="-285750">
              <a:lnSpc>
                <a:spcPct val="150000"/>
              </a:lnSpc>
              <a:buClr>
                <a:schemeClr val="accent1"/>
              </a:buClr>
              <a:buFont typeface="Arial" panose="020B0604020202020204" pitchFamily="34" charset="0"/>
              <a:buChar char="•"/>
              <a:defRPr/>
            </a:pPr>
            <a:r>
              <a:rPr lang="zh-CN" altLang="en-US" sz="1600" b="1" dirty="0"/>
              <a:t>可解释</a:t>
            </a:r>
            <a:r>
              <a:rPr lang="zh-CN" altLang="en-US" sz="1600" dirty="0"/>
              <a:t>：条件表征对应</a:t>
            </a:r>
            <a:r>
              <a:rPr lang="en-US" altLang="zh-CN" sz="1600" dirty="0"/>
              <a:t>LLM</a:t>
            </a:r>
            <a:r>
              <a:rPr lang="zh-CN" altLang="en-US" sz="1600" dirty="0"/>
              <a:t>生成的具体描述，与任务有强相关性</a:t>
            </a:r>
            <a:endParaRPr lang="en-US" altLang="zh-CN" sz="1600" dirty="0"/>
          </a:p>
          <a:p>
            <a:pPr marL="1200150" lvl="2" indent="-285750">
              <a:lnSpc>
                <a:spcPct val="150000"/>
              </a:lnSpc>
              <a:buClr>
                <a:schemeClr val="accent1"/>
              </a:buClr>
              <a:buFont typeface="Arial" panose="020B0604020202020204" pitchFamily="34" charset="0"/>
              <a:buChar char="•"/>
              <a:defRPr/>
            </a:pPr>
            <a:r>
              <a:rPr lang="en-US" altLang="zh-CN" sz="1600" dirty="0"/>
              <a:t>Eg</a:t>
            </a:r>
            <a:r>
              <a:rPr lang="zh-CN" altLang="en-US" sz="1600" dirty="0"/>
              <a:t>：以公共安全感为准则生成基空间，将通用表征投影到基空间中。按照公共安全感对区域进行划分。</a:t>
            </a:r>
            <a:endParaRPr lang="en-US" altLang="zh-CN" sz="1600" dirty="0"/>
          </a:p>
        </p:txBody>
      </p:sp>
    </p:spTree>
    <p:extLst>
      <p:ext uri="{BB962C8B-B14F-4D97-AF65-F5344CB8AC3E}">
        <p14:creationId xmlns:p14="http://schemas.microsoft.com/office/powerpoint/2010/main" val="263339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88663" y="2314996"/>
            <a:ext cx="6814687" cy="769441"/>
          </a:xfrm>
          <a:prstGeom prst="rect">
            <a:avLst/>
          </a:prstGeom>
          <a:noFill/>
        </p:spPr>
        <p:txBody>
          <a:bodyPr wrap="none" rtlCol="0">
            <a:spAutoFit/>
          </a:bodyPr>
          <a:lstStyle/>
          <a:p>
            <a:pPr algn="ctr"/>
            <a:r>
              <a:rPr lang="zh-CN" altLang="en-US" sz="4400" b="1" spc="300">
                <a:solidFill>
                  <a:schemeClr val="accent1"/>
                </a:solidFill>
                <a:latin typeface="+mj-ea"/>
                <a:ea typeface="+mj-ea"/>
              </a:rPr>
              <a:t>敬请各位老师批评指正！</a:t>
            </a:r>
          </a:p>
        </p:txBody>
      </p:sp>
      <p:cxnSp>
        <p:nvCxnSpPr>
          <p:cNvPr id="12" name="直接连接符 11"/>
          <p:cNvCxnSpPr/>
          <p:nvPr/>
        </p:nvCxnSpPr>
        <p:spPr>
          <a:xfrm>
            <a:off x="1130300" y="3213680"/>
            <a:ext cx="9722771" cy="0"/>
          </a:xfrm>
          <a:prstGeom prst="line">
            <a:avLst/>
          </a:prstGeom>
          <a:ln>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矩形: 圆角 1">
            <a:extLst>
              <a:ext uri="{FF2B5EF4-FFF2-40B4-BE49-F238E27FC236}">
                <a16:creationId xmlns:a16="http://schemas.microsoft.com/office/drawing/2014/main" id="{5028754E-382E-121C-3AB1-2BF8B9B7C325}"/>
              </a:ext>
            </a:extLst>
          </p:cNvPr>
          <p:cNvSpPr/>
          <p:nvPr/>
        </p:nvSpPr>
        <p:spPr>
          <a:xfrm>
            <a:off x="2990021" y="3709871"/>
            <a:ext cx="6211958" cy="481808"/>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00EEE396-430D-7FB1-7160-BB59572BA37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42901" y="3806775"/>
            <a:ext cx="288000" cy="288000"/>
          </a:xfrm>
          <a:prstGeom prst="rect">
            <a:avLst/>
          </a:prstGeom>
        </p:spPr>
      </p:pic>
      <p:sp>
        <p:nvSpPr>
          <p:cNvPr id="4" name="文本框 3">
            <a:extLst>
              <a:ext uri="{FF2B5EF4-FFF2-40B4-BE49-F238E27FC236}">
                <a16:creationId xmlns:a16="http://schemas.microsoft.com/office/drawing/2014/main" id="{CE8FFF52-5810-DD09-7B7D-435E2EA617EB}"/>
              </a:ext>
            </a:extLst>
          </p:cNvPr>
          <p:cNvSpPr txBox="1"/>
          <p:nvPr/>
        </p:nvSpPr>
        <p:spPr>
          <a:xfrm>
            <a:off x="3701134" y="3781498"/>
            <a:ext cx="2451957" cy="338554"/>
          </a:xfrm>
          <a:prstGeom prst="rect">
            <a:avLst/>
          </a:prstGeom>
          <a:noFill/>
        </p:spPr>
        <p:txBody>
          <a:bodyPr wrap="square">
            <a:spAutoFit/>
          </a:bodyPr>
          <a:lstStyle/>
          <a:p>
            <a:r>
              <a:rPr lang="zh-CN" altLang="en-US" sz="1600" dirty="0">
                <a:solidFill>
                  <a:schemeClr val="bg1"/>
                </a:solidFill>
                <a:latin typeface="+mn-ea"/>
              </a:rPr>
              <a:t>汇报人：梁鹏</a:t>
            </a:r>
          </a:p>
        </p:txBody>
      </p:sp>
      <p:sp>
        <p:nvSpPr>
          <p:cNvPr id="31" name="iconfont-11845-5652464">
            <a:extLst>
              <a:ext uri="{FF2B5EF4-FFF2-40B4-BE49-F238E27FC236}">
                <a16:creationId xmlns:a16="http://schemas.microsoft.com/office/drawing/2014/main" id="{657597E4-3AF0-881C-3EE9-3F4AD4B32926}"/>
              </a:ext>
            </a:extLst>
          </p:cNvPr>
          <p:cNvSpPr>
            <a:spLocks noChangeAspect="1"/>
          </p:cNvSpPr>
          <p:nvPr/>
        </p:nvSpPr>
        <p:spPr>
          <a:xfrm>
            <a:off x="6322959" y="3806775"/>
            <a:ext cx="288054" cy="288000"/>
          </a:xfrm>
          <a:custGeom>
            <a:avLst/>
            <a:gdLst>
              <a:gd name="T0" fmla="*/ 5599 w 11196"/>
              <a:gd name="T1" fmla="*/ 600 h 11195"/>
              <a:gd name="T2" fmla="*/ 7544 w 11196"/>
              <a:gd name="T3" fmla="*/ 992 h 11195"/>
              <a:gd name="T4" fmla="*/ 9133 w 11196"/>
              <a:gd name="T5" fmla="*/ 2064 h 11195"/>
              <a:gd name="T6" fmla="*/ 10204 w 11196"/>
              <a:gd name="T7" fmla="*/ 3652 h 11195"/>
              <a:gd name="T8" fmla="*/ 10596 w 11196"/>
              <a:gd name="T9" fmla="*/ 5597 h 11195"/>
              <a:gd name="T10" fmla="*/ 10204 w 11196"/>
              <a:gd name="T11" fmla="*/ 7542 h 11195"/>
              <a:gd name="T12" fmla="*/ 9132 w 11196"/>
              <a:gd name="T13" fmla="*/ 9131 h 11195"/>
              <a:gd name="T14" fmla="*/ 7544 w 11196"/>
              <a:gd name="T15" fmla="*/ 10202 h 11195"/>
              <a:gd name="T16" fmla="*/ 5599 w 11196"/>
              <a:gd name="T17" fmla="*/ 10595 h 11195"/>
              <a:gd name="T18" fmla="*/ 3654 w 11196"/>
              <a:gd name="T19" fmla="*/ 10202 h 11195"/>
              <a:gd name="T20" fmla="*/ 2065 w 11196"/>
              <a:gd name="T21" fmla="*/ 9131 h 11195"/>
              <a:gd name="T22" fmla="*/ 994 w 11196"/>
              <a:gd name="T23" fmla="*/ 7542 h 11195"/>
              <a:gd name="T24" fmla="*/ 600 w 11196"/>
              <a:gd name="T25" fmla="*/ 5597 h 11195"/>
              <a:gd name="T26" fmla="*/ 993 w 11196"/>
              <a:gd name="T27" fmla="*/ 3652 h 11195"/>
              <a:gd name="T28" fmla="*/ 2064 w 11196"/>
              <a:gd name="T29" fmla="*/ 2064 h 11195"/>
              <a:gd name="T30" fmla="*/ 3653 w 11196"/>
              <a:gd name="T31" fmla="*/ 992 h 11195"/>
              <a:gd name="T32" fmla="*/ 5599 w 11196"/>
              <a:gd name="T33" fmla="*/ 600 h 11195"/>
              <a:gd name="T34" fmla="*/ 5599 w 11196"/>
              <a:gd name="T35" fmla="*/ 0 h 11195"/>
              <a:gd name="T36" fmla="*/ 0 w 11196"/>
              <a:gd name="T37" fmla="*/ 5597 h 11195"/>
              <a:gd name="T38" fmla="*/ 5598 w 11196"/>
              <a:gd name="T39" fmla="*/ 11195 h 11195"/>
              <a:gd name="T40" fmla="*/ 11196 w 11196"/>
              <a:gd name="T41" fmla="*/ 5597 h 11195"/>
              <a:gd name="T42" fmla="*/ 5599 w 11196"/>
              <a:gd name="T43" fmla="*/ 0 h 11195"/>
              <a:gd name="T44" fmla="*/ 5311 w 11196"/>
              <a:gd name="T45" fmla="*/ 6159 h 11195"/>
              <a:gd name="T46" fmla="*/ 5011 w 11196"/>
              <a:gd name="T47" fmla="*/ 5859 h 11195"/>
              <a:gd name="T48" fmla="*/ 5011 w 11196"/>
              <a:gd name="T49" fmla="*/ 2289 h 11195"/>
              <a:gd name="T50" fmla="*/ 5311 w 11196"/>
              <a:gd name="T51" fmla="*/ 1989 h 11195"/>
              <a:gd name="T52" fmla="*/ 5611 w 11196"/>
              <a:gd name="T53" fmla="*/ 2289 h 11195"/>
              <a:gd name="T54" fmla="*/ 5611 w 11196"/>
              <a:gd name="T55" fmla="*/ 5859 h 11195"/>
              <a:gd name="T56" fmla="*/ 5311 w 11196"/>
              <a:gd name="T57" fmla="*/ 6159 h 11195"/>
              <a:gd name="T58" fmla="*/ 8504 w 11196"/>
              <a:gd name="T59" fmla="*/ 6190 h 11195"/>
              <a:gd name="T60" fmla="*/ 5329 w 11196"/>
              <a:gd name="T61" fmla="*/ 6190 h 11195"/>
              <a:gd name="T62" fmla="*/ 5029 w 11196"/>
              <a:gd name="T63" fmla="*/ 5890 h 11195"/>
              <a:gd name="T64" fmla="*/ 5329 w 11196"/>
              <a:gd name="T65" fmla="*/ 5590 h 11195"/>
              <a:gd name="T66" fmla="*/ 8504 w 11196"/>
              <a:gd name="T67" fmla="*/ 5590 h 11195"/>
              <a:gd name="T68" fmla="*/ 8804 w 11196"/>
              <a:gd name="T69" fmla="*/ 5890 h 11195"/>
              <a:gd name="T70" fmla="*/ 8504 w 11196"/>
              <a:gd name="T71" fmla="*/ 6190 h 11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196" h="11195">
                <a:moveTo>
                  <a:pt x="5599" y="600"/>
                </a:moveTo>
                <a:cubicBezTo>
                  <a:pt x="6274" y="600"/>
                  <a:pt x="6929" y="732"/>
                  <a:pt x="7544" y="992"/>
                </a:cubicBezTo>
                <a:cubicBezTo>
                  <a:pt x="8139" y="1244"/>
                  <a:pt x="8674" y="1605"/>
                  <a:pt x="9133" y="2064"/>
                </a:cubicBezTo>
                <a:cubicBezTo>
                  <a:pt x="9591" y="2522"/>
                  <a:pt x="9953" y="3057"/>
                  <a:pt x="10204" y="3652"/>
                </a:cubicBezTo>
                <a:cubicBezTo>
                  <a:pt x="10464" y="4269"/>
                  <a:pt x="10596" y="4922"/>
                  <a:pt x="10596" y="5597"/>
                </a:cubicBezTo>
                <a:cubicBezTo>
                  <a:pt x="10596" y="6272"/>
                  <a:pt x="10464" y="6926"/>
                  <a:pt x="10204" y="7542"/>
                </a:cubicBezTo>
                <a:cubicBezTo>
                  <a:pt x="9953" y="8137"/>
                  <a:pt x="9591" y="8672"/>
                  <a:pt x="9132" y="9131"/>
                </a:cubicBezTo>
                <a:cubicBezTo>
                  <a:pt x="8674" y="9590"/>
                  <a:pt x="8139" y="9951"/>
                  <a:pt x="7544" y="10202"/>
                </a:cubicBezTo>
                <a:cubicBezTo>
                  <a:pt x="6927" y="10462"/>
                  <a:pt x="6274" y="10595"/>
                  <a:pt x="5599" y="10595"/>
                </a:cubicBezTo>
                <a:cubicBezTo>
                  <a:pt x="4924" y="10595"/>
                  <a:pt x="4269" y="10462"/>
                  <a:pt x="3654" y="10202"/>
                </a:cubicBezTo>
                <a:cubicBezTo>
                  <a:pt x="3059" y="9951"/>
                  <a:pt x="2524" y="9590"/>
                  <a:pt x="2065" y="9131"/>
                </a:cubicBezTo>
                <a:cubicBezTo>
                  <a:pt x="1606" y="8672"/>
                  <a:pt x="1245" y="8137"/>
                  <a:pt x="994" y="7542"/>
                </a:cubicBezTo>
                <a:cubicBezTo>
                  <a:pt x="733" y="6926"/>
                  <a:pt x="600" y="6272"/>
                  <a:pt x="600" y="5597"/>
                </a:cubicBezTo>
                <a:cubicBezTo>
                  <a:pt x="600" y="4922"/>
                  <a:pt x="733" y="4267"/>
                  <a:pt x="993" y="3652"/>
                </a:cubicBezTo>
                <a:cubicBezTo>
                  <a:pt x="1244" y="3057"/>
                  <a:pt x="1605" y="2522"/>
                  <a:pt x="2064" y="2064"/>
                </a:cubicBezTo>
                <a:cubicBezTo>
                  <a:pt x="2523" y="1605"/>
                  <a:pt x="3058" y="1244"/>
                  <a:pt x="3653" y="992"/>
                </a:cubicBezTo>
                <a:cubicBezTo>
                  <a:pt x="4269" y="731"/>
                  <a:pt x="4924" y="600"/>
                  <a:pt x="5599" y="600"/>
                </a:cubicBezTo>
                <a:moveTo>
                  <a:pt x="5599" y="0"/>
                </a:moveTo>
                <a:cubicBezTo>
                  <a:pt x="2506" y="0"/>
                  <a:pt x="0" y="2506"/>
                  <a:pt x="0" y="5597"/>
                </a:cubicBezTo>
                <a:cubicBezTo>
                  <a:pt x="0" y="8689"/>
                  <a:pt x="2506" y="11195"/>
                  <a:pt x="5598" y="11195"/>
                </a:cubicBezTo>
                <a:cubicBezTo>
                  <a:pt x="8689" y="11195"/>
                  <a:pt x="11196" y="8689"/>
                  <a:pt x="11196" y="5597"/>
                </a:cubicBezTo>
                <a:cubicBezTo>
                  <a:pt x="11196" y="2506"/>
                  <a:pt x="8690" y="0"/>
                  <a:pt x="5599" y="0"/>
                </a:cubicBezTo>
                <a:close/>
                <a:moveTo>
                  <a:pt x="5311" y="6159"/>
                </a:moveTo>
                <a:cubicBezTo>
                  <a:pt x="5145" y="6159"/>
                  <a:pt x="5011" y="6025"/>
                  <a:pt x="5011" y="5859"/>
                </a:cubicBezTo>
                <a:lnTo>
                  <a:pt x="5011" y="2289"/>
                </a:lnTo>
                <a:cubicBezTo>
                  <a:pt x="5011" y="2122"/>
                  <a:pt x="5145" y="1989"/>
                  <a:pt x="5311" y="1989"/>
                </a:cubicBezTo>
                <a:cubicBezTo>
                  <a:pt x="5478" y="1989"/>
                  <a:pt x="5611" y="2122"/>
                  <a:pt x="5611" y="2289"/>
                </a:cubicBezTo>
                <a:lnTo>
                  <a:pt x="5611" y="5859"/>
                </a:lnTo>
                <a:cubicBezTo>
                  <a:pt x="5611" y="6025"/>
                  <a:pt x="5476" y="6159"/>
                  <a:pt x="5311" y="6159"/>
                </a:cubicBezTo>
                <a:close/>
                <a:moveTo>
                  <a:pt x="8504" y="6190"/>
                </a:moveTo>
                <a:lnTo>
                  <a:pt x="5329" y="6190"/>
                </a:lnTo>
                <a:cubicBezTo>
                  <a:pt x="5162" y="6190"/>
                  <a:pt x="5029" y="6056"/>
                  <a:pt x="5029" y="5890"/>
                </a:cubicBezTo>
                <a:cubicBezTo>
                  <a:pt x="5029" y="5724"/>
                  <a:pt x="5162" y="5590"/>
                  <a:pt x="5329" y="5590"/>
                </a:cubicBezTo>
                <a:lnTo>
                  <a:pt x="8504" y="5590"/>
                </a:lnTo>
                <a:cubicBezTo>
                  <a:pt x="8670" y="5590"/>
                  <a:pt x="8804" y="5724"/>
                  <a:pt x="8804" y="5890"/>
                </a:cubicBezTo>
                <a:cubicBezTo>
                  <a:pt x="8804" y="6056"/>
                  <a:pt x="8670" y="6190"/>
                  <a:pt x="8504" y="619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a:extLst>
              <a:ext uri="{FF2B5EF4-FFF2-40B4-BE49-F238E27FC236}">
                <a16:creationId xmlns:a16="http://schemas.microsoft.com/office/drawing/2014/main" id="{6ED19F00-1B39-5962-CD26-4C21FBE5D15D}"/>
              </a:ext>
            </a:extLst>
          </p:cNvPr>
          <p:cNvSpPr txBox="1"/>
          <p:nvPr/>
        </p:nvSpPr>
        <p:spPr>
          <a:xfrm>
            <a:off x="6631692" y="3781498"/>
            <a:ext cx="2300082" cy="337185"/>
          </a:xfrm>
          <a:prstGeom prst="rect">
            <a:avLst/>
          </a:prstGeom>
          <a:noFill/>
        </p:spPr>
        <p:txBody>
          <a:bodyPr wrap="square">
            <a:spAutoFit/>
          </a:bodyPr>
          <a:lstStyle/>
          <a:p>
            <a:r>
              <a:rPr lang="zh-CN" altLang="en-US" sz="1600" dirty="0">
                <a:solidFill>
                  <a:schemeClr val="bg1"/>
                </a:solidFill>
                <a:latin typeface="+mn-ea"/>
              </a:rPr>
              <a:t>汇报时间：</a:t>
            </a:r>
            <a:r>
              <a:rPr lang="en-US" altLang="zh-CN" sz="1600" dirty="0">
                <a:solidFill>
                  <a:schemeClr val="bg1"/>
                </a:solidFill>
                <a:latin typeface="+mn-ea"/>
              </a:rPr>
              <a:t>2025/10/31</a:t>
            </a:r>
            <a:endParaRPr lang="zh-CN" altLang="en-US" sz="1600" dirty="0">
              <a:solidFill>
                <a:schemeClr val="bg1"/>
              </a:solidFill>
              <a:latin typeface="+mn-ea"/>
            </a:endParaRPr>
          </a:p>
        </p:txBody>
      </p:sp>
      <p:cxnSp>
        <p:nvCxnSpPr>
          <p:cNvPr id="33" name="直接连接符 32">
            <a:extLst>
              <a:ext uri="{FF2B5EF4-FFF2-40B4-BE49-F238E27FC236}">
                <a16:creationId xmlns:a16="http://schemas.microsoft.com/office/drawing/2014/main" id="{25D70F7B-1296-190C-09E6-E2CC4758455C}"/>
              </a:ext>
            </a:extLst>
          </p:cNvPr>
          <p:cNvCxnSpPr/>
          <p:nvPr/>
        </p:nvCxnSpPr>
        <p:spPr>
          <a:xfrm>
            <a:off x="6003538" y="3781498"/>
            <a:ext cx="0" cy="3385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图片 35" descr="文本&#10;&#10;描述已自动生成">
            <a:extLst>
              <a:ext uri="{FF2B5EF4-FFF2-40B4-BE49-F238E27FC236}">
                <a16:creationId xmlns:a16="http://schemas.microsoft.com/office/drawing/2014/main" id="{3FAFC55B-888B-14EB-94B5-4FC02CF71020}"/>
              </a:ext>
            </a:extLst>
          </p:cNvPr>
          <p:cNvPicPr>
            <a:picLocks noChangeAspect="1"/>
          </p:cNvPicPr>
          <p:nvPr/>
        </p:nvPicPr>
        <p:blipFill>
          <a:blip r:embed="rId4" cstate="print">
            <a:extLst>
              <a:ext uri="{28A0092B-C50C-407E-A947-70E740481C1C}">
                <a14:useLocalDpi xmlns:a14="http://schemas.microsoft.com/office/drawing/2010/main" val="0"/>
              </a:ext>
            </a:extLst>
          </a:blip>
          <a:srcRect r="81542"/>
          <a:stretch/>
        </p:blipFill>
        <p:spPr>
          <a:xfrm>
            <a:off x="5361310" y="194187"/>
            <a:ext cx="1284454" cy="148742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UyNGZjZjYxZmZiOGM3ZTI1NDU2ZDY5NGQxMGI4NjYifQ=="/>
</p:tagLst>
</file>

<file path=ppt/theme/theme1.xml><?xml version="1.0" encoding="utf-8"?>
<a:theme xmlns:a="http://schemas.openxmlformats.org/drawingml/2006/main" name="Office 主题​​">
  <a:themeElements>
    <a:clrScheme name="中科院蓝">
      <a:dk1>
        <a:sysClr val="windowText" lastClr="000000"/>
      </a:dk1>
      <a:lt1>
        <a:sysClr val="window" lastClr="FFFFFF"/>
      </a:lt1>
      <a:dk2>
        <a:srgbClr val="44546A"/>
      </a:dk2>
      <a:lt2>
        <a:srgbClr val="E7E6E6"/>
      </a:lt2>
      <a:accent1>
        <a:srgbClr val="0C4994"/>
      </a:accent1>
      <a:accent2>
        <a:srgbClr val="CA865F"/>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4485</TotalTime>
  <Words>1404</Words>
  <Application>Microsoft Office PowerPoint</Application>
  <PresentationFormat>宽屏</PresentationFormat>
  <Paragraphs>180</Paragraphs>
  <Slides>19</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等线</vt:lpstr>
      <vt:lpstr>宋体</vt:lpstr>
      <vt:lpstr>微软雅黑</vt:lpstr>
      <vt:lpstr>微软雅黑 Light</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汉顺</dc:creator>
  <cp:lastModifiedBy>鹏 梁</cp:lastModifiedBy>
  <cp:revision>302</cp:revision>
  <dcterms:created xsi:type="dcterms:W3CDTF">2023-05-30T05:41:00Z</dcterms:created>
  <dcterms:modified xsi:type="dcterms:W3CDTF">2025-11-05T15:53:10Z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75FFEFB52050477291DE4D5487ED491D_13</vt:lpwstr>
  </property>
  <property fmtid="{D5CDD505-2E9C-101B-9397-08002B2CF9AE}" pid="3" name="KSOProductBuildVer">
    <vt:lpwstr>2052-12.1.0.16729</vt:lpwstr>
  </property>
</Properties>
</file>