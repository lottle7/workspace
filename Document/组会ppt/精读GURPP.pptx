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sldIdLst>
    <p:sldId id="256" r:id="rId2"/>
    <p:sldId id="257" r:id="rId3"/>
    <p:sldId id="283" r:id="rId4"/>
    <p:sldId id="329" r:id="rId5"/>
    <p:sldId id="294" r:id="rId6"/>
    <p:sldId id="296" r:id="rId7"/>
    <p:sldId id="297" r:id="rId8"/>
    <p:sldId id="330" r:id="rId9"/>
    <p:sldId id="271" r:id="rId10"/>
    <p:sldId id="312" r:id="rId11"/>
    <p:sldId id="313" r:id="rId12"/>
    <p:sldId id="314" r:id="rId13"/>
    <p:sldId id="317" r:id="rId14"/>
    <p:sldId id="318" r:id="rId15"/>
    <p:sldId id="319" r:id="rId16"/>
    <p:sldId id="320" r:id="rId17"/>
    <p:sldId id="315" r:id="rId18"/>
    <p:sldId id="316" r:id="rId19"/>
    <p:sldId id="321" r:id="rId20"/>
    <p:sldId id="331" r:id="rId21"/>
    <p:sldId id="322" r:id="rId22"/>
    <p:sldId id="323" r:id="rId23"/>
    <p:sldId id="324" r:id="rId24"/>
    <p:sldId id="325" r:id="rId25"/>
    <p:sldId id="328" r:id="rId26"/>
    <p:sldId id="332" r:id="rId27"/>
    <p:sldId id="326" r:id="rId28"/>
    <p:sldId id="282" r:id="rId29"/>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使用说明" id="{628F0846-A1E7-43EB-981C-E32757674BFE}">
          <p14:sldIdLst/>
        </p14:section>
        <p14:section name="模板版面" id="{E1D2693F-1426-4C2B-8703-97A118BF59FF}">
          <p14:sldIdLst>
            <p14:sldId id="256"/>
            <p14:sldId id="257"/>
            <p14:sldId id="283"/>
            <p14:sldId id="329"/>
            <p14:sldId id="294"/>
            <p14:sldId id="296"/>
            <p14:sldId id="297"/>
            <p14:sldId id="330"/>
            <p14:sldId id="271"/>
            <p14:sldId id="312"/>
            <p14:sldId id="313"/>
            <p14:sldId id="314"/>
            <p14:sldId id="317"/>
            <p14:sldId id="318"/>
            <p14:sldId id="319"/>
            <p14:sldId id="320"/>
            <p14:sldId id="315"/>
            <p14:sldId id="316"/>
            <p14:sldId id="321"/>
            <p14:sldId id="331"/>
            <p14:sldId id="322"/>
            <p14:sldId id="323"/>
            <p14:sldId id="324"/>
            <p14:sldId id="325"/>
            <p14:sldId id="328"/>
            <p14:sldId id="332"/>
            <p14:sldId id="326"/>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51" d="100"/>
          <a:sy n="151" d="100"/>
        </p:scale>
        <p:origin x="37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7 Town" userId="f001bd45134943c1" providerId="LiveId" clId="{2582C28D-B526-4815-81AE-E94092DDE5C5}"/>
    <pc:docChg chg="modSld">
      <pc:chgData name="7 Town" userId="f001bd45134943c1" providerId="LiveId" clId="{2582C28D-B526-4815-81AE-E94092DDE5C5}" dt="2025-09-22T09:32:13.727" v="26" actId="20577"/>
      <pc:docMkLst>
        <pc:docMk/>
      </pc:docMkLst>
      <pc:sldChg chg="modSp mod">
        <pc:chgData name="7 Town" userId="f001bd45134943c1" providerId="LiveId" clId="{2582C28D-B526-4815-81AE-E94092DDE5C5}" dt="2025-09-22T09:32:13.727" v="26" actId="20577"/>
        <pc:sldMkLst>
          <pc:docMk/>
          <pc:sldMk cId="0" sldId="256"/>
        </pc:sldMkLst>
        <pc:spChg chg="mod">
          <ac:chgData name="7 Town" userId="f001bd45134943c1" providerId="LiveId" clId="{2582C28D-B526-4815-81AE-E94092DDE5C5}" dt="2025-09-22T09:32:13.727" v="26" actId="20577"/>
          <ac:spMkLst>
            <pc:docMk/>
            <pc:sldMk cId="0" sldId="256"/>
            <ac:spMk id="5" creationId="{00000000-0000-0000-0000-000000000000}"/>
          </ac:spMkLst>
        </pc:spChg>
      </pc:sldChg>
    </pc:docChg>
  </pc:docChgLst>
  <pc:docChgLst>
    <pc:chgData name="7 Town" userId="f001bd45134943c1" providerId="LiveId" clId="{33CB17F7-3CE2-45F5-85EA-65C2D6BA2C9A}"/>
    <pc:docChg chg="delSld modSection">
      <pc:chgData name="7 Town" userId="f001bd45134943c1" providerId="LiveId" clId="{33CB17F7-3CE2-45F5-85EA-65C2D6BA2C9A}" dt="2024-10-29T09:30:22.243" v="0" actId="47"/>
      <pc:docMkLst>
        <pc:docMk/>
      </pc:docMkLst>
      <pc:sldChg chg="del">
        <pc:chgData name="7 Town" userId="f001bd45134943c1" providerId="LiveId" clId="{33CB17F7-3CE2-45F5-85EA-65C2D6BA2C9A}" dt="2024-10-29T09:30:22.243" v="0" actId="47"/>
        <pc:sldMkLst>
          <pc:docMk/>
          <pc:sldMk cId="2630122061" sldId="301"/>
        </pc:sldMkLst>
      </pc:sldChg>
    </pc:docChg>
  </pc:docChgLst>
  <pc:docChgLst>
    <pc:chgData name="7 Town" userId="f001bd45134943c1" providerId="LiveId" clId="{B667A64A-E2D8-450E-BE9E-DF564E47E9E7}"/>
    <pc:docChg chg="undo custSel addSld delSld modSld sldOrd modSection">
      <pc:chgData name="7 Town" userId="f001bd45134943c1" providerId="LiveId" clId="{B667A64A-E2D8-450E-BE9E-DF564E47E9E7}" dt="2024-10-31T05:55:41.391" v="3437" actId="1076"/>
      <pc:docMkLst>
        <pc:docMk/>
      </pc:docMkLst>
      <pc:sldChg chg="delSp modSp mod">
        <pc:chgData name="7 Town" userId="f001bd45134943c1" providerId="LiveId" clId="{B667A64A-E2D8-450E-BE9E-DF564E47E9E7}" dt="2024-10-30T14:16:41.369" v="119" actId="20577"/>
        <pc:sldMkLst>
          <pc:docMk/>
          <pc:sldMk cId="0" sldId="256"/>
        </pc:sldMkLst>
        <pc:spChg chg="mod">
          <ac:chgData name="7 Town" userId="f001bd45134943c1" providerId="LiveId" clId="{B667A64A-E2D8-450E-BE9E-DF564E47E9E7}" dt="2024-10-30T14:15:11.708" v="48" actId="20577"/>
          <ac:spMkLst>
            <pc:docMk/>
            <pc:sldMk cId="0" sldId="256"/>
            <ac:spMk id="5" creationId="{00000000-0000-0000-0000-000000000000}"/>
          </ac:spMkLst>
        </pc:spChg>
        <pc:spChg chg="del">
          <ac:chgData name="7 Town" userId="f001bd45134943c1" providerId="LiveId" clId="{B667A64A-E2D8-450E-BE9E-DF564E47E9E7}" dt="2024-10-30T14:16:17.405" v="49" actId="478"/>
          <ac:spMkLst>
            <pc:docMk/>
            <pc:sldMk cId="0" sldId="256"/>
            <ac:spMk id="6" creationId="{00000000-0000-0000-0000-000000000000}"/>
          </ac:spMkLst>
        </pc:spChg>
        <pc:spChg chg="del">
          <ac:chgData name="7 Town" userId="f001bd45134943c1" providerId="LiveId" clId="{B667A64A-E2D8-450E-BE9E-DF564E47E9E7}" dt="2024-10-30T14:16:18.613" v="50" actId="478"/>
          <ac:spMkLst>
            <pc:docMk/>
            <pc:sldMk cId="0" sldId="256"/>
            <ac:spMk id="7" creationId="{00000000-0000-0000-0000-000000000000}"/>
          </ac:spMkLst>
        </pc:spChg>
        <pc:spChg chg="mod">
          <ac:chgData name="7 Town" userId="f001bd45134943c1" providerId="LiveId" clId="{B667A64A-E2D8-450E-BE9E-DF564E47E9E7}" dt="2024-10-30T14:16:31.856" v="114" actId="1038"/>
          <ac:spMkLst>
            <pc:docMk/>
            <pc:sldMk cId="0" sldId="256"/>
            <ac:spMk id="8" creationId="{00000000-0000-0000-0000-000000000000}"/>
          </ac:spMkLst>
        </pc:spChg>
        <pc:spChg chg="mod">
          <ac:chgData name="7 Town" userId="f001bd45134943c1" providerId="LiveId" clId="{B667A64A-E2D8-450E-BE9E-DF564E47E9E7}" dt="2024-10-30T14:16:34.459" v="115" actId="20577"/>
          <ac:spMkLst>
            <pc:docMk/>
            <pc:sldMk cId="0" sldId="256"/>
            <ac:spMk id="9" creationId="{00000000-0000-0000-0000-000000000000}"/>
          </ac:spMkLst>
        </pc:spChg>
        <pc:spChg chg="del">
          <ac:chgData name="7 Town" userId="f001bd45134943c1" providerId="LiveId" clId="{B667A64A-E2D8-450E-BE9E-DF564E47E9E7}" dt="2024-10-30T14:16:20.171" v="52" actId="478"/>
          <ac:spMkLst>
            <pc:docMk/>
            <pc:sldMk cId="0" sldId="256"/>
            <ac:spMk id="10" creationId="{00000000-0000-0000-0000-000000000000}"/>
          </ac:spMkLst>
        </pc:spChg>
        <pc:spChg chg="del">
          <ac:chgData name="7 Town" userId="f001bd45134943c1" providerId="LiveId" clId="{B667A64A-E2D8-450E-BE9E-DF564E47E9E7}" dt="2024-10-30T14:16:19.269" v="51" actId="478"/>
          <ac:spMkLst>
            <pc:docMk/>
            <pc:sldMk cId="0" sldId="256"/>
            <ac:spMk id="11" creationId="{00000000-0000-0000-0000-000000000000}"/>
          </ac:spMkLst>
        </pc:spChg>
        <pc:spChg chg="mod">
          <ac:chgData name="7 Town" userId="f001bd45134943c1" providerId="LiveId" clId="{B667A64A-E2D8-450E-BE9E-DF564E47E9E7}" dt="2024-10-30T14:16:41.369" v="119" actId="20577"/>
          <ac:spMkLst>
            <pc:docMk/>
            <pc:sldMk cId="0" sldId="256"/>
            <ac:spMk id="17" creationId="{00000000-0000-0000-0000-000000000000}"/>
          </ac:spMkLst>
        </pc:spChg>
      </pc:sldChg>
      <pc:sldChg chg="addSp delSp modSp mod ord">
        <pc:chgData name="7 Town" userId="f001bd45134943c1" providerId="LiveId" clId="{B667A64A-E2D8-450E-BE9E-DF564E47E9E7}" dt="2024-10-31T04:35:03.015" v="2985"/>
        <pc:sldMkLst>
          <pc:docMk/>
          <pc:sldMk cId="0" sldId="257"/>
        </pc:sldMkLst>
        <pc:spChg chg="mod">
          <ac:chgData name="7 Town" userId="f001bd45134943c1" providerId="LiveId" clId="{B667A64A-E2D8-450E-BE9E-DF564E47E9E7}" dt="2024-10-30T14:21:33.740" v="279" actId="1036"/>
          <ac:spMkLst>
            <pc:docMk/>
            <pc:sldMk cId="0" sldId="257"/>
            <ac:spMk id="4" creationId="{C9EEF9FB-C9D5-9266-7E6B-3A1DD6A920C6}"/>
          </ac:spMkLst>
        </pc:spChg>
        <pc:spChg chg="del">
          <ac:chgData name="7 Town" userId="f001bd45134943c1" providerId="LiveId" clId="{B667A64A-E2D8-450E-BE9E-DF564E47E9E7}" dt="2024-10-30T14:21:20.774" v="249" actId="478"/>
          <ac:spMkLst>
            <pc:docMk/>
            <pc:sldMk cId="0" sldId="257"/>
            <ac:spMk id="5" creationId="{B27B92D3-414D-A7F6-9BCA-7B59DF14343B}"/>
          </ac:spMkLst>
        </pc:spChg>
        <pc:spChg chg="mod">
          <ac:chgData name="7 Town" userId="f001bd45134943c1" providerId="LiveId" clId="{B667A64A-E2D8-450E-BE9E-DF564E47E9E7}" dt="2024-10-30T14:21:33.740" v="279" actId="1036"/>
          <ac:spMkLst>
            <pc:docMk/>
            <pc:sldMk cId="0" sldId="257"/>
            <ac:spMk id="6" creationId="{B3D8EAB1-EE61-E053-C989-F95F6E74F818}"/>
          </ac:spMkLst>
        </pc:spChg>
        <pc:spChg chg="mod">
          <ac:chgData name="7 Town" userId="f001bd45134943c1" providerId="LiveId" clId="{B667A64A-E2D8-450E-BE9E-DF564E47E9E7}" dt="2024-10-30T14:21:33.740" v="279" actId="1036"/>
          <ac:spMkLst>
            <pc:docMk/>
            <pc:sldMk cId="0" sldId="257"/>
            <ac:spMk id="7" creationId="{1EB7FF0A-DD2B-1D38-A3BE-46B7179C3B17}"/>
          </ac:spMkLst>
        </pc:spChg>
        <pc:spChg chg="del">
          <ac:chgData name="7 Town" userId="f001bd45134943c1" providerId="LiveId" clId="{B667A64A-E2D8-450E-BE9E-DF564E47E9E7}" dt="2024-10-30T14:21:20.774" v="249" actId="478"/>
          <ac:spMkLst>
            <pc:docMk/>
            <pc:sldMk cId="0" sldId="257"/>
            <ac:spMk id="8" creationId="{F5005FE2-C215-0136-622A-75348B0F1639}"/>
          </ac:spMkLst>
        </pc:spChg>
        <pc:spChg chg="add mod">
          <ac:chgData name="7 Town" userId="f001bd45134943c1" providerId="LiveId" clId="{B667A64A-E2D8-450E-BE9E-DF564E47E9E7}" dt="2024-10-30T14:21:33.740" v="279" actId="1036"/>
          <ac:spMkLst>
            <pc:docMk/>
            <pc:sldMk cId="0" sldId="257"/>
            <ac:spMk id="9" creationId="{E6032721-8672-311E-2D9E-1E3BCE3D0DA8}"/>
          </ac:spMkLst>
        </pc:spChg>
        <pc:spChg chg="del mod">
          <ac:chgData name="7 Town" userId="f001bd45134943c1" providerId="LiveId" clId="{B667A64A-E2D8-450E-BE9E-DF564E47E9E7}" dt="2024-10-30T14:18:35.441" v="147"/>
          <ac:spMkLst>
            <pc:docMk/>
            <pc:sldMk cId="0" sldId="257"/>
            <ac:spMk id="31" creationId="{00000000-0000-0000-0000-000000000000}"/>
          </ac:spMkLst>
        </pc:spChg>
        <pc:spChg chg="mod">
          <ac:chgData name="7 Town" userId="f001bd45134943c1" providerId="LiveId" clId="{B667A64A-E2D8-450E-BE9E-DF564E47E9E7}" dt="2024-10-30T14:21:33.740" v="279" actId="1036"/>
          <ac:spMkLst>
            <pc:docMk/>
            <pc:sldMk cId="0" sldId="257"/>
            <ac:spMk id="33" creationId="{00000000-0000-0000-0000-000000000000}"/>
          </ac:spMkLst>
        </pc:spChg>
        <pc:spChg chg="mod">
          <ac:chgData name="7 Town" userId="f001bd45134943c1" providerId="LiveId" clId="{B667A64A-E2D8-450E-BE9E-DF564E47E9E7}" dt="2024-10-30T14:21:33.740" v="279" actId="1036"/>
          <ac:spMkLst>
            <pc:docMk/>
            <pc:sldMk cId="0" sldId="257"/>
            <ac:spMk id="46" creationId="{00000000-0000-0000-0000-000000000000}"/>
          </ac:spMkLst>
        </pc:spChg>
        <pc:spChg chg="mod">
          <ac:chgData name="7 Town" userId="f001bd45134943c1" providerId="LiveId" clId="{B667A64A-E2D8-450E-BE9E-DF564E47E9E7}" dt="2024-10-30T14:21:33.740" v="279" actId="1036"/>
          <ac:spMkLst>
            <pc:docMk/>
            <pc:sldMk cId="0" sldId="257"/>
            <ac:spMk id="47" creationId="{00000000-0000-0000-0000-000000000000}"/>
          </ac:spMkLst>
        </pc:spChg>
        <pc:spChg chg="del">
          <ac:chgData name="7 Town" userId="f001bd45134943c1" providerId="LiveId" clId="{B667A64A-E2D8-450E-BE9E-DF564E47E9E7}" dt="2024-10-30T14:21:20.774" v="249" actId="478"/>
          <ac:spMkLst>
            <pc:docMk/>
            <pc:sldMk cId="0" sldId="257"/>
            <ac:spMk id="49" creationId="{00000000-0000-0000-0000-000000000000}"/>
          </ac:spMkLst>
        </pc:spChg>
        <pc:spChg chg="del">
          <ac:chgData name="7 Town" userId="f001bd45134943c1" providerId="LiveId" clId="{B667A64A-E2D8-450E-BE9E-DF564E47E9E7}" dt="2024-10-30T14:21:20.774" v="249" actId="478"/>
          <ac:spMkLst>
            <pc:docMk/>
            <pc:sldMk cId="0" sldId="257"/>
            <ac:spMk id="50" creationId="{00000000-0000-0000-0000-000000000000}"/>
          </ac:spMkLst>
        </pc:spChg>
        <pc:spChg chg="mod">
          <ac:chgData name="7 Town" userId="f001bd45134943c1" providerId="LiveId" clId="{B667A64A-E2D8-450E-BE9E-DF564E47E9E7}" dt="2024-10-30T14:21:33.740" v="279" actId="1036"/>
          <ac:spMkLst>
            <pc:docMk/>
            <pc:sldMk cId="0" sldId="257"/>
            <ac:spMk id="53" creationId="{00000000-0000-0000-0000-000000000000}"/>
          </ac:spMkLst>
        </pc:spChg>
      </pc:sldChg>
      <pc:sldChg chg="del">
        <pc:chgData name="7 Town" userId="f001bd45134943c1" providerId="LiveId" clId="{B667A64A-E2D8-450E-BE9E-DF564E47E9E7}" dt="2024-10-30T14:19:10.778" v="157" actId="47"/>
        <pc:sldMkLst>
          <pc:docMk/>
          <pc:sldMk cId="0" sldId="263"/>
        </pc:sldMkLst>
      </pc:sldChg>
      <pc:sldChg chg="del">
        <pc:chgData name="7 Town" userId="f001bd45134943c1" providerId="LiveId" clId="{B667A64A-E2D8-450E-BE9E-DF564E47E9E7}" dt="2024-10-30T14:18:40.637" v="148" actId="47"/>
        <pc:sldMkLst>
          <pc:docMk/>
          <pc:sldMk cId="0" sldId="270"/>
        </pc:sldMkLst>
      </pc:sldChg>
      <pc:sldChg chg="modSp mod">
        <pc:chgData name="7 Town" userId="f001bd45134943c1" providerId="LiveId" clId="{B667A64A-E2D8-450E-BE9E-DF564E47E9E7}" dt="2024-10-30T14:53:32.341" v="737" actId="20577"/>
        <pc:sldMkLst>
          <pc:docMk/>
          <pc:sldMk cId="0" sldId="271"/>
        </pc:sldMkLst>
        <pc:spChg chg="mod">
          <ac:chgData name="7 Town" userId="f001bd45134943c1" providerId="LiveId" clId="{B667A64A-E2D8-450E-BE9E-DF564E47E9E7}" dt="2024-10-30T14:53:32.341" v="737" actId="20577"/>
          <ac:spMkLst>
            <pc:docMk/>
            <pc:sldMk cId="0" sldId="271"/>
            <ac:spMk id="22" creationId="{00000000-0000-0000-0000-000000000000}"/>
          </ac:spMkLst>
        </pc:spChg>
        <pc:spChg chg="mod">
          <ac:chgData name="7 Town" userId="f001bd45134943c1" providerId="LiveId" clId="{B667A64A-E2D8-450E-BE9E-DF564E47E9E7}" dt="2024-10-30T14:53:29.150" v="735" actId="20577"/>
          <ac:spMkLst>
            <pc:docMk/>
            <pc:sldMk cId="0" sldId="271"/>
            <ac:spMk id="23" creationId="{00000000-0000-0000-0000-000000000000}"/>
          </ac:spMkLst>
        </pc:spChg>
        <pc:cxnChg chg="mod">
          <ac:chgData name="7 Town" userId="f001bd45134943c1" providerId="LiveId" clId="{B667A64A-E2D8-450E-BE9E-DF564E47E9E7}" dt="2024-10-30T14:53:29.150" v="735" actId="20577"/>
          <ac:cxnSpMkLst>
            <pc:docMk/>
            <pc:sldMk cId="0" sldId="271"/>
            <ac:cxnSpMk id="17" creationId="{00000000-0000-0000-0000-000000000000}"/>
          </ac:cxnSpMkLst>
        </pc:cxnChg>
      </pc:sldChg>
      <pc:sldChg chg="del">
        <pc:chgData name="7 Town" userId="f001bd45134943c1" providerId="LiveId" clId="{B667A64A-E2D8-450E-BE9E-DF564E47E9E7}" dt="2024-10-30T14:19:14.467" v="161" actId="47"/>
        <pc:sldMkLst>
          <pc:docMk/>
          <pc:sldMk cId="0" sldId="272"/>
        </pc:sldMkLst>
      </pc:sldChg>
      <pc:sldChg chg="del">
        <pc:chgData name="7 Town" userId="f001bd45134943c1" providerId="LiveId" clId="{B667A64A-E2D8-450E-BE9E-DF564E47E9E7}" dt="2024-10-30T14:19:15.892" v="163" actId="47"/>
        <pc:sldMkLst>
          <pc:docMk/>
          <pc:sldMk cId="0" sldId="275"/>
        </pc:sldMkLst>
      </pc:sldChg>
      <pc:sldChg chg="modSp mod">
        <pc:chgData name="7 Town" userId="f001bd45134943c1" providerId="LiveId" clId="{B667A64A-E2D8-450E-BE9E-DF564E47E9E7}" dt="2024-10-31T04:31:23.518" v="2958" actId="20577"/>
        <pc:sldMkLst>
          <pc:docMk/>
          <pc:sldMk cId="0" sldId="282"/>
        </pc:sldMkLst>
        <pc:spChg chg="mod">
          <ac:chgData name="7 Town" userId="f001bd45134943c1" providerId="LiveId" clId="{B667A64A-E2D8-450E-BE9E-DF564E47E9E7}" dt="2024-10-31T04:31:23.518" v="2958" actId="20577"/>
          <ac:spMkLst>
            <pc:docMk/>
            <pc:sldMk cId="0" sldId="282"/>
            <ac:spMk id="32" creationId="{6ED19F00-1B39-5962-CD26-4C21FBE5D15D}"/>
          </ac:spMkLst>
        </pc:spChg>
      </pc:sldChg>
      <pc:sldChg chg="ord">
        <pc:chgData name="7 Town" userId="f001bd45134943c1" providerId="LiveId" clId="{B667A64A-E2D8-450E-BE9E-DF564E47E9E7}" dt="2024-10-30T14:23:31.239" v="372"/>
        <pc:sldMkLst>
          <pc:docMk/>
          <pc:sldMk cId="2260990853" sldId="283"/>
        </pc:sldMkLst>
      </pc:sldChg>
      <pc:sldChg chg="del">
        <pc:chgData name="7 Town" userId="f001bd45134943c1" providerId="LiveId" clId="{B667A64A-E2D8-450E-BE9E-DF564E47E9E7}" dt="2024-10-30T14:18:52.885" v="150" actId="47"/>
        <pc:sldMkLst>
          <pc:docMk/>
          <pc:sldMk cId="0" sldId="284"/>
        </pc:sldMkLst>
      </pc:sldChg>
      <pc:sldChg chg="del">
        <pc:chgData name="7 Town" userId="f001bd45134943c1" providerId="LiveId" clId="{B667A64A-E2D8-450E-BE9E-DF564E47E9E7}" dt="2024-10-30T14:19:00.475" v="153" actId="47"/>
        <pc:sldMkLst>
          <pc:docMk/>
          <pc:sldMk cId="1888956999" sldId="285"/>
        </pc:sldMkLst>
      </pc:sldChg>
      <pc:sldChg chg="del">
        <pc:chgData name="7 Town" userId="f001bd45134943c1" providerId="LiveId" clId="{B667A64A-E2D8-450E-BE9E-DF564E47E9E7}" dt="2024-10-30T14:18:46.970" v="149" actId="47"/>
        <pc:sldMkLst>
          <pc:docMk/>
          <pc:sldMk cId="1680628737" sldId="287"/>
        </pc:sldMkLst>
      </pc:sldChg>
      <pc:sldChg chg="del">
        <pc:chgData name="7 Town" userId="f001bd45134943c1" providerId="LiveId" clId="{B667A64A-E2D8-450E-BE9E-DF564E47E9E7}" dt="2024-10-30T14:19:08.819" v="155" actId="47"/>
        <pc:sldMkLst>
          <pc:docMk/>
          <pc:sldMk cId="318846087" sldId="288"/>
        </pc:sldMkLst>
      </pc:sldChg>
      <pc:sldChg chg="del">
        <pc:chgData name="7 Town" userId="f001bd45134943c1" providerId="LiveId" clId="{B667A64A-E2D8-450E-BE9E-DF564E47E9E7}" dt="2024-10-30T14:19:11.403" v="158" actId="47"/>
        <pc:sldMkLst>
          <pc:docMk/>
          <pc:sldMk cId="931995051" sldId="289"/>
        </pc:sldMkLst>
      </pc:sldChg>
      <pc:sldChg chg="del">
        <pc:chgData name="7 Town" userId="f001bd45134943c1" providerId="LiveId" clId="{B667A64A-E2D8-450E-BE9E-DF564E47E9E7}" dt="2024-10-30T14:19:12.133" v="159" actId="47"/>
        <pc:sldMkLst>
          <pc:docMk/>
          <pc:sldMk cId="1466323703" sldId="290"/>
        </pc:sldMkLst>
      </pc:sldChg>
      <pc:sldChg chg="del">
        <pc:chgData name="7 Town" userId="f001bd45134943c1" providerId="LiveId" clId="{B667A64A-E2D8-450E-BE9E-DF564E47E9E7}" dt="2024-10-30T14:19:13.013" v="160" actId="47"/>
        <pc:sldMkLst>
          <pc:docMk/>
          <pc:sldMk cId="0" sldId="291"/>
        </pc:sldMkLst>
      </pc:sldChg>
      <pc:sldChg chg="del">
        <pc:chgData name="7 Town" userId="f001bd45134943c1" providerId="LiveId" clId="{B667A64A-E2D8-450E-BE9E-DF564E47E9E7}" dt="2024-10-30T14:19:15.007" v="162" actId="47"/>
        <pc:sldMkLst>
          <pc:docMk/>
          <pc:sldMk cId="1281382066" sldId="292"/>
        </pc:sldMkLst>
      </pc:sldChg>
      <pc:sldChg chg="del">
        <pc:chgData name="7 Town" userId="f001bd45134943c1" providerId="LiveId" clId="{B667A64A-E2D8-450E-BE9E-DF564E47E9E7}" dt="2024-10-30T14:19:16.384" v="164" actId="47"/>
        <pc:sldMkLst>
          <pc:docMk/>
          <pc:sldMk cId="334691803" sldId="293"/>
        </pc:sldMkLst>
      </pc:sldChg>
      <pc:sldChg chg="modSp mod">
        <pc:chgData name="7 Town" userId="f001bd45134943c1" providerId="LiveId" clId="{B667A64A-E2D8-450E-BE9E-DF564E47E9E7}" dt="2024-10-30T14:22:47.684" v="361" actId="20577"/>
        <pc:sldMkLst>
          <pc:docMk/>
          <pc:sldMk cId="3440631483" sldId="294"/>
        </pc:sldMkLst>
        <pc:spChg chg="mod">
          <ac:chgData name="7 Town" userId="f001bd45134943c1" providerId="LiveId" clId="{B667A64A-E2D8-450E-BE9E-DF564E47E9E7}" dt="2024-10-30T14:21:51.550" v="281" actId="20577"/>
          <ac:spMkLst>
            <pc:docMk/>
            <pc:sldMk cId="3440631483" sldId="294"/>
            <ac:spMk id="22" creationId="{B46BC62D-448A-9EE6-EBB3-8A5E906E8191}"/>
          </ac:spMkLst>
        </pc:spChg>
        <pc:spChg chg="mod">
          <ac:chgData name="7 Town" userId="f001bd45134943c1" providerId="LiveId" clId="{B667A64A-E2D8-450E-BE9E-DF564E47E9E7}" dt="2024-10-30T14:22:47.684" v="361" actId="20577"/>
          <ac:spMkLst>
            <pc:docMk/>
            <pc:sldMk cId="3440631483" sldId="294"/>
            <ac:spMk id="23" creationId="{A789B3FF-A5BC-F6AF-AA4F-693F6B8D8E73}"/>
          </ac:spMkLst>
        </pc:spChg>
        <pc:cxnChg chg="mod">
          <ac:chgData name="7 Town" userId="f001bd45134943c1" providerId="LiveId" clId="{B667A64A-E2D8-450E-BE9E-DF564E47E9E7}" dt="2024-10-30T14:22:47.684" v="361" actId="20577"/>
          <ac:cxnSpMkLst>
            <pc:docMk/>
            <pc:sldMk cId="3440631483" sldId="294"/>
            <ac:cxnSpMk id="17" creationId="{E1C344C3-7EEC-5222-8931-C3797FD9F04B}"/>
          </ac:cxnSpMkLst>
        </pc:cxnChg>
      </pc:sldChg>
      <pc:sldChg chg="modSp mod">
        <pc:chgData name="7 Town" userId="f001bd45134943c1" providerId="LiveId" clId="{B667A64A-E2D8-450E-BE9E-DF564E47E9E7}" dt="2024-10-30T14:23:03.827" v="365" actId="20577"/>
        <pc:sldMkLst>
          <pc:docMk/>
          <pc:sldMk cId="0" sldId="296"/>
        </pc:sldMkLst>
        <pc:spChg chg="mod">
          <ac:chgData name="7 Town" userId="f001bd45134943c1" providerId="LiveId" clId="{B667A64A-E2D8-450E-BE9E-DF564E47E9E7}" dt="2024-10-30T14:21:55.137" v="283" actId="20577"/>
          <ac:spMkLst>
            <pc:docMk/>
            <pc:sldMk cId="0" sldId="296"/>
            <ac:spMk id="22" creationId="{00000000-0000-0000-0000-000000000000}"/>
          </ac:spMkLst>
        </pc:spChg>
        <pc:spChg chg="mod">
          <ac:chgData name="7 Town" userId="f001bd45134943c1" providerId="LiveId" clId="{B667A64A-E2D8-450E-BE9E-DF564E47E9E7}" dt="2024-10-30T14:23:03.827" v="365" actId="20577"/>
          <ac:spMkLst>
            <pc:docMk/>
            <pc:sldMk cId="0" sldId="296"/>
            <ac:spMk id="23" creationId="{00000000-0000-0000-0000-000000000000}"/>
          </ac:spMkLst>
        </pc:spChg>
        <pc:cxnChg chg="mod">
          <ac:chgData name="7 Town" userId="f001bd45134943c1" providerId="LiveId" clId="{B667A64A-E2D8-450E-BE9E-DF564E47E9E7}" dt="2024-10-30T14:23:03.827" v="365" actId="20577"/>
          <ac:cxnSpMkLst>
            <pc:docMk/>
            <pc:sldMk cId="0" sldId="296"/>
            <ac:cxnSpMk id="17" creationId="{00000000-0000-0000-0000-000000000000}"/>
          </ac:cxnSpMkLst>
        </pc:cxnChg>
      </pc:sldChg>
      <pc:sldChg chg="modSp mod">
        <pc:chgData name="7 Town" userId="f001bd45134943c1" providerId="LiveId" clId="{B667A64A-E2D8-450E-BE9E-DF564E47E9E7}" dt="2024-10-30T14:23:10.482" v="366"/>
        <pc:sldMkLst>
          <pc:docMk/>
          <pc:sldMk cId="2688855065" sldId="297"/>
        </pc:sldMkLst>
        <pc:spChg chg="mod">
          <ac:chgData name="7 Town" userId="f001bd45134943c1" providerId="LiveId" clId="{B667A64A-E2D8-450E-BE9E-DF564E47E9E7}" dt="2024-10-30T14:22:07.497" v="310" actId="20577"/>
          <ac:spMkLst>
            <pc:docMk/>
            <pc:sldMk cId="2688855065" sldId="297"/>
            <ac:spMk id="6" creationId="{70C45599-64D7-5AE7-6A3B-8829E5C37958}"/>
          </ac:spMkLst>
        </pc:spChg>
        <pc:spChg chg="mod">
          <ac:chgData name="7 Town" userId="f001bd45134943c1" providerId="LiveId" clId="{B667A64A-E2D8-450E-BE9E-DF564E47E9E7}" dt="2024-10-30T14:21:58.217" v="285" actId="20577"/>
          <ac:spMkLst>
            <pc:docMk/>
            <pc:sldMk cId="2688855065" sldId="297"/>
            <ac:spMk id="22" creationId="{42C2B12F-DB2F-A80E-7C3E-F5CA0B100E68}"/>
          </ac:spMkLst>
        </pc:spChg>
        <pc:spChg chg="mod">
          <ac:chgData name="7 Town" userId="f001bd45134943c1" providerId="LiveId" clId="{B667A64A-E2D8-450E-BE9E-DF564E47E9E7}" dt="2024-10-30T14:23:10.482" v="366"/>
          <ac:spMkLst>
            <pc:docMk/>
            <pc:sldMk cId="2688855065" sldId="297"/>
            <ac:spMk id="23" creationId="{5FC4F16C-06B4-3779-E897-AF8ACB1AD11E}"/>
          </ac:spMkLst>
        </pc:spChg>
        <pc:cxnChg chg="mod">
          <ac:chgData name="7 Town" userId="f001bd45134943c1" providerId="LiveId" clId="{B667A64A-E2D8-450E-BE9E-DF564E47E9E7}" dt="2024-10-30T14:23:10.482" v="366"/>
          <ac:cxnSpMkLst>
            <pc:docMk/>
            <pc:sldMk cId="2688855065" sldId="297"/>
            <ac:cxnSpMk id="17" creationId="{1EF0695D-6DD7-0B5C-3473-37BE0B40425F}"/>
          </ac:cxnSpMkLst>
        </pc:cxnChg>
      </pc:sldChg>
      <pc:sldChg chg="del">
        <pc:chgData name="7 Town" userId="f001bd45134943c1" providerId="LiveId" clId="{B667A64A-E2D8-450E-BE9E-DF564E47E9E7}" dt="2024-10-31T04:34:46.307" v="2982" actId="47"/>
        <pc:sldMkLst>
          <pc:docMk/>
          <pc:sldMk cId="1292668330" sldId="298"/>
        </pc:sldMkLst>
      </pc:sldChg>
      <pc:sldChg chg="add del">
        <pc:chgData name="7 Town" userId="f001bd45134943c1" providerId="LiveId" clId="{B667A64A-E2D8-450E-BE9E-DF564E47E9E7}" dt="2024-10-31T04:29:14.957" v="2933" actId="47"/>
        <pc:sldMkLst>
          <pc:docMk/>
          <pc:sldMk cId="3852725137" sldId="300"/>
        </pc:sldMkLst>
      </pc:sldChg>
      <pc:sldChg chg="addSp delSp del mod">
        <pc:chgData name="7 Town" userId="f001bd45134943c1" providerId="LiveId" clId="{B667A64A-E2D8-450E-BE9E-DF564E47E9E7}" dt="2024-10-31T04:25:04.364" v="2674" actId="47"/>
        <pc:sldMkLst>
          <pc:docMk/>
          <pc:sldMk cId="2972269572" sldId="302"/>
        </pc:sldMkLst>
        <pc:cxnChg chg="add del">
          <ac:chgData name="7 Town" userId="f001bd45134943c1" providerId="LiveId" clId="{B667A64A-E2D8-450E-BE9E-DF564E47E9E7}" dt="2024-10-31T04:22:36.126" v="2460" actId="478"/>
          <ac:cxnSpMkLst>
            <pc:docMk/>
            <pc:sldMk cId="2972269572" sldId="302"/>
            <ac:cxnSpMk id="50" creationId="{5C17277C-2556-7870-745E-CFC47ABEA18B}"/>
          </ac:cxnSpMkLst>
        </pc:cxnChg>
      </pc:sldChg>
      <pc:sldChg chg="del">
        <pc:chgData name="7 Town" userId="f001bd45134943c1" providerId="LiveId" clId="{B667A64A-E2D8-450E-BE9E-DF564E47E9E7}" dt="2024-10-31T04:29:16.473" v="2934" actId="47"/>
        <pc:sldMkLst>
          <pc:docMk/>
          <pc:sldMk cId="4044568378" sldId="303"/>
        </pc:sldMkLst>
      </pc:sldChg>
      <pc:sldChg chg="del">
        <pc:chgData name="7 Town" userId="f001bd45134943c1" providerId="LiveId" clId="{B667A64A-E2D8-450E-BE9E-DF564E47E9E7}" dt="2024-10-31T04:31:14.626" v="2950" actId="47"/>
        <pc:sldMkLst>
          <pc:docMk/>
          <pc:sldMk cId="2429392987" sldId="304"/>
        </pc:sldMkLst>
      </pc:sldChg>
      <pc:sldChg chg="del">
        <pc:chgData name="7 Town" userId="f001bd45134943c1" providerId="LiveId" clId="{B667A64A-E2D8-450E-BE9E-DF564E47E9E7}" dt="2024-10-30T14:18:55.622" v="151" actId="47"/>
        <pc:sldMkLst>
          <pc:docMk/>
          <pc:sldMk cId="2877809921" sldId="305"/>
        </pc:sldMkLst>
      </pc:sldChg>
      <pc:sldChg chg="del">
        <pc:chgData name="7 Town" userId="f001bd45134943c1" providerId="LiveId" clId="{B667A64A-E2D8-450E-BE9E-DF564E47E9E7}" dt="2024-10-30T14:18:58.902" v="152" actId="47"/>
        <pc:sldMkLst>
          <pc:docMk/>
          <pc:sldMk cId="770284014" sldId="306"/>
        </pc:sldMkLst>
      </pc:sldChg>
      <pc:sldChg chg="del">
        <pc:chgData name="7 Town" userId="f001bd45134943c1" providerId="LiveId" clId="{B667A64A-E2D8-450E-BE9E-DF564E47E9E7}" dt="2024-10-30T14:19:07.489" v="154" actId="47"/>
        <pc:sldMkLst>
          <pc:docMk/>
          <pc:sldMk cId="2323915836" sldId="307"/>
        </pc:sldMkLst>
      </pc:sldChg>
      <pc:sldChg chg="del">
        <pc:chgData name="7 Town" userId="f001bd45134943c1" providerId="LiveId" clId="{B667A64A-E2D8-450E-BE9E-DF564E47E9E7}" dt="2024-10-30T14:19:09.780" v="156" actId="47"/>
        <pc:sldMkLst>
          <pc:docMk/>
          <pc:sldMk cId="539292985" sldId="308"/>
        </pc:sldMkLst>
      </pc:sldChg>
      <pc:sldChg chg="del">
        <pc:chgData name="7 Town" userId="f001bd45134943c1" providerId="LiveId" clId="{B667A64A-E2D8-450E-BE9E-DF564E47E9E7}" dt="2024-10-30T14:19:18.153" v="165" actId="47"/>
        <pc:sldMkLst>
          <pc:docMk/>
          <pc:sldMk cId="792294725" sldId="309"/>
        </pc:sldMkLst>
      </pc:sldChg>
      <pc:sldChg chg="del">
        <pc:chgData name="7 Town" userId="f001bd45134943c1" providerId="LiveId" clId="{B667A64A-E2D8-450E-BE9E-DF564E47E9E7}" dt="2024-10-31T04:31:17.402" v="2952" actId="47"/>
        <pc:sldMkLst>
          <pc:docMk/>
          <pc:sldMk cId="3098677" sldId="310"/>
        </pc:sldMkLst>
      </pc:sldChg>
      <pc:sldChg chg="del">
        <pc:chgData name="7 Town" userId="f001bd45134943c1" providerId="LiveId" clId="{B667A64A-E2D8-450E-BE9E-DF564E47E9E7}" dt="2024-10-31T04:31:15.970" v="2951" actId="47"/>
        <pc:sldMkLst>
          <pc:docMk/>
          <pc:sldMk cId="0" sldId="311"/>
        </pc:sldMkLst>
      </pc:sldChg>
      <pc:sldChg chg="addSp delSp modSp add mod">
        <pc:chgData name="7 Town" userId="f001bd45134943c1" providerId="LiveId" clId="{B667A64A-E2D8-450E-BE9E-DF564E47E9E7}" dt="2024-10-30T15:23:47.939" v="875" actId="20577"/>
        <pc:sldMkLst>
          <pc:docMk/>
          <pc:sldMk cId="4057721287" sldId="312"/>
        </pc:sldMkLst>
        <pc:spChg chg="del">
          <ac:chgData name="7 Town" userId="f001bd45134943c1" providerId="LiveId" clId="{B667A64A-E2D8-450E-BE9E-DF564E47E9E7}" dt="2024-10-30T14:38:53.505" v="374" actId="478"/>
          <ac:spMkLst>
            <pc:docMk/>
            <pc:sldMk cId="4057721287" sldId="312"/>
            <ac:spMk id="5" creationId="{101834AE-2374-4A4E-B8E4-3925BE6B22FD}"/>
          </ac:spMkLst>
        </pc:spChg>
        <pc:spChg chg="del">
          <ac:chgData name="7 Town" userId="f001bd45134943c1" providerId="LiveId" clId="{B667A64A-E2D8-450E-BE9E-DF564E47E9E7}" dt="2024-10-30T14:38:53.505" v="374" actId="478"/>
          <ac:spMkLst>
            <pc:docMk/>
            <pc:sldMk cId="4057721287" sldId="312"/>
            <ac:spMk id="6" creationId="{1AD1BD68-862B-4787-228E-5B8A94246810}"/>
          </ac:spMkLst>
        </pc:spChg>
        <pc:spChg chg="add mod">
          <ac:chgData name="7 Town" userId="f001bd45134943c1" providerId="LiveId" clId="{B667A64A-E2D8-450E-BE9E-DF564E47E9E7}" dt="2024-10-30T14:42:54.935" v="384" actId="14100"/>
          <ac:spMkLst>
            <pc:docMk/>
            <pc:sldMk cId="4057721287" sldId="312"/>
            <ac:spMk id="7" creationId="{4B27E0A3-55F1-72DA-7F9D-14EABEC78646}"/>
          </ac:spMkLst>
        </pc:spChg>
        <pc:spChg chg="del">
          <ac:chgData name="7 Town" userId="f001bd45134943c1" providerId="LiveId" clId="{B667A64A-E2D8-450E-BE9E-DF564E47E9E7}" dt="2024-10-30T14:38:53.505" v="374" actId="478"/>
          <ac:spMkLst>
            <pc:docMk/>
            <pc:sldMk cId="4057721287" sldId="312"/>
            <ac:spMk id="8" creationId="{F59E1DFD-6906-807F-392E-BD67EE37925F}"/>
          </ac:spMkLst>
        </pc:spChg>
        <pc:spChg chg="add mod">
          <ac:chgData name="7 Town" userId="f001bd45134943c1" providerId="LiveId" clId="{B667A64A-E2D8-450E-BE9E-DF564E47E9E7}" dt="2024-10-30T14:52:08.603" v="688" actId="14100"/>
          <ac:spMkLst>
            <pc:docMk/>
            <pc:sldMk cId="4057721287" sldId="312"/>
            <ac:spMk id="9" creationId="{C1D0681E-F721-6BFB-B885-EB8BC6D5FB85}"/>
          </ac:spMkLst>
        </pc:spChg>
        <pc:spChg chg="add mod">
          <ac:chgData name="7 Town" userId="f001bd45134943c1" providerId="LiveId" clId="{B667A64A-E2D8-450E-BE9E-DF564E47E9E7}" dt="2024-10-30T14:43:30.988" v="506" actId="14100"/>
          <ac:spMkLst>
            <pc:docMk/>
            <pc:sldMk cId="4057721287" sldId="312"/>
            <ac:spMk id="10" creationId="{3B345163-973E-AFFB-0A81-1D22AA35DE62}"/>
          </ac:spMkLst>
        </pc:spChg>
        <pc:spChg chg="add mod">
          <ac:chgData name="7 Town" userId="f001bd45134943c1" providerId="LiveId" clId="{B667A64A-E2D8-450E-BE9E-DF564E47E9E7}" dt="2024-10-30T14:52:46.027" v="697" actId="113"/>
          <ac:spMkLst>
            <pc:docMk/>
            <pc:sldMk cId="4057721287" sldId="312"/>
            <ac:spMk id="11" creationId="{F39D7498-00C1-F989-AFA5-04930503AA68}"/>
          </ac:spMkLst>
        </pc:spChg>
        <pc:spChg chg="add mod">
          <ac:chgData name="7 Town" userId="f001bd45134943c1" providerId="LiveId" clId="{B667A64A-E2D8-450E-BE9E-DF564E47E9E7}" dt="2024-10-30T14:42:43.679" v="383"/>
          <ac:spMkLst>
            <pc:docMk/>
            <pc:sldMk cId="4057721287" sldId="312"/>
            <ac:spMk id="12" creationId="{AF088626-665D-884B-8D85-CD1DA0F6FB12}"/>
          </ac:spMkLst>
        </pc:spChg>
        <pc:spChg chg="del">
          <ac:chgData name="7 Town" userId="f001bd45134943c1" providerId="LiveId" clId="{B667A64A-E2D8-450E-BE9E-DF564E47E9E7}" dt="2024-10-30T14:38:53.505" v="374" actId="478"/>
          <ac:spMkLst>
            <pc:docMk/>
            <pc:sldMk cId="4057721287" sldId="312"/>
            <ac:spMk id="18" creationId="{46BD8B4F-C66F-1F35-99B1-91B52F26F83B}"/>
          </ac:spMkLst>
        </pc:spChg>
        <pc:spChg chg="mod">
          <ac:chgData name="7 Town" userId="f001bd45134943c1" providerId="LiveId" clId="{B667A64A-E2D8-450E-BE9E-DF564E47E9E7}" dt="2024-10-30T15:23:47.939" v="875" actId="20577"/>
          <ac:spMkLst>
            <pc:docMk/>
            <pc:sldMk cId="4057721287" sldId="312"/>
            <ac:spMk id="22" creationId="{A60CA604-FDA0-122F-2F1D-8A12C3C912F8}"/>
          </ac:spMkLst>
        </pc:spChg>
        <pc:spChg chg="mod">
          <ac:chgData name="7 Town" userId="f001bd45134943c1" providerId="LiveId" clId="{B667A64A-E2D8-450E-BE9E-DF564E47E9E7}" dt="2024-10-30T14:53:44.258" v="738"/>
          <ac:spMkLst>
            <pc:docMk/>
            <pc:sldMk cId="4057721287" sldId="312"/>
            <ac:spMk id="23" creationId="{84B97315-8ADB-ADAD-480E-30E641DB63AA}"/>
          </ac:spMkLst>
        </pc:spChg>
        <pc:picChg chg="del">
          <ac:chgData name="7 Town" userId="f001bd45134943c1" providerId="LiveId" clId="{B667A64A-E2D8-450E-BE9E-DF564E47E9E7}" dt="2024-10-30T14:38:53.505" v="374" actId="478"/>
          <ac:picMkLst>
            <pc:docMk/>
            <pc:sldMk cId="4057721287" sldId="312"/>
            <ac:picMk id="3" creationId="{1539248B-40DA-6B29-EBDF-5BE815C6F050}"/>
          </ac:picMkLst>
        </pc:picChg>
        <pc:picChg chg="add mod">
          <ac:chgData name="7 Town" userId="f001bd45134943c1" providerId="LiveId" clId="{B667A64A-E2D8-450E-BE9E-DF564E47E9E7}" dt="2024-10-30T14:52:57.371" v="700" actId="1036"/>
          <ac:picMkLst>
            <pc:docMk/>
            <pc:sldMk cId="4057721287" sldId="312"/>
            <ac:picMk id="4" creationId="{4FE18A65-CF1F-A181-E63A-B1B91408B48C}"/>
          </ac:picMkLst>
        </pc:picChg>
        <pc:cxnChg chg="mod">
          <ac:chgData name="7 Town" userId="f001bd45134943c1" providerId="LiveId" clId="{B667A64A-E2D8-450E-BE9E-DF564E47E9E7}" dt="2024-10-30T14:53:44.258" v="738"/>
          <ac:cxnSpMkLst>
            <pc:docMk/>
            <pc:sldMk cId="4057721287" sldId="312"/>
            <ac:cxnSpMk id="17" creationId="{4F319AF6-D05F-88F6-D21A-67C053689619}"/>
          </ac:cxnSpMkLst>
        </pc:cxnChg>
      </pc:sldChg>
      <pc:sldChg chg="addSp delSp modSp add mod">
        <pc:chgData name="7 Town" userId="f001bd45134943c1" providerId="LiveId" clId="{B667A64A-E2D8-450E-BE9E-DF564E47E9E7}" dt="2024-10-31T04:33:20.366" v="2975" actId="1076"/>
        <pc:sldMkLst>
          <pc:docMk/>
          <pc:sldMk cId="3923266500" sldId="313"/>
        </pc:sldMkLst>
        <pc:spChg chg="add mod">
          <ac:chgData name="7 Town" userId="f001bd45134943c1" providerId="LiveId" clId="{B667A64A-E2D8-450E-BE9E-DF564E47E9E7}" dt="2024-10-31T04:33:20.366" v="2975" actId="1076"/>
          <ac:spMkLst>
            <pc:docMk/>
            <pc:sldMk cId="3923266500" sldId="313"/>
            <ac:spMk id="2" creationId="{AE494519-1EAA-C192-0E70-38F3DAF690B5}"/>
          </ac:spMkLst>
        </pc:spChg>
        <pc:spChg chg="add mod ord">
          <ac:chgData name="7 Town" userId="f001bd45134943c1" providerId="LiveId" clId="{B667A64A-E2D8-450E-BE9E-DF564E47E9E7}" dt="2024-10-30T15:03:51.463" v="761" actId="14100"/>
          <ac:spMkLst>
            <pc:docMk/>
            <pc:sldMk cId="3923266500" sldId="313"/>
            <ac:spMk id="4" creationId="{CEF952D3-ED85-4C6D-626D-A25613351D14}"/>
          </ac:spMkLst>
        </pc:spChg>
        <pc:spChg chg="add mod">
          <ac:chgData name="7 Town" userId="f001bd45134943c1" providerId="LiveId" clId="{B667A64A-E2D8-450E-BE9E-DF564E47E9E7}" dt="2024-10-30T15:04:39.329" v="783" actId="20577"/>
          <ac:spMkLst>
            <pc:docMk/>
            <pc:sldMk cId="3923266500" sldId="313"/>
            <ac:spMk id="7" creationId="{9EC4125B-007E-9ED1-0191-7F644197B1FD}"/>
          </ac:spMkLst>
        </pc:spChg>
        <pc:spChg chg="add mod">
          <ac:chgData name="7 Town" userId="f001bd45134943c1" providerId="LiveId" clId="{B667A64A-E2D8-450E-BE9E-DF564E47E9E7}" dt="2024-10-30T15:13:42.732" v="863" actId="20577"/>
          <ac:spMkLst>
            <pc:docMk/>
            <pc:sldMk cId="3923266500" sldId="313"/>
            <ac:spMk id="10" creationId="{01B22F66-17D9-8780-296F-EC29B77EF04F}"/>
          </ac:spMkLst>
        </pc:spChg>
        <pc:spChg chg="add mod">
          <ac:chgData name="7 Town" userId="f001bd45134943c1" providerId="LiveId" clId="{B667A64A-E2D8-450E-BE9E-DF564E47E9E7}" dt="2024-10-30T15:24:22.758" v="884"/>
          <ac:spMkLst>
            <pc:docMk/>
            <pc:sldMk cId="3923266500" sldId="313"/>
            <ac:spMk id="11" creationId="{5EF5CA5F-D8C2-C488-A374-5AB15AE0C05A}"/>
          </ac:spMkLst>
        </pc:spChg>
        <pc:spChg chg="mod">
          <ac:chgData name="7 Town" userId="f001bd45134943c1" providerId="LiveId" clId="{B667A64A-E2D8-450E-BE9E-DF564E47E9E7}" dt="2024-10-30T15:23:51.762" v="877" actId="20577"/>
          <ac:spMkLst>
            <pc:docMk/>
            <pc:sldMk cId="3923266500" sldId="313"/>
            <ac:spMk id="22" creationId="{3748FEE5-8FEE-7774-A74A-A1B7C3CB8B72}"/>
          </ac:spMkLst>
        </pc:spChg>
        <pc:spChg chg="mod">
          <ac:chgData name="7 Town" userId="f001bd45134943c1" providerId="LiveId" clId="{B667A64A-E2D8-450E-BE9E-DF564E47E9E7}" dt="2024-10-30T15:24:02.735" v="878"/>
          <ac:spMkLst>
            <pc:docMk/>
            <pc:sldMk cId="3923266500" sldId="313"/>
            <ac:spMk id="23" creationId="{CDB1A4BB-29CD-5D52-D316-C6C3BD552551}"/>
          </ac:spMkLst>
        </pc:spChg>
        <pc:picChg chg="add del mod">
          <ac:chgData name="7 Town" userId="f001bd45134943c1" providerId="LiveId" clId="{B667A64A-E2D8-450E-BE9E-DF564E47E9E7}" dt="2024-10-30T15:03:03.906" v="749" actId="478"/>
          <ac:picMkLst>
            <pc:docMk/>
            <pc:sldMk cId="3923266500" sldId="313"/>
            <ac:picMk id="3" creationId="{730EBC4C-7A09-4A40-05AE-690F4C8B3E83}"/>
          </ac:picMkLst>
        </pc:picChg>
        <pc:picChg chg="add mod">
          <ac:chgData name="7 Town" userId="f001bd45134943c1" providerId="LiveId" clId="{B667A64A-E2D8-450E-BE9E-DF564E47E9E7}" dt="2024-10-30T15:18:12.346" v="869" actId="1036"/>
          <ac:picMkLst>
            <pc:docMk/>
            <pc:sldMk cId="3923266500" sldId="313"/>
            <ac:picMk id="6" creationId="{AAEA97F1-5034-C1CF-E90A-61F33A535A4A}"/>
          </ac:picMkLst>
        </pc:picChg>
        <pc:picChg chg="add mod">
          <ac:chgData name="7 Town" userId="f001bd45134943c1" providerId="LiveId" clId="{B667A64A-E2D8-450E-BE9E-DF564E47E9E7}" dt="2024-10-30T15:12:46.014" v="842" actId="1076"/>
          <ac:picMkLst>
            <pc:docMk/>
            <pc:sldMk cId="3923266500" sldId="313"/>
            <ac:picMk id="1025" creationId="{1E107B61-E4DC-99E9-17F1-F95040E03F2A}"/>
          </ac:picMkLst>
        </pc:picChg>
        <pc:picChg chg="add mod">
          <ac:chgData name="7 Town" userId="f001bd45134943c1" providerId="LiveId" clId="{B667A64A-E2D8-450E-BE9E-DF564E47E9E7}" dt="2024-10-30T15:13:51.371" v="864" actId="1076"/>
          <ac:picMkLst>
            <pc:docMk/>
            <pc:sldMk cId="3923266500" sldId="313"/>
            <ac:picMk id="1026" creationId="{E3DA1D8F-91E2-E86D-BCD8-9D4C3970ECE5}"/>
          </ac:picMkLst>
        </pc:picChg>
        <pc:picChg chg="add mod">
          <ac:chgData name="7 Town" userId="f001bd45134943c1" providerId="LiveId" clId="{B667A64A-E2D8-450E-BE9E-DF564E47E9E7}" dt="2024-10-30T15:14:03.292" v="866" actId="1076"/>
          <ac:picMkLst>
            <pc:docMk/>
            <pc:sldMk cId="3923266500" sldId="313"/>
            <ac:picMk id="1027" creationId="{0716A4C3-79EC-5689-708D-3FF9D8EA9773}"/>
          </ac:picMkLst>
        </pc:picChg>
        <pc:cxnChg chg="add mod">
          <ac:chgData name="7 Town" userId="f001bd45134943c1" providerId="LiveId" clId="{B667A64A-E2D8-450E-BE9E-DF564E47E9E7}" dt="2024-10-30T15:04:14.659" v="764" actId="14100"/>
          <ac:cxnSpMkLst>
            <pc:docMk/>
            <pc:sldMk cId="3923266500" sldId="313"/>
            <ac:cxnSpMk id="8" creationId="{8FD4DD2A-EDFE-DAAA-2FCA-9293D28A9FE7}"/>
          </ac:cxnSpMkLst>
        </pc:cxnChg>
        <pc:cxnChg chg="mod">
          <ac:chgData name="7 Town" userId="f001bd45134943c1" providerId="LiveId" clId="{B667A64A-E2D8-450E-BE9E-DF564E47E9E7}" dt="2024-10-30T15:24:02.735" v="878"/>
          <ac:cxnSpMkLst>
            <pc:docMk/>
            <pc:sldMk cId="3923266500" sldId="313"/>
            <ac:cxnSpMk id="17" creationId="{87CCE2E5-C7F2-1FDA-261E-0E7E0ABD54C4}"/>
          </ac:cxnSpMkLst>
        </pc:cxnChg>
      </pc:sldChg>
      <pc:sldChg chg="addSp delSp modSp add mod">
        <pc:chgData name="7 Town" userId="f001bd45134943c1" providerId="LiveId" clId="{B667A64A-E2D8-450E-BE9E-DF564E47E9E7}" dt="2024-10-31T04:34:14.039" v="2981" actId="1076"/>
        <pc:sldMkLst>
          <pc:docMk/>
          <pc:sldMk cId="4003733967" sldId="314"/>
        </pc:sldMkLst>
        <pc:spChg chg="add mod">
          <ac:chgData name="7 Town" userId="f001bd45134943c1" providerId="LiveId" clId="{B667A64A-E2D8-450E-BE9E-DF564E47E9E7}" dt="2024-10-31T04:34:14.039" v="2981" actId="1076"/>
          <ac:spMkLst>
            <pc:docMk/>
            <pc:sldMk cId="4003733967" sldId="314"/>
            <ac:spMk id="2" creationId="{2D678330-A138-5013-4DD2-2AFF16C73D0F}"/>
          </ac:spMkLst>
        </pc:spChg>
        <pc:spChg chg="add del mod">
          <ac:chgData name="7 Town" userId="f001bd45134943c1" providerId="LiveId" clId="{B667A64A-E2D8-450E-BE9E-DF564E47E9E7}" dt="2024-10-30T15:25:10.699" v="893" actId="478"/>
          <ac:spMkLst>
            <pc:docMk/>
            <pc:sldMk cId="4003733967" sldId="314"/>
            <ac:spMk id="2" creationId="{786D282A-CFEC-432C-F437-D207F4EDE8C1}"/>
          </ac:spMkLst>
        </pc:spChg>
        <pc:spChg chg="add mod">
          <ac:chgData name="7 Town" userId="f001bd45134943c1" providerId="LiveId" clId="{B667A64A-E2D8-450E-BE9E-DF564E47E9E7}" dt="2024-10-30T15:26:00.758" v="924" actId="14100"/>
          <ac:spMkLst>
            <pc:docMk/>
            <pc:sldMk cId="4003733967" sldId="314"/>
            <ac:spMk id="5" creationId="{4784ACD2-A22B-C014-854D-4F36E443AD7F}"/>
          </ac:spMkLst>
        </pc:spChg>
        <pc:spChg chg="add mod">
          <ac:chgData name="7 Town" userId="f001bd45134943c1" providerId="LiveId" clId="{B667A64A-E2D8-450E-BE9E-DF564E47E9E7}" dt="2024-10-30T15:35:50.451" v="1053" actId="113"/>
          <ac:spMkLst>
            <pc:docMk/>
            <pc:sldMk cId="4003733967" sldId="314"/>
            <ac:spMk id="8" creationId="{0E1D0F00-E5F3-8229-D63B-6276A4C1E663}"/>
          </ac:spMkLst>
        </pc:spChg>
        <pc:spChg chg="mod">
          <ac:chgData name="7 Town" userId="f001bd45134943c1" providerId="LiveId" clId="{B667A64A-E2D8-450E-BE9E-DF564E47E9E7}" dt="2024-10-30T15:24:08.245" v="880" actId="20577"/>
          <ac:spMkLst>
            <pc:docMk/>
            <pc:sldMk cId="4003733967" sldId="314"/>
            <ac:spMk id="22" creationId="{154364B0-AAEA-28BB-AA7B-63BCECD113BB}"/>
          </ac:spMkLst>
        </pc:spChg>
        <pc:spChg chg="mod">
          <ac:chgData name="7 Town" userId="f001bd45134943c1" providerId="LiveId" clId="{B667A64A-E2D8-450E-BE9E-DF564E47E9E7}" dt="2024-10-30T15:24:12.453" v="881"/>
          <ac:spMkLst>
            <pc:docMk/>
            <pc:sldMk cId="4003733967" sldId="314"/>
            <ac:spMk id="23" creationId="{A2F1C1FE-2A4F-3586-9178-F190D67602FF}"/>
          </ac:spMkLst>
        </pc:spChg>
        <pc:picChg chg="add mod">
          <ac:chgData name="7 Town" userId="f001bd45134943c1" providerId="LiveId" clId="{B667A64A-E2D8-450E-BE9E-DF564E47E9E7}" dt="2024-10-30T15:25:08.927" v="892" actId="1076"/>
          <ac:picMkLst>
            <pc:docMk/>
            <pc:sldMk cId="4003733967" sldId="314"/>
            <ac:picMk id="4" creationId="{83D46A79-1C72-8A72-94D6-0B3C05920A1A}"/>
          </ac:picMkLst>
        </pc:picChg>
        <pc:cxnChg chg="add mod">
          <ac:chgData name="7 Town" userId="f001bd45134943c1" providerId="LiveId" clId="{B667A64A-E2D8-450E-BE9E-DF564E47E9E7}" dt="2024-10-30T15:25:31.762" v="896" actId="14100"/>
          <ac:cxnSpMkLst>
            <pc:docMk/>
            <pc:sldMk cId="4003733967" sldId="314"/>
            <ac:cxnSpMk id="6" creationId="{C7416301-E6D7-B5F9-A41A-578DEC2E934A}"/>
          </ac:cxnSpMkLst>
        </pc:cxnChg>
        <pc:cxnChg chg="mod">
          <ac:chgData name="7 Town" userId="f001bd45134943c1" providerId="LiveId" clId="{B667A64A-E2D8-450E-BE9E-DF564E47E9E7}" dt="2024-10-30T15:24:12.453" v="881"/>
          <ac:cxnSpMkLst>
            <pc:docMk/>
            <pc:sldMk cId="4003733967" sldId="314"/>
            <ac:cxnSpMk id="17" creationId="{BC63EE56-8E03-E486-342A-DE7140A6EBC9}"/>
          </ac:cxnSpMkLst>
        </pc:cxnChg>
      </pc:sldChg>
      <pc:sldChg chg="addSp delSp modSp add mod">
        <pc:chgData name="7 Town" userId="f001bd45134943c1" providerId="LiveId" clId="{B667A64A-E2D8-450E-BE9E-DF564E47E9E7}" dt="2024-10-30T15:42:55.838" v="1072" actId="478"/>
        <pc:sldMkLst>
          <pc:docMk/>
          <pc:sldMk cId="4257416287" sldId="315"/>
        </pc:sldMkLst>
        <pc:spChg chg="add del mod">
          <ac:chgData name="7 Town" userId="f001bd45134943c1" providerId="LiveId" clId="{B667A64A-E2D8-450E-BE9E-DF564E47E9E7}" dt="2024-10-30T15:42:55.838" v="1072" actId="478"/>
          <ac:spMkLst>
            <pc:docMk/>
            <pc:sldMk cId="4257416287" sldId="315"/>
            <ac:spMk id="2" creationId="{A0F29796-0235-52B5-65E1-00D536A9CF48}"/>
          </ac:spMkLst>
        </pc:spChg>
        <pc:cxnChg chg="add del mod">
          <ac:chgData name="7 Town" userId="f001bd45134943c1" providerId="LiveId" clId="{B667A64A-E2D8-450E-BE9E-DF564E47E9E7}" dt="2024-10-30T15:42:55.838" v="1072" actId="478"/>
          <ac:cxnSpMkLst>
            <pc:docMk/>
            <pc:sldMk cId="4257416287" sldId="315"/>
            <ac:cxnSpMk id="3" creationId="{C2B243D8-A883-2A24-3258-F03D875DF180}"/>
          </ac:cxnSpMkLst>
        </pc:cxnChg>
      </pc:sldChg>
      <pc:sldChg chg="add">
        <pc:chgData name="7 Town" userId="f001bd45134943c1" providerId="LiveId" clId="{B667A64A-E2D8-450E-BE9E-DF564E47E9E7}" dt="2024-10-30T15:36:01.825" v="1054" actId="2890"/>
        <pc:sldMkLst>
          <pc:docMk/>
          <pc:sldMk cId="1092797306" sldId="316"/>
        </pc:sldMkLst>
      </pc:sldChg>
      <pc:sldChg chg="addSp delSp modSp add mod">
        <pc:chgData name="7 Town" userId="f001bd45134943c1" providerId="LiveId" clId="{B667A64A-E2D8-450E-BE9E-DF564E47E9E7}" dt="2024-10-31T05:30:16.763" v="3389" actId="478"/>
        <pc:sldMkLst>
          <pc:docMk/>
          <pc:sldMk cId="4145450257" sldId="317"/>
        </pc:sldMkLst>
        <pc:spChg chg="mod">
          <ac:chgData name="7 Town" userId="f001bd45134943c1" providerId="LiveId" clId="{B667A64A-E2D8-450E-BE9E-DF564E47E9E7}" dt="2024-10-30T15:43:19.251" v="1121" actId="14100"/>
          <ac:spMkLst>
            <pc:docMk/>
            <pc:sldMk cId="4145450257" sldId="317"/>
            <ac:spMk id="5" creationId="{E8614B31-F90B-AD47-7B9A-5F689CC42F95}"/>
          </ac:spMkLst>
        </pc:spChg>
        <pc:spChg chg="add del mod">
          <ac:chgData name="7 Town" userId="f001bd45134943c1" providerId="LiveId" clId="{B667A64A-E2D8-450E-BE9E-DF564E47E9E7}" dt="2024-10-31T05:30:16.763" v="3389" actId="478"/>
          <ac:spMkLst>
            <pc:docMk/>
            <pc:sldMk cId="4145450257" sldId="317"/>
            <ac:spMk id="7" creationId="{FFCAB267-C04D-15E1-3DD0-E8B1011C8B26}"/>
          </ac:spMkLst>
        </pc:spChg>
        <pc:spChg chg="mod">
          <ac:chgData name="7 Town" userId="f001bd45134943c1" providerId="LiveId" clId="{B667A64A-E2D8-450E-BE9E-DF564E47E9E7}" dt="2024-10-30T15:45:17.648" v="1153" actId="13926"/>
          <ac:spMkLst>
            <pc:docMk/>
            <pc:sldMk cId="4145450257" sldId="317"/>
            <ac:spMk id="8" creationId="{9039ECA7-5F66-70FC-D6C6-2DF3C8760D6C}"/>
          </ac:spMkLst>
        </pc:spChg>
        <pc:picChg chg="add mod">
          <ac:chgData name="7 Town" userId="f001bd45134943c1" providerId="LiveId" clId="{B667A64A-E2D8-450E-BE9E-DF564E47E9E7}" dt="2024-10-30T15:46:10.922" v="1168" actId="1076"/>
          <ac:picMkLst>
            <pc:docMk/>
            <pc:sldMk cId="4145450257" sldId="317"/>
            <ac:picMk id="3" creationId="{AC5AF893-0A44-2156-789B-87C9D2029CC3}"/>
          </ac:picMkLst>
        </pc:picChg>
        <pc:picChg chg="del">
          <ac:chgData name="7 Town" userId="f001bd45134943c1" providerId="LiveId" clId="{B667A64A-E2D8-450E-BE9E-DF564E47E9E7}" dt="2024-10-30T16:08:20.573" v="1587" actId="478"/>
          <ac:picMkLst>
            <pc:docMk/>
            <pc:sldMk cId="4145450257" sldId="317"/>
            <ac:picMk id="4" creationId="{279376D7-2D89-8917-11C1-E6D113994C10}"/>
          </ac:picMkLst>
        </pc:picChg>
        <pc:picChg chg="add mod">
          <ac:chgData name="7 Town" userId="f001bd45134943c1" providerId="LiveId" clId="{B667A64A-E2D8-450E-BE9E-DF564E47E9E7}" dt="2024-10-30T16:08:34.549" v="1591" actId="1076"/>
          <ac:picMkLst>
            <pc:docMk/>
            <pc:sldMk cId="4145450257" sldId="317"/>
            <ac:picMk id="10" creationId="{8992C943-D162-6D90-D26B-D6B6DD3EA832}"/>
          </ac:picMkLst>
        </pc:picChg>
        <pc:picChg chg="add del mod">
          <ac:chgData name="7 Town" userId="f001bd45134943c1" providerId="LiveId" clId="{B667A64A-E2D8-450E-BE9E-DF564E47E9E7}" dt="2024-10-30T15:45:35.821" v="1158" actId="478"/>
          <ac:picMkLst>
            <pc:docMk/>
            <pc:sldMk cId="4145450257" sldId="317"/>
            <ac:picMk id="2049" creationId="{7648AD8E-155C-200E-51F1-EC97CCDF5A08}"/>
          </ac:picMkLst>
        </pc:picChg>
      </pc:sldChg>
      <pc:sldChg chg="addSp delSp modSp add mod">
        <pc:chgData name="7 Town" userId="f001bd45134943c1" providerId="LiveId" clId="{B667A64A-E2D8-450E-BE9E-DF564E47E9E7}" dt="2024-10-30T16:05:31.511" v="1556" actId="1076"/>
        <pc:sldMkLst>
          <pc:docMk/>
          <pc:sldMk cId="1004014711" sldId="318"/>
        </pc:sldMkLst>
        <pc:spChg chg="del mod">
          <ac:chgData name="7 Town" userId="f001bd45134943c1" providerId="LiveId" clId="{B667A64A-E2D8-450E-BE9E-DF564E47E9E7}" dt="2024-10-30T16:05:07.673" v="1468" actId="478"/>
          <ac:spMkLst>
            <pc:docMk/>
            <pc:sldMk cId="1004014711" sldId="318"/>
            <ac:spMk id="5" creationId="{99E55F86-0D10-1CC2-9DDE-6777423FC3C5}"/>
          </ac:spMkLst>
        </pc:spChg>
        <pc:spChg chg="del">
          <ac:chgData name="7 Town" userId="f001bd45134943c1" providerId="LiveId" clId="{B667A64A-E2D8-450E-BE9E-DF564E47E9E7}" dt="2024-10-30T15:48:32.661" v="1222" actId="478"/>
          <ac:spMkLst>
            <pc:docMk/>
            <pc:sldMk cId="1004014711" sldId="318"/>
            <ac:spMk id="7" creationId="{00148DA8-BFED-6067-8590-9DC3A1BBB855}"/>
          </ac:spMkLst>
        </pc:spChg>
        <pc:spChg chg="mod">
          <ac:chgData name="7 Town" userId="f001bd45134943c1" providerId="LiveId" clId="{B667A64A-E2D8-450E-BE9E-DF564E47E9E7}" dt="2024-10-30T16:05:27.936" v="1555" actId="1036"/>
          <ac:spMkLst>
            <pc:docMk/>
            <pc:sldMk cId="1004014711" sldId="318"/>
            <ac:spMk id="8" creationId="{90766D52-BB73-C1B1-134E-17191CB7C574}"/>
          </ac:spMkLst>
        </pc:spChg>
        <pc:spChg chg="add mod">
          <ac:chgData name="7 Town" userId="f001bd45134943c1" providerId="LiveId" clId="{B667A64A-E2D8-450E-BE9E-DF564E47E9E7}" dt="2024-10-30T16:05:17.983" v="1535" actId="1035"/>
          <ac:spMkLst>
            <pc:docMk/>
            <pc:sldMk cId="1004014711" sldId="318"/>
            <ac:spMk id="15" creationId="{2449A24A-97E4-805A-826B-1A86C36EEB2A}"/>
          </ac:spMkLst>
        </pc:spChg>
        <pc:picChg chg="del">
          <ac:chgData name="7 Town" userId="f001bd45134943c1" providerId="LiveId" clId="{B667A64A-E2D8-450E-BE9E-DF564E47E9E7}" dt="2024-10-30T15:48:34.479" v="1223" actId="478"/>
          <ac:picMkLst>
            <pc:docMk/>
            <pc:sldMk cId="1004014711" sldId="318"/>
            <ac:picMk id="3" creationId="{02CF8945-C58A-2055-DEC8-D83FFD036C6B}"/>
          </ac:picMkLst>
        </pc:picChg>
        <pc:picChg chg="del">
          <ac:chgData name="7 Town" userId="f001bd45134943c1" providerId="LiveId" clId="{B667A64A-E2D8-450E-BE9E-DF564E47E9E7}" dt="2024-10-30T16:02:47.751" v="1444" actId="478"/>
          <ac:picMkLst>
            <pc:docMk/>
            <pc:sldMk cId="1004014711" sldId="318"/>
            <ac:picMk id="4" creationId="{3FC92ACB-4F41-2E61-311F-B60D3D4626E8}"/>
          </ac:picMkLst>
        </pc:picChg>
        <pc:picChg chg="add del mod">
          <ac:chgData name="7 Town" userId="f001bd45134943c1" providerId="LiveId" clId="{B667A64A-E2D8-450E-BE9E-DF564E47E9E7}" dt="2024-10-30T16:03:08.659" v="1448" actId="478"/>
          <ac:picMkLst>
            <pc:docMk/>
            <pc:sldMk cId="1004014711" sldId="318"/>
            <ac:picMk id="9" creationId="{276B69DF-4301-D3F3-4C65-BC8DA1FF4C74}"/>
          </ac:picMkLst>
        </pc:picChg>
        <pc:picChg chg="add mod">
          <ac:chgData name="7 Town" userId="f001bd45134943c1" providerId="LiveId" clId="{B667A64A-E2D8-450E-BE9E-DF564E47E9E7}" dt="2024-10-30T16:05:31.511" v="1556" actId="1076"/>
          <ac:picMkLst>
            <pc:docMk/>
            <pc:sldMk cId="1004014711" sldId="318"/>
            <ac:picMk id="11" creationId="{43FAA6BF-0387-9B1D-BDF9-9881EA431AC8}"/>
          </ac:picMkLst>
        </pc:picChg>
        <pc:picChg chg="add mod">
          <ac:chgData name="7 Town" userId="f001bd45134943c1" providerId="LiveId" clId="{B667A64A-E2D8-450E-BE9E-DF564E47E9E7}" dt="2024-10-30T16:05:27.936" v="1555" actId="1036"/>
          <ac:picMkLst>
            <pc:docMk/>
            <pc:sldMk cId="1004014711" sldId="318"/>
            <ac:picMk id="5121" creationId="{C4735E3A-D6B4-896B-B8F8-F1717DD318DB}"/>
          </ac:picMkLst>
        </pc:picChg>
        <pc:picChg chg="add mod">
          <ac:chgData name="7 Town" userId="f001bd45134943c1" providerId="LiveId" clId="{B667A64A-E2D8-450E-BE9E-DF564E47E9E7}" dt="2024-10-30T16:05:27.936" v="1555" actId="1036"/>
          <ac:picMkLst>
            <pc:docMk/>
            <pc:sldMk cId="1004014711" sldId="318"/>
            <ac:picMk id="5122" creationId="{F087A82C-31D1-834C-03CC-04BA65364935}"/>
          </ac:picMkLst>
        </pc:picChg>
        <pc:cxnChg chg="del mod">
          <ac:chgData name="7 Town" userId="f001bd45134943c1" providerId="LiveId" clId="{B667A64A-E2D8-450E-BE9E-DF564E47E9E7}" dt="2024-10-30T16:05:08.155" v="1469" actId="478"/>
          <ac:cxnSpMkLst>
            <pc:docMk/>
            <pc:sldMk cId="1004014711" sldId="318"/>
            <ac:cxnSpMk id="6" creationId="{6E7BFF8E-3CBE-C332-60FD-5C8617E8573C}"/>
          </ac:cxnSpMkLst>
        </pc:cxnChg>
        <pc:cxnChg chg="add mod">
          <ac:chgData name="7 Town" userId="f001bd45134943c1" providerId="LiveId" clId="{B667A64A-E2D8-450E-BE9E-DF564E47E9E7}" dt="2024-10-30T16:05:17.983" v="1535" actId="1035"/>
          <ac:cxnSpMkLst>
            <pc:docMk/>
            <pc:sldMk cId="1004014711" sldId="318"/>
            <ac:cxnSpMk id="16" creationId="{A9178BF6-2757-8E24-4B32-ED35A49140B2}"/>
          </ac:cxnSpMkLst>
        </pc:cxnChg>
      </pc:sldChg>
      <pc:sldChg chg="addSp delSp modSp add mod">
        <pc:chgData name="7 Town" userId="f001bd45134943c1" providerId="LiveId" clId="{B667A64A-E2D8-450E-BE9E-DF564E47E9E7}" dt="2024-10-31T05:51:09.047" v="3436" actId="1076"/>
        <pc:sldMkLst>
          <pc:docMk/>
          <pc:sldMk cId="2729081619" sldId="319"/>
        </pc:sldMkLst>
        <pc:spChg chg="del mod">
          <ac:chgData name="7 Town" userId="f001bd45134943c1" providerId="LiveId" clId="{B667A64A-E2D8-450E-BE9E-DF564E47E9E7}" dt="2024-10-30T16:05:52.983" v="1559" actId="478"/>
          <ac:spMkLst>
            <pc:docMk/>
            <pc:sldMk cId="2729081619" sldId="319"/>
            <ac:spMk id="5" creationId="{16ECDE96-FA18-EC19-37C4-9883169AF05A}"/>
          </ac:spMkLst>
        </pc:spChg>
        <pc:spChg chg="mod">
          <ac:chgData name="7 Town" userId="f001bd45134943c1" providerId="LiveId" clId="{B667A64A-E2D8-450E-BE9E-DF564E47E9E7}" dt="2024-10-31T05:51:06.956" v="3435" actId="20577"/>
          <ac:spMkLst>
            <pc:docMk/>
            <pc:sldMk cId="2729081619" sldId="319"/>
            <ac:spMk id="8" creationId="{4A4442DA-8E7F-E05C-F79D-46D68FCD6D81}"/>
          </ac:spMkLst>
        </pc:spChg>
        <pc:spChg chg="add mod">
          <ac:chgData name="7 Town" userId="f001bd45134943c1" providerId="LiveId" clId="{B667A64A-E2D8-450E-BE9E-DF564E47E9E7}" dt="2024-10-30T16:05:55.863" v="1560"/>
          <ac:spMkLst>
            <pc:docMk/>
            <pc:sldMk cId="2729081619" sldId="319"/>
            <ac:spMk id="9" creationId="{9E70EC43-B8B2-216E-C227-D0298F2D90A7}"/>
          </ac:spMkLst>
        </pc:spChg>
        <pc:picChg chg="add mod">
          <ac:chgData name="7 Town" userId="f001bd45134943c1" providerId="LiveId" clId="{B667A64A-E2D8-450E-BE9E-DF564E47E9E7}" dt="2024-10-30T16:06:16.731" v="1586" actId="1076"/>
          <ac:picMkLst>
            <pc:docMk/>
            <pc:sldMk cId="2729081619" sldId="319"/>
            <ac:picMk id="3" creationId="{1F203FC3-D484-93DC-77AA-2F1A035FBDEA}"/>
          </ac:picMkLst>
        </pc:picChg>
        <pc:picChg chg="del">
          <ac:chgData name="7 Town" userId="f001bd45134943c1" providerId="LiveId" clId="{B667A64A-E2D8-450E-BE9E-DF564E47E9E7}" dt="2024-10-30T15:59:11.641" v="1370" actId="478"/>
          <ac:picMkLst>
            <pc:docMk/>
            <pc:sldMk cId="2729081619" sldId="319"/>
            <ac:picMk id="4" creationId="{20BD9CDD-3B6A-1CD3-CFF5-074916BEDC34}"/>
          </ac:picMkLst>
        </pc:picChg>
        <pc:picChg chg="del">
          <ac:chgData name="7 Town" userId="f001bd45134943c1" providerId="LiveId" clId="{B667A64A-E2D8-450E-BE9E-DF564E47E9E7}" dt="2024-10-30T15:53:56.304" v="1293" actId="478"/>
          <ac:picMkLst>
            <pc:docMk/>
            <pc:sldMk cId="2729081619" sldId="319"/>
            <ac:picMk id="5121" creationId="{5DC0E815-7B14-B64D-0FCC-BB8A166269DA}"/>
          </ac:picMkLst>
        </pc:picChg>
        <pc:picChg chg="del">
          <ac:chgData name="7 Town" userId="f001bd45134943c1" providerId="LiveId" clId="{B667A64A-E2D8-450E-BE9E-DF564E47E9E7}" dt="2024-10-30T15:53:58.058" v="1294" actId="478"/>
          <ac:picMkLst>
            <pc:docMk/>
            <pc:sldMk cId="2729081619" sldId="319"/>
            <ac:picMk id="5122" creationId="{64C284AF-1F2A-8DBF-B65A-8996BB98DF1D}"/>
          </ac:picMkLst>
        </pc:picChg>
        <pc:picChg chg="add mod">
          <ac:chgData name="7 Town" userId="f001bd45134943c1" providerId="LiveId" clId="{B667A64A-E2D8-450E-BE9E-DF564E47E9E7}" dt="2024-10-30T16:06:13.376" v="1585" actId="1037"/>
          <ac:picMkLst>
            <pc:docMk/>
            <pc:sldMk cId="2729081619" sldId="319"/>
            <ac:picMk id="6145" creationId="{DB71383C-AD90-D422-A9C8-004E3BECC1FE}"/>
          </ac:picMkLst>
        </pc:picChg>
        <pc:picChg chg="add mod">
          <ac:chgData name="7 Town" userId="f001bd45134943c1" providerId="LiveId" clId="{B667A64A-E2D8-450E-BE9E-DF564E47E9E7}" dt="2024-10-30T16:06:13.376" v="1585" actId="1037"/>
          <ac:picMkLst>
            <pc:docMk/>
            <pc:sldMk cId="2729081619" sldId="319"/>
            <ac:picMk id="6146" creationId="{AD876A71-5DD0-9FC8-33DA-77EE058CF76D}"/>
          </ac:picMkLst>
        </pc:picChg>
        <pc:picChg chg="add del mod">
          <ac:chgData name="7 Town" userId="f001bd45134943c1" providerId="LiveId" clId="{B667A64A-E2D8-450E-BE9E-DF564E47E9E7}" dt="2024-10-30T16:01:17.693" v="1392" actId="478"/>
          <ac:picMkLst>
            <pc:docMk/>
            <pc:sldMk cId="2729081619" sldId="319"/>
            <ac:picMk id="6147" creationId="{B0704B26-86D8-7F46-427E-5646C9A14DB6}"/>
          </ac:picMkLst>
        </pc:picChg>
        <pc:picChg chg="add mod">
          <ac:chgData name="7 Town" userId="f001bd45134943c1" providerId="LiveId" clId="{B667A64A-E2D8-450E-BE9E-DF564E47E9E7}" dt="2024-10-30T16:06:13.376" v="1585" actId="1037"/>
          <ac:picMkLst>
            <pc:docMk/>
            <pc:sldMk cId="2729081619" sldId="319"/>
            <ac:picMk id="6148" creationId="{553BFC01-E8A4-0598-C1CB-561CA3CA3DD2}"/>
          </ac:picMkLst>
        </pc:picChg>
        <pc:picChg chg="add mod">
          <ac:chgData name="7 Town" userId="f001bd45134943c1" providerId="LiveId" clId="{B667A64A-E2D8-450E-BE9E-DF564E47E9E7}" dt="2024-10-30T16:06:13.376" v="1585" actId="1037"/>
          <ac:picMkLst>
            <pc:docMk/>
            <pc:sldMk cId="2729081619" sldId="319"/>
            <ac:picMk id="6149" creationId="{970F5AC8-66D9-2F38-D4E0-54171DA8F13D}"/>
          </ac:picMkLst>
        </pc:picChg>
        <pc:picChg chg="add mod">
          <ac:chgData name="7 Town" userId="f001bd45134943c1" providerId="LiveId" clId="{B667A64A-E2D8-450E-BE9E-DF564E47E9E7}" dt="2024-10-30T16:06:13.376" v="1585" actId="1037"/>
          <ac:picMkLst>
            <pc:docMk/>
            <pc:sldMk cId="2729081619" sldId="319"/>
            <ac:picMk id="6150" creationId="{31040C94-7553-B696-5F22-96581E3E52AB}"/>
          </ac:picMkLst>
        </pc:picChg>
        <pc:picChg chg="add mod">
          <ac:chgData name="7 Town" userId="f001bd45134943c1" providerId="LiveId" clId="{B667A64A-E2D8-450E-BE9E-DF564E47E9E7}" dt="2024-10-30T16:06:13.376" v="1585" actId="1037"/>
          <ac:picMkLst>
            <pc:docMk/>
            <pc:sldMk cId="2729081619" sldId="319"/>
            <ac:picMk id="6151" creationId="{3CF91B3D-AB86-21D3-B612-B74B62486452}"/>
          </ac:picMkLst>
        </pc:picChg>
        <pc:picChg chg="add mod">
          <ac:chgData name="7 Town" userId="f001bd45134943c1" providerId="LiveId" clId="{B667A64A-E2D8-450E-BE9E-DF564E47E9E7}" dt="2024-10-31T05:51:09.047" v="3436" actId="1076"/>
          <ac:picMkLst>
            <pc:docMk/>
            <pc:sldMk cId="2729081619" sldId="319"/>
            <ac:picMk id="6152" creationId="{4B652FDC-D243-4863-CAEA-4700AE83483D}"/>
          </ac:picMkLst>
        </pc:picChg>
        <pc:cxnChg chg="del mod">
          <ac:chgData name="7 Town" userId="f001bd45134943c1" providerId="LiveId" clId="{B667A64A-E2D8-450E-BE9E-DF564E47E9E7}" dt="2024-10-30T16:05:47.003" v="1558" actId="478"/>
          <ac:cxnSpMkLst>
            <pc:docMk/>
            <pc:sldMk cId="2729081619" sldId="319"/>
            <ac:cxnSpMk id="6" creationId="{982DA840-ED52-3F59-6DDA-58A077E01C2F}"/>
          </ac:cxnSpMkLst>
        </pc:cxnChg>
        <pc:cxnChg chg="add mod">
          <ac:chgData name="7 Town" userId="f001bd45134943c1" providerId="LiveId" clId="{B667A64A-E2D8-450E-BE9E-DF564E47E9E7}" dt="2024-10-30T16:05:44.297" v="1557"/>
          <ac:cxnSpMkLst>
            <pc:docMk/>
            <pc:sldMk cId="2729081619" sldId="319"/>
            <ac:cxnSpMk id="10" creationId="{1B217465-A388-F8B2-F313-85496BF6FDCB}"/>
          </ac:cxnSpMkLst>
        </pc:cxnChg>
      </pc:sldChg>
      <pc:sldChg chg="addSp modSp add mod ord">
        <pc:chgData name="7 Town" userId="f001bd45134943c1" providerId="LiveId" clId="{B667A64A-E2D8-450E-BE9E-DF564E47E9E7}" dt="2024-10-30T16:13:43.395" v="1676" actId="20577"/>
        <pc:sldMkLst>
          <pc:docMk/>
          <pc:sldMk cId="696633196" sldId="320"/>
        </pc:sldMkLst>
        <pc:spChg chg="mod">
          <ac:chgData name="7 Town" userId="f001bd45134943c1" providerId="LiveId" clId="{B667A64A-E2D8-450E-BE9E-DF564E47E9E7}" dt="2024-10-30T16:10:17.964" v="1601" actId="20577"/>
          <ac:spMkLst>
            <pc:docMk/>
            <pc:sldMk cId="696633196" sldId="320"/>
            <ac:spMk id="5" creationId="{0867252D-EA9E-2349-DFDE-9A072993E968}"/>
          </ac:spMkLst>
        </pc:spChg>
        <pc:spChg chg="mod">
          <ac:chgData name="7 Town" userId="f001bd45134943c1" providerId="LiveId" clId="{B667A64A-E2D8-450E-BE9E-DF564E47E9E7}" dt="2024-10-30T16:13:43.395" v="1676" actId="20577"/>
          <ac:spMkLst>
            <pc:docMk/>
            <pc:sldMk cId="696633196" sldId="320"/>
            <ac:spMk id="8" creationId="{EEF42460-58C4-4F6C-8735-7EBC73DFBCD3}"/>
          </ac:spMkLst>
        </pc:spChg>
        <pc:picChg chg="add mod">
          <ac:chgData name="7 Town" userId="f001bd45134943c1" providerId="LiveId" clId="{B667A64A-E2D8-450E-BE9E-DF564E47E9E7}" dt="2024-10-30T16:11:23.622" v="1617" actId="1076"/>
          <ac:picMkLst>
            <pc:docMk/>
            <pc:sldMk cId="696633196" sldId="320"/>
            <ac:picMk id="7169" creationId="{DC2EE2E8-E9CA-40F8-452B-2E1863FE9872}"/>
          </ac:picMkLst>
        </pc:picChg>
        <pc:picChg chg="add mod">
          <ac:chgData name="7 Town" userId="f001bd45134943c1" providerId="LiveId" clId="{B667A64A-E2D8-450E-BE9E-DF564E47E9E7}" dt="2024-10-30T16:12:49.366" v="1631" actId="1076"/>
          <ac:picMkLst>
            <pc:docMk/>
            <pc:sldMk cId="696633196" sldId="320"/>
            <ac:picMk id="7170" creationId="{75640425-E46B-385E-8CDE-DC210A761BCF}"/>
          </ac:picMkLst>
        </pc:picChg>
        <pc:picChg chg="add mod">
          <ac:chgData name="7 Town" userId="f001bd45134943c1" providerId="LiveId" clId="{B667A64A-E2D8-450E-BE9E-DF564E47E9E7}" dt="2024-10-30T16:13:18.975" v="1668" actId="1076"/>
          <ac:picMkLst>
            <pc:docMk/>
            <pc:sldMk cId="696633196" sldId="320"/>
            <ac:picMk id="7171" creationId="{AE8FAF10-C808-33E6-046F-4BC1B5C61919}"/>
          </ac:picMkLst>
        </pc:picChg>
      </pc:sldChg>
      <pc:sldChg chg="addSp delSp modSp mod">
        <pc:chgData name="7 Town" userId="f001bd45134943c1" providerId="LiveId" clId="{B667A64A-E2D8-450E-BE9E-DF564E47E9E7}" dt="2024-10-31T04:22:48.103" v="2463" actId="1076"/>
        <pc:sldMkLst>
          <pc:docMk/>
          <pc:sldMk cId="344419927" sldId="323"/>
        </pc:sldMkLst>
        <pc:spChg chg="add mod">
          <ac:chgData name="7 Town" userId="f001bd45134943c1" providerId="LiveId" clId="{B667A64A-E2D8-450E-BE9E-DF564E47E9E7}" dt="2024-10-31T04:22:48.103" v="2463" actId="1076"/>
          <ac:spMkLst>
            <pc:docMk/>
            <pc:sldMk cId="344419927" sldId="323"/>
            <ac:spMk id="2" creationId="{5C143E8A-B940-8E5F-FFAE-8FCBCEF18FD3}"/>
          </ac:spMkLst>
        </pc:spChg>
        <pc:spChg chg="mod">
          <ac:chgData name="7 Town" userId="f001bd45134943c1" providerId="LiveId" clId="{B667A64A-E2D8-450E-BE9E-DF564E47E9E7}" dt="2024-10-31T04:20:48.637" v="2161" actId="1035"/>
          <ac:spMkLst>
            <pc:docMk/>
            <pc:sldMk cId="344419927" sldId="323"/>
            <ac:spMk id="4" creationId="{6A64AD10-A76A-D5AD-A8C7-7453CF1E09DA}"/>
          </ac:spMkLst>
        </pc:spChg>
        <pc:spChg chg="mod">
          <ac:chgData name="7 Town" userId="f001bd45134943c1" providerId="LiveId" clId="{B667A64A-E2D8-450E-BE9E-DF564E47E9E7}" dt="2024-10-31T04:21:31.127" v="2457" actId="13926"/>
          <ac:spMkLst>
            <pc:docMk/>
            <pc:sldMk cId="344419927" sldId="323"/>
            <ac:spMk id="6" creationId="{35BB9E95-E079-CC50-DD9E-59190C68DAEC}"/>
          </ac:spMkLst>
        </pc:spChg>
        <pc:picChg chg="mod">
          <ac:chgData name="7 Town" userId="f001bd45134943c1" providerId="LiveId" clId="{B667A64A-E2D8-450E-BE9E-DF564E47E9E7}" dt="2024-10-31T04:21:12.172" v="2455" actId="1037"/>
          <ac:picMkLst>
            <pc:docMk/>
            <pc:sldMk cId="344419927" sldId="323"/>
            <ac:picMk id="3" creationId="{49269114-D349-FD30-342E-5E2FF822559D}"/>
          </ac:picMkLst>
        </pc:picChg>
        <pc:cxnChg chg="add del mod">
          <ac:chgData name="7 Town" userId="f001bd45134943c1" providerId="LiveId" clId="{B667A64A-E2D8-450E-BE9E-DF564E47E9E7}" dt="2024-10-31T04:21:07.065" v="2397" actId="14100"/>
          <ac:cxnSpMkLst>
            <pc:docMk/>
            <pc:sldMk cId="344419927" sldId="323"/>
            <ac:cxnSpMk id="5" creationId="{27352B39-4029-10E7-0527-F27D265F7D67}"/>
          </ac:cxnSpMkLst>
        </pc:cxnChg>
      </pc:sldChg>
      <pc:sldChg chg="addSp modSp mod">
        <pc:chgData name="7 Town" userId="f001bd45134943c1" providerId="LiveId" clId="{B667A64A-E2D8-450E-BE9E-DF564E47E9E7}" dt="2024-10-31T04:24:10.839" v="2673" actId="20577"/>
        <pc:sldMkLst>
          <pc:docMk/>
          <pc:sldMk cId="2469374573" sldId="324"/>
        </pc:sldMkLst>
        <pc:spChg chg="add mod">
          <ac:chgData name="7 Town" userId="f001bd45134943c1" providerId="LiveId" clId="{B667A64A-E2D8-450E-BE9E-DF564E47E9E7}" dt="2024-10-31T04:23:07.863" v="2464"/>
          <ac:spMkLst>
            <pc:docMk/>
            <pc:sldMk cId="2469374573" sldId="324"/>
            <ac:spMk id="2" creationId="{3785CE4D-45EC-6D6F-99CD-77977D379C45}"/>
          </ac:spMkLst>
        </pc:spChg>
        <pc:spChg chg="add mod">
          <ac:chgData name="7 Town" userId="f001bd45134943c1" providerId="LiveId" clId="{B667A64A-E2D8-450E-BE9E-DF564E47E9E7}" dt="2024-10-31T04:23:36.854" v="2667" actId="1038"/>
          <ac:spMkLst>
            <pc:docMk/>
            <pc:sldMk cId="2469374573" sldId="324"/>
            <ac:spMk id="3" creationId="{106B3069-2611-2684-05A7-1554AF556516}"/>
          </ac:spMkLst>
        </pc:spChg>
        <pc:spChg chg="add mod">
          <ac:chgData name="7 Town" userId="f001bd45134943c1" providerId="LiveId" clId="{B667A64A-E2D8-450E-BE9E-DF564E47E9E7}" dt="2024-10-31T04:24:10.839" v="2673" actId="20577"/>
          <ac:spMkLst>
            <pc:docMk/>
            <pc:sldMk cId="2469374573" sldId="324"/>
            <ac:spMk id="7" creationId="{DF9FC852-F6AE-033A-17DA-B9C35D3EBC9E}"/>
          </ac:spMkLst>
        </pc:spChg>
        <pc:picChg chg="add mod">
          <ac:chgData name="7 Town" userId="f001bd45134943c1" providerId="LiveId" clId="{B667A64A-E2D8-450E-BE9E-DF564E47E9E7}" dt="2024-10-31T04:23:07.863" v="2464"/>
          <ac:picMkLst>
            <pc:docMk/>
            <pc:sldMk cId="2469374573" sldId="324"/>
            <ac:picMk id="4" creationId="{550FAB58-68B0-3E5C-2A6C-0BF0AFE110E8}"/>
          </ac:picMkLst>
        </pc:picChg>
        <pc:picChg chg="add mod">
          <ac:chgData name="7 Town" userId="f001bd45134943c1" providerId="LiveId" clId="{B667A64A-E2D8-450E-BE9E-DF564E47E9E7}" dt="2024-10-31T04:23:07.863" v="2464"/>
          <ac:picMkLst>
            <pc:docMk/>
            <pc:sldMk cId="2469374573" sldId="324"/>
            <ac:picMk id="5" creationId="{6ECADDEC-216B-7795-2D4F-8286E11121D3}"/>
          </ac:picMkLst>
        </pc:picChg>
        <pc:cxnChg chg="add mod">
          <ac:chgData name="7 Town" userId="f001bd45134943c1" providerId="LiveId" clId="{B667A64A-E2D8-450E-BE9E-DF564E47E9E7}" dt="2024-10-31T04:23:28.560" v="2514" actId="1036"/>
          <ac:cxnSpMkLst>
            <pc:docMk/>
            <pc:sldMk cId="2469374573" sldId="324"/>
            <ac:cxnSpMk id="6" creationId="{B155EAAE-49D2-41AB-AAF8-282C743CE754}"/>
          </ac:cxnSpMkLst>
        </pc:cxnChg>
      </pc:sldChg>
      <pc:sldChg chg="addSp modSp add mod">
        <pc:chgData name="7 Town" userId="f001bd45134943c1" providerId="LiveId" clId="{B667A64A-E2D8-450E-BE9E-DF564E47E9E7}" dt="2024-10-31T04:28:50.599" v="2931" actId="20577"/>
        <pc:sldMkLst>
          <pc:docMk/>
          <pc:sldMk cId="3996728076" sldId="325"/>
        </pc:sldMkLst>
        <pc:spChg chg="add mod">
          <ac:chgData name="7 Town" userId="f001bd45134943c1" providerId="LiveId" clId="{B667A64A-E2D8-450E-BE9E-DF564E47E9E7}" dt="2024-10-31T04:27:03.012" v="2885" actId="1037"/>
          <ac:spMkLst>
            <pc:docMk/>
            <pc:sldMk cId="3996728076" sldId="325"/>
            <ac:spMk id="2" creationId="{45A37996-357D-A66F-0C88-C2783AF7C318}"/>
          </ac:spMkLst>
        </pc:spChg>
        <pc:spChg chg="add mod">
          <ac:chgData name="7 Town" userId="f001bd45134943c1" providerId="LiveId" clId="{B667A64A-E2D8-450E-BE9E-DF564E47E9E7}" dt="2024-10-31T04:28:50.599" v="2931" actId="20577"/>
          <ac:spMkLst>
            <pc:docMk/>
            <pc:sldMk cId="3996728076" sldId="325"/>
            <ac:spMk id="3" creationId="{F4003A4D-C1F3-D7B2-12DF-8196AEF56053}"/>
          </ac:spMkLst>
        </pc:spChg>
        <pc:spChg chg="add mod">
          <ac:chgData name="7 Town" userId="f001bd45134943c1" providerId="LiveId" clId="{B667A64A-E2D8-450E-BE9E-DF564E47E9E7}" dt="2024-10-31T04:26:59.303" v="2868" actId="1037"/>
          <ac:spMkLst>
            <pc:docMk/>
            <pc:sldMk cId="3996728076" sldId="325"/>
            <ac:spMk id="4" creationId="{64630FC1-1BC7-CF0A-E89C-88F6B1D6BA8C}"/>
          </ac:spMkLst>
        </pc:spChg>
        <pc:picChg chg="add mod">
          <ac:chgData name="7 Town" userId="f001bd45134943c1" providerId="LiveId" clId="{B667A64A-E2D8-450E-BE9E-DF564E47E9E7}" dt="2024-10-31T04:25:50.655" v="2676"/>
          <ac:picMkLst>
            <pc:docMk/>
            <pc:sldMk cId="3996728076" sldId="325"/>
            <ac:picMk id="5" creationId="{C66D5615-33B4-DFF2-D88B-C65EAC4A6CFF}"/>
          </ac:picMkLst>
        </pc:picChg>
        <pc:cxnChg chg="add mod">
          <ac:chgData name="7 Town" userId="f001bd45134943c1" providerId="LiveId" clId="{B667A64A-E2D8-450E-BE9E-DF564E47E9E7}" dt="2024-10-31T04:26:47.106" v="2712" actId="1036"/>
          <ac:cxnSpMkLst>
            <pc:docMk/>
            <pc:sldMk cId="3996728076" sldId="325"/>
            <ac:cxnSpMk id="6" creationId="{5BA1FD3B-86BA-613F-9EE0-C50558EAACE2}"/>
          </ac:cxnSpMkLst>
        </pc:cxnChg>
      </pc:sldChg>
      <pc:sldChg chg="addSp modSp add mod">
        <pc:chgData name="7 Town" userId="f001bd45134943c1" providerId="LiveId" clId="{B667A64A-E2D8-450E-BE9E-DF564E47E9E7}" dt="2024-10-31T05:55:41.391" v="3437" actId="1076"/>
        <pc:sldMkLst>
          <pc:docMk/>
          <pc:sldMk cId="263339845" sldId="326"/>
        </pc:sldMkLst>
        <pc:spChg chg="add mod">
          <ac:chgData name="7 Town" userId="f001bd45134943c1" providerId="LiveId" clId="{B667A64A-E2D8-450E-BE9E-DF564E47E9E7}" dt="2024-10-31T05:55:41.391" v="3437" actId="1076"/>
          <ac:spMkLst>
            <pc:docMk/>
            <pc:sldMk cId="263339845" sldId="326"/>
            <ac:spMk id="2" creationId="{D92B0829-0959-D900-FC04-D200613F57D5}"/>
          </ac:spMkLst>
        </pc:spChg>
        <pc:spChg chg="mod">
          <ac:chgData name="7 Town" userId="f001bd45134943c1" providerId="LiveId" clId="{B667A64A-E2D8-450E-BE9E-DF564E47E9E7}" dt="2024-10-31T04:38:14.888" v="3018" actId="20577"/>
          <ac:spMkLst>
            <pc:docMk/>
            <pc:sldMk cId="263339845" sldId="326"/>
            <ac:spMk id="22" creationId="{D675F9D5-8AFE-5568-ACDE-2D589AB3DC32}"/>
          </ac:spMkLst>
        </pc:spChg>
        <pc:spChg chg="mod">
          <ac:chgData name="7 Town" userId="f001bd45134943c1" providerId="LiveId" clId="{B667A64A-E2D8-450E-BE9E-DF564E47E9E7}" dt="2024-10-31T04:38:17.957" v="3026" actId="20577"/>
          <ac:spMkLst>
            <pc:docMk/>
            <pc:sldMk cId="263339845" sldId="326"/>
            <ac:spMk id="23" creationId="{EB0BBDDB-79F8-AD89-490F-7E1039E013E8}"/>
          </ac:spMkLst>
        </pc:spChg>
        <pc:cxnChg chg="mod">
          <ac:chgData name="7 Town" userId="f001bd45134943c1" providerId="LiveId" clId="{B667A64A-E2D8-450E-BE9E-DF564E47E9E7}" dt="2024-10-31T04:38:17.957" v="3026" actId="20577"/>
          <ac:cxnSpMkLst>
            <pc:docMk/>
            <pc:sldMk cId="263339845" sldId="326"/>
            <ac:cxnSpMk id="17" creationId="{9D245F38-5734-ABAF-1175-1253699BEFAD}"/>
          </ac:cxnSpMkLst>
        </pc:cxnChg>
      </pc:sldChg>
      <pc:sldChg chg="add del">
        <pc:chgData name="7 Town" userId="f001bd45134943c1" providerId="LiveId" clId="{B667A64A-E2D8-450E-BE9E-DF564E47E9E7}" dt="2024-10-31T04:34:50.118" v="2983" actId="47"/>
        <pc:sldMkLst>
          <pc:docMk/>
          <pc:sldMk cId="1595179220" sldId="327"/>
        </pc:sldMkLst>
      </pc:sldChg>
      <pc:sldChg chg="delSp modSp add mod">
        <pc:chgData name="7 Town" userId="f001bd45134943c1" providerId="LiveId" clId="{B667A64A-E2D8-450E-BE9E-DF564E47E9E7}" dt="2024-10-31T04:29:54.990" v="2949" actId="13822"/>
        <pc:sldMkLst>
          <pc:docMk/>
          <pc:sldMk cId="276932087" sldId="328"/>
        </pc:sldMkLst>
        <pc:spChg chg="mod">
          <ac:chgData name="7 Town" userId="f001bd45134943c1" providerId="LiveId" clId="{B667A64A-E2D8-450E-BE9E-DF564E47E9E7}" dt="2024-10-31T04:29:45.370" v="2947" actId="20577"/>
          <ac:spMkLst>
            <pc:docMk/>
            <pc:sldMk cId="276932087" sldId="328"/>
            <ac:spMk id="22" creationId="{B9E9AEFA-5B20-81CB-A593-83BF62E7181A}"/>
          </ac:spMkLst>
        </pc:spChg>
        <pc:spChg chg="mod">
          <ac:chgData name="7 Town" userId="f001bd45134943c1" providerId="LiveId" clId="{B667A64A-E2D8-450E-BE9E-DF564E47E9E7}" dt="2024-10-31T04:29:43.308" v="2945" actId="20577"/>
          <ac:spMkLst>
            <pc:docMk/>
            <pc:sldMk cId="276932087" sldId="328"/>
            <ac:spMk id="23" creationId="{EAC67820-8743-943F-BC0D-CA6245B50ACF}"/>
          </ac:spMkLst>
        </pc:spChg>
        <pc:cxnChg chg="mod">
          <ac:chgData name="7 Town" userId="f001bd45134943c1" providerId="LiveId" clId="{B667A64A-E2D8-450E-BE9E-DF564E47E9E7}" dt="2024-10-31T04:29:54.990" v="2949" actId="13822"/>
          <ac:cxnSpMkLst>
            <pc:docMk/>
            <pc:sldMk cId="276932087" sldId="328"/>
            <ac:cxnSpMk id="6" creationId="{974CD0D9-EF1A-80CF-8720-CD6BC2FDE9B5}"/>
          </ac:cxnSpMkLst>
        </pc:cxnChg>
        <pc:cxnChg chg="mod">
          <ac:chgData name="7 Town" userId="f001bd45134943c1" providerId="LiveId" clId="{B667A64A-E2D8-450E-BE9E-DF564E47E9E7}" dt="2024-10-31T04:29:43.308" v="2945" actId="20577"/>
          <ac:cxnSpMkLst>
            <pc:docMk/>
            <pc:sldMk cId="276932087" sldId="328"/>
            <ac:cxnSpMk id="17" creationId="{62F52D68-E1AE-1C21-91EC-8400B95CC6CE}"/>
          </ac:cxnSpMkLst>
        </pc:cxnChg>
        <pc:cxnChg chg="del">
          <ac:chgData name="7 Town" userId="f001bd45134943c1" providerId="LiveId" clId="{B667A64A-E2D8-450E-BE9E-DF564E47E9E7}" dt="2024-10-31T04:29:48.154" v="2948" actId="478"/>
          <ac:cxnSpMkLst>
            <pc:docMk/>
            <pc:sldMk cId="276932087" sldId="328"/>
            <ac:cxnSpMk id="50" creationId="{283CF38D-5745-B537-F989-C58B1A3DA7D9}"/>
          </ac:cxnSpMkLst>
        </pc:cxnChg>
      </pc:sldChg>
      <pc:sldChg chg="modSp add mod">
        <pc:chgData name="7 Town" userId="f001bd45134943c1" providerId="LiveId" clId="{B667A64A-E2D8-450E-BE9E-DF564E47E9E7}" dt="2024-10-31T04:37:46.657" v="3013" actId="108"/>
        <pc:sldMkLst>
          <pc:docMk/>
          <pc:sldMk cId="573340447" sldId="329"/>
        </pc:sldMkLst>
        <pc:spChg chg="mod">
          <ac:chgData name="7 Town" userId="f001bd45134943c1" providerId="LiveId" clId="{B667A64A-E2D8-450E-BE9E-DF564E47E9E7}" dt="2024-10-31T04:36:17.266" v="2988" actId="108"/>
          <ac:spMkLst>
            <pc:docMk/>
            <pc:sldMk cId="573340447" sldId="329"/>
            <ac:spMk id="4" creationId="{7ABBBEFD-6DC6-346E-BECF-9DED7BE8627B}"/>
          </ac:spMkLst>
        </pc:spChg>
        <pc:spChg chg="mod">
          <ac:chgData name="7 Town" userId="f001bd45134943c1" providerId="LiveId" clId="{B667A64A-E2D8-450E-BE9E-DF564E47E9E7}" dt="2024-10-31T04:37:46.657" v="3013" actId="108"/>
          <ac:spMkLst>
            <pc:docMk/>
            <pc:sldMk cId="573340447" sldId="329"/>
            <ac:spMk id="6" creationId="{6B9173BD-0BB4-6928-EC45-BB4EFC52D821}"/>
          </ac:spMkLst>
        </pc:spChg>
        <pc:spChg chg="mod">
          <ac:chgData name="7 Town" userId="f001bd45134943c1" providerId="LiveId" clId="{B667A64A-E2D8-450E-BE9E-DF564E47E9E7}" dt="2024-10-31T04:37:46.175" v="3012" actId="108"/>
          <ac:spMkLst>
            <pc:docMk/>
            <pc:sldMk cId="573340447" sldId="329"/>
            <ac:spMk id="7" creationId="{B711BC3E-F815-5BE5-5D4C-22257DE977F0}"/>
          </ac:spMkLst>
        </pc:spChg>
        <pc:spChg chg="mod">
          <ac:chgData name="7 Town" userId="f001bd45134943c1" providerId="LiveId" clId="{B667A64A-E2D8-450E-BE9E-DF564E47E9E7}" dt="2024-10-31T04:37:45.492" v="3011" actId="108"/>
          <ac:spMkLst>
            <pc:docMk/>
            <pc:sldMk cId="573340447" sldId="329"/>
            <ac:spMk id="46" creationId="{C732FC5E-BBD3-6C9F-5BC7-1CCE0C11DED9}"/>
          </ac:spMkLst>
        </pc:spChg>
        <pc:spChg chg="mod">
          <ac:chgData name="7 Town" userId="f001bd45134943c1" providerId="LiveId" clId="{B667A64A-E2D8-450E-BE9E-DF564E47E9E7}" dt="2024-10-31T04:36:17.975" v="2989" actId="108"/>
          <ac:spMkLst>
            <pc:docMk/>
            <pc:sldMk cId="573340447" sldId="329"/>
            <ac:spMk id="47" creationId="{ACB8D59B-D438-675E-66F7-D75B84CC72FA}"/>
          </ac:spMkLst>
        </pc:spChg>
        <pc:spChg chg="mod">
          <ac:chgData name="7 Town" userId="f001bd45134943c1" providerId="LiveId" clId="{B667A64A-E2D8-450E-BE9E-DF564E47E9E7}" dt="2024-10-31T04:36:16.681" v="2987" actId="108"/>
          <ac:spMkLst>
            <pc:docMk/>
            <pc:sldMk cId="573340447" sldId="329"/>
            <ac:spMk id="53" creationId="{4AA39C2A-5355-554D-2ED4-1D35FE782F0B}"/>
          </ac:spMkLst>
        </pc:spChg>
      </pc:sldChg>
      <pc:sldChg chg="modSp add mod">
        <pc:chgData name="7 Town" userId="f001bd45134943c1" providerId="LiveId" clId="{B667A64A-E2D8-450E-BE9E-DF564E47E9E7}" dt="2024-10-31T04:37:42.048" v="3010" actId="108"/>
        <pc:sldMkLst>
          <pc:docMk/>
          <pc:sldMk cId="3732478487" sldId="330"/>
        </pc:sldMkLst>
        <pc:spChg chg="mod">
          <ac:chgData name="7 Town" userId="f001bd45134943c1" providerId="LiveId" clId="{B667A64A-E2D8-450E-BE9E-DF564E47E9E7}" dt="2024-10-31T04:37:02.965" v="2995" actId="108"/>
          <ac:spMkLst>
            <pc:docMk/>
            <pc:sldMk cId="3732478487" sldId="330"/>
            <ac:spMk id="4" creationId="{1D44B969-BC03-7B5E-C3CD-5C3B994B0C4C}"/>
          </ac:spMkLst>
        </pc:spChg>
        <pc:spChg chg="mod">
          <ac:chgData name="7 Town" userId="f001bd45134943c1" providerId="LiveId" clId="{B667A64A-E2D8-450E-BE9E-DF564E47E9E7}" dt="2024-10-31T04:37:41.088" v="3009" actId="108"/>
          <ac:spMkLst>
            <pc:docMk/>
            <pc:sldMk cId="3732478487" sldId="330"/>
            <ac:spMk id="6" creationId="{7913C036-A30A-2698-D349-947A086E872F}"/>
          </ac:spMkLst>
        </pc:spChg>
        <pc:spChg chg="mod">
          <ac:chgData name="7 Town" userId="f001bd45134943c1" providerId="LiveId" clId="{B667A64A-E2D8-450E-BE9E-DF564E47E9E7}" dt="2024-10-31T04:37:42.048" v="3010" actId="108"/>
          <ac:spMkLst>
            <pc:docMk/>
            <pc:sldMk cId="3732478487" sldId="330"/>
            <ac:spMk id="7" creationId="{F8DBFC6D-9ABF-2F9C-916B-0B06E72A9C29}"/>
          </ac:spMkLst>
        </pc:spChg>
        <pc:spChg chg="mod">
          <ac:chgData name="7 Town" userId="f001bd45134943c1" providerId="LiveId" clId="{B667A64A-E2D8-450E-BE9E-DF564E47E9E7}" dt="2024-10-31T04:37:40.342" v="3008" actId="108"/>
          <ac:spMkLst>
            <pc:docMk/>
            <pc:sldMk cId="3732478487" sldId="330"/>
            <ac:spMk id="9" creationId="{819DE4F0-DB4C-FFE3-6D37-5589A076DDF9}"/>
          </ac:spMkLst>
        </pc:spChg>
        <pc:spChg chg="mod">
          <ac:chgData name="7 Town" userId="f001bd45134943c1" providerId="LiveId" clId="{B667A64A-E2D8-450E-BE9E-DF564E47E9E7}" dt="2024-10-31T04:37:01.387" v="2993" actId="108"/>
          <ac:spMkLst>
            <pc:docMk/>
            <pc:sldMk cId="3732478487" sldId="330"/>
            <ac:spMk id="33" creationId="{B4BEE89F-CD69-75A9-98CF-622D6571E8B2}"/>
          </ac:spMkLst>
        </pc:spChg>
        <pc:spChg chg="mod">
          <ac:chgData name="7 Town" userId="f001bd45134943c1" providerId="LiveId" clId="{B667A64A-E2D8-450E-BE9E-DF564E47E9E7}" dt="2024-10-31T04:37:02.246" v="2994" actId="108"/>
          <ac:spMkLst>
            <pc:docMk/>
            <pc:sldMk cId="3732478487" sldId="330"/>
            <ac:spMk id="53" creationId="{023F8116-C713-9A16-D0AC-8AB61C883513}"/>
          </ac:spMkLst>
        </pc:spChg>
      </pc:sldChg>
      <pc:sldChg chg="modSp add mod">
        <pc:chgData name="7 Town" userId="f001bd45134943c1" providerId="LiveId" clId="{B667A64A-E2D8-450E-BE9E-DF564E47E9E7}" dt="2024-10-31T04:37:35.379" v="3007" actId="108"/>
        <pc:sldMkLst>
          <pc:docMk/>
          <pc:sldMk cId="3493717409" sldId="331"/>
        </pc:sldMkLst>
        <pc:spChg chg="mod">
          <ac:chgData name="7 Town" userId="f001bd45134943c1" providerId="LiveId" clId="{B667A64A-E2D8-450E-BE9E-DF564E47E9E7}" dt="2024-10-31T04:37:09.795" v="2998" actId="108"/>
          <ac:spMkLst>
            <pc:docMk/>
            <pc:sldMk cId="3493717409" sldId="331"/>
            <ac:spMk id="4" creationId="{61BE36B5-0CA0-7D29-9EC8-D58FDCE29C20}"/>
          </ac:spMkLst>
        </pc:spChg>
        <pc:spChg chg="mod">
          <ac:chgData name="7 Town" userId="f001bd45134943c1" providerId="LiveId" clId="{B667A64A-E2D8-450E-BE9E-DF564E47E9E7}" dt="2024-10-31T04:37:35.379" v="3007" actId="108"/>
          <ac:spMkLst>
            <pc:docMk/>
            <pc:sldMk cId="3493717409" sldId="331"/>
            <ac:spMk id="7" creationId="{513CD25D-FC5A-2BE0-310D-548D39F70873}"/>
          </ac:spMkLst>
        </pc:spChg>
        <pc:spChg chg="mod">
          <ac:chgData name="7 Town" userId="f001bd45134943c1" providerId="LiveId" clId="{B667A64A-E2D8-450E-BE9E-DF564E47E9E7}" dt="2024-10-31T04:37:34.299" v="3005" actId="108"/>
          <ac:spMkLst>
            <pc:docMk/>
            <pc:sldMk cId="3493717409" sldId="331"/>
            <ac:spMk id="9" creationId="{2CC9878B-22DB-A006-1532-80FD9ED97990}"/>
          </ac:spMkLst>
        </pc:spChg>
        <pc:spChg chg="mod">
          <ac:chgData name="7 Town" userId="f001bd45134943c1" providerId="LiveId" clId="{B667A64A-E2D8-450E-BE9E-DF564E47E9E7}" dt="2024-10-31T04:37:07.857" v="2996" actId="108"/>
          <ac:spMkLst>
            <pc:docMk/>
            <pc:sldMk cId="3493717409" sldId="331"/>
            <ac:spMk id="33" creationId="{0CFABB36-82E9-B5D4-47C0-7DA5966F9029}"/>
          </ac:spMkLst>
        </pc:spChg>
        <pc:spChg chg="mod">
          <ac:chgData name="7 Town" userId="f001bd45134943c1" providerId="LiveId" clId="{B667A64A-E2D8-450E-BE9E-DF564E47E9E7}" dt="2024-10-31T04:37:34.809" v="3006" actId="108"/>
          <ac:spMkLst>
            <pc:docMk/>
            <pc:sldMk cId="3493717409" sldId="331"/>
            <ac:spMk id="46" creationId="{DBD1FC79-A536-2AD7-448C-0A26BBD0F70B}"/>
          </ac:spMkLst>
        </pc:spChg>
        <pc:spChg chg="mod">
          <ac:chgData name="7 Town" userId="f001bd45134943c1" providerId="LiveId" clId="{B667A64A-E2D8-450E-BE9E-DF564E47E9E7}" dt="2024-10-31T04:37:08.406" v="2997" actId="108"/>
          <ac:spMkLst>
            <pc:docMk/>
            <pc:sldMk cId="3493717409" sldId="331"/>
            <ac:spMk id="47" creationId="{C6818659-706B-1ADB-69CF-B5640AC84B19}"/>
          </ac:spMkLst>
        </pc:spChg>
      </pc:sldChg>
      <pc:sldChg chg="modSp add mod">
        <pc:chgData name="7 Town" userId="f001bd45134943c1" providerId="LiveId" clId="{B667A64A-E2D8-450E-BE9E-DF564E47E9E7}" dt="2024-10-31T04:37:31.101" v="3004" actId="108"/>
        <pc:sldMkLst>
          <pc:docMk/>
          <pc:sldMk cId="2478664289" sldId="332"/>
        </pc:sldMkLst>
        <pc:spChg chg="mod">
          <ac:chgData name="7 Town" userId="f001bd45134943c1" providerId="LiveId" clId="{B667A64A-E2D8-450E-BE9E-DF564E47E9E7}" dt="2024-10-31T04:37:30.297" v="3003" actId="108"/>
          <ac:spMkLst>
            <pc:docMk/>
            <pc:sldMk cId="2478664289" sldId="332"/>
            <ac:spMk id="6" creationId="{7FAB3A35-BE4D-F88E-A4FC-CF6BCEBD7124}"/>
          </ac:spMkLst>
        </pc:spChg>
        <pc:spChg chg="mod">
          <ac:chgData name="7 Town" userId="f001bd45134943c1" providerId="LiveId" clId="{B667A64A-E2D8-450E-BE9E-DF564E47E9E7}" dt="2024-10-31T04:37:29.234" v="3002" actId="108"/>
          <ac:spMkLst>
            <pc:docMk/>
            <pc:sldMk cId="2478664289" sldId="332"/>
            <ac:spMk id="9" creationId="{99703339-FF09-0B17-75A3-223FE56C5388}"/>
          </ac:spMkLst>
        </pc:spChg>
        <pc:spChg chg="mod">
          <ac:chgData name="7 Town" userId="f001bd45134943c1" providerId="LiveId" clId="{B667A64A-E2D8-450E-BE9E-DF564E47E9E7}" dt="2024-10-31T04:37:14.030" v="2999" actId="108"/>
          <ac:spMkLst>
            <pc:docMk/>
            <pc:sldMk cId="2478664289" sldId="332"/>
            <ac:spMk id="33" creationId="{38D51B49-9666-3CA3-74B6-65B9611F1BA8}"/>
          </ac:spMkLst>
        </pc:spChg>
        <pc:spChg chg="mod">
          <ac:chgData name="7 Town" userId="f001bd45134943c1" providerId="LiveId" clId="{B667A64A-E2D8-450E-BE9E-DF564E47E9E7}" dt="2024-10-31T04:37:31.101" v="3004" actId="108"/>
          <ac:spMkLst>
            <pc:docMk/>
            <pc:sldMk cId="2478664289" sldId="332"/>
            <ac:spMk id="46" creationId="{0394CDB4-0082-D247-6501-2D8761AE1E39}"/>
          </ac:spMkLst>
        </pc:spChg>
        <pc:spChg chg="mod">
          <ac:chgData name="7 Town" userId="f001bd45134943c1" providerId="LiveId" clId="{B667A64A-E2D8-450E-BE9E-DF564E47E9E7}" dt="2024-10-31T04:37:15.947" v="3001" actId="108"/>
          <ac:spMkLst>
            <pc:docMk/>
            <pc:sldMk cId="2478664289" sldId="332"/>
            <ac:spMk id="47" creationId="{F27E38FC-4BC9-740B-C97E-569781F33381}"/>
          </ac:spMkLst>
        </pc:spChg>
        <pc:spChg chg="mod">
          <ac:chgData name="7 Town" userId="f001bd45134943c1" providerId="LiveId" clId="{B667A64A-E2D8-450E-BE9E-DF564E47E9E7}" dt="2024-10-31T04:37:15.084" v="3000" actId="108"/>
          <ac:spMkLst>
            <pc:docMk/>
            <pc:sldMk cId="2478664289" sldId="332"/>
            <ac:spMk id="53" creationId="{78103C9F-A80A-E3B7-9578-F61D3A857D71}"/>
          </ac:spMkLst>
        </pc:spChg>
      </pc:sldChg>
    </pc:docChg>
  </pc:docChgLst>
  <pc:docChgLst>
    <pc:chgData name="7 Town" userId="f001bd45134943c1" providerId="LiveId" clId="{1AA3D7FF-3EBB-46D1-A363-977F47C8B3C7}"/>
    <pc:docChg chg="custSel modSld">
      <pc:chgData name="7 Town" userId="f001bd45134943c1" providerId="LiveId" clId="{1AA3D7FF-3EBB-46D1-A363-977F47C8B3C7}" dt="2024-10-16T06:00:04.817" v="45" actId="20577"/>
      <pc:docMkLst>
        <pc:docMk/>
      </pc:docMkLst>
      <pc:sldChg chg="delSp modSp mod">
        <pc:chgData name="7 Town" userId="f001bd45134943c1" providerId="LiveId" clId="{1AA3D7FF-3EBB-46D1-A363-977F47C8B3C7}" dt="2024-10-16T05:51:49.162" v="1" actId="478"/>
        <pc:sldMkLst>
          <pc:docMk/>
          <pc:sldMk cId="0" sldId="271"/>
        </pc:sldMkLst>
        <pc:spChg chg="del mod">
          <ac:chgData name="7 Town" userId="f001bd45134943c1" providerId="LiveId" clId="{1AA3D7FF-3EBB-46D1-A363-977F47C8B3C7}" dt="2024-10-16T05:51:49.162" v="1" actId="478"/>
          <ac:spMkLst>
            <pc:docMk/>
            <pc:sldMk cId="0" sldId="271"/>
            <ac:spMk id="75" creationId="{00000000-0000-0000-0000-000000000000}"/>
          </ac:spMkLst>
        </pc:spChg>
      </pc:sldChg>
      <pc:sldChg chg="modSp mod">
        <pc:chgData name="7 Town" userId="f001bd45134943c1" providerId="LiveId" clId="{1AA3D7FF-3EBB-46D1-A363-977F47C8B3C7}" dt="2024-10-16T06:00:04.817" v="45" actId="20577"/>
        <pc:sldMkLst>
          <pc:docMk/>
          <pc:sldMk cId="0" sldId="284"/>
        </pc:sldMkLst>
        <pc:spChg chg="mod">
          <ac:chgData name="7 Town" userId="f001bd45134943c1" providerId="LiveId" clId="{1AA3D7FF-3EBB-46D1-A363-977F47C8B3C7}" dt="2024-10-16T06:00:04.817" v="45" actId="20577"/>
          <ac:spMkLst>
            <pc:docMk/>
            <pc:sldMk cId="0" sldId="284"/>
            <ac:spMk id="32" creationId="{00000000-0000-0000-0000-000000000000}"/>
          </ac:spMkLst>
        </pc:spChg>
      </pc:sldChg>
    </pc:docChg>
  </pc:docChgLst>
  <pc:docChgLst>
    <pc:chgData name="7 Town" userId="f001bd45134943c1" providerId="LiveId" clId="{6E93F4F6-B0BC-4B01-BE77-9B9B01CAAEED}"/>
    <pc:docChg chg="undo custSel addSld delSld modSld sldOrd modSection">
      <pc:chgData name="7 Town" userId="f001bd45134943c1" providerId="LiveId" clId="{6E93F4F6-B0BC-4B01-BE77-9B9B01CAAEED}" dt="2024-10-14T07:04:45.207" v="1103" actId="47"/>
      <pc:docMkLst>
        <pc:docMk/>
      </pc:docMkLst>
      <pc:sldChg chg="delSp modSp mod">
        <pc:chgData name="7 Town" userId="f001bd45134943c1" providerId="LiveId" clId="{6E93F4F6-B0BC-4B01-BE77-9B9B01CAAEED}" dt="2024-10-14T06:47:24.273" v="224" actId="1035"/>
        <pc:sldMkLst>
          <pc:docMk/>
          <pc:sldMk cId="0" sldId="256"/>
        </pc:sldMkLst>
        <pc:spChg chg="mod">
          <ac:chgData name="7 Town" userId="f001bd45134943c1" providerId="LiveId" clId="{6E93F4F6-B0BC-4B01-BE77-9B9B01CAAEED}" dt="2024-10-14T06:44:18.151" v="50" actId="1076"/>
          <ac:spMkLst>
            <pc:docMk/>
            <pc:sldMk cId="0" sldId="256"/>
            <ac:spMk id="5" creationId="{00000000-0000-0000-0000-000000000000}"/>
          </ac:spMkLst>
        </pc:spChg>
        <pc:spChg chg="del">
          <ac:chgData name="7 Town" userId="f001bd45134943c1" providerId="LiveId" clId="{6E93F4F6-B0BC-4B01-BE77-9B9B01CAAEED}" dt="2024-10-14T06:47:15.811" v="151" actId="478"/>
          <ac:spMkLst>
            <pc:docMk/>
            <pc:sldMk cId="0" sldId="256"/>
            <ac:spMk id="6" creationId="{00000000-0000-0000-0000-000000000000}"/>
          </ac:spMkLst>
        </pc:spChg>
        <pc:spChg chg="del">
          <ac:chgData name="7 Town" userId="f001bd45134943c1" providerId="LiveId" clId="{6E93F4F6-B0BC-4B01-BE77-9B9B01CAAEED}" dt="2024-10-14T06:47:15.811" v="151" actId="478"/>
          <ac:spMkLst>
            <pc:docMk/>
            <pc:sldMk cId="0" sldId="256"/>
            <ac:spMk id="7" creationId="{00000000-0000-0000-0000-000000000000}"/>
          </ac:spMkLst>
        </pc:spChg>
        <pc:spChg chg="del">
          <ac:chgData name="7 Town" userId="f001bd45134943c1" providerId="LiveId" clId="{6E93F4F6-B0BC-4B01-BE77-9B9B01CAAEED}" dt="2024-10-14T06:47:15.811" v="151" actId="478"/>
          <ac:spMkLst>
            <pc:docMk/>
            <pc:sldMk cId="0" sldId="256"/>
            <ac:spMk id="8" creationId="{00000000-0000-0000-0000-000000000000}"/>
          </ac:spMkLst>
        </pc:spChg>
        <pc:spChg chg="del">
          <ac:chgData name="7 Town" userId="f001bd45134943c1" providerId="LiveId" clId="{6E93F4F6-B0BC-4B01-BE77-9B9B01CAAEED}" dt="2024-10-14T06:47:15.811" v="151" actId="478"/>
          <ac:spMkLst>
            <pc:docMk/>
            <pc:sldMk cId="0" sldId="256"/>
            <ac:spMk id="9" creationId="{00000000-0000-0000-0000-000000000000}"/>
          </ac:spMkLst>
        </pc:spChg>
        <pc:spChg chg="del">
          <ac:chgData name="7 Town" userId="f001bd45134943c1" providerId="LiveId" clId="{6E93F4F6-B0BC-4B01-BE77-9B9B01CAAEED}" dt="2024-10-14T06:47:15.811" v="151" actId="478"/>
          <ac:spMkLst>
            <pc:docMk/>
            <pc:sldMk cId="0" sldId="256"/>
            <ac:spMk id="10" creationId="{00000000-0000-0000-0000-000000000000}"/>
          </ac:spMkLst>
        </pc:spChg>
        <pc:spChg chg="del">
          <ac:chgData name="7 Town" userId="f001bd45134943c1" providerId="LiveId" clId="{6E93F4F6-B0BC-4B01-BE77-9B9B01CAAEED}" dt="2024-10-14T06:47:15.811" v="151" actId="478"/>
          <ac:spMkLst>
            <pc:docMk/>
            <pc:sldMk cId="0" sldId="256"/>
            <ac:spMk id="11" creationId="{00000000-0000-0000-0000-000000000000}"/>
          </ac:spMkLst>
        </pc:spChg>
        <pc:spChg chg="mod">
          <ac:chgData name="7 Town" userId="f001bd45134943c1" providerId="LiveId" clId="{6E93F4F6-B0BC-4B01-BE77-9B9B01CAAEED}" dt="2024-10-14T06:47:24.273" v="224" actId="1035"/>
          <ac:spMkLst>
            <pc:docMk/>
            <pc:sldMk cId="0" sldId="256"/>
            <ac:spMk id="15" creationId="{00000000-0000-0000-0000-000000000000}"/>
          </ac:spMkLst>
        </pc:spChg>
        <pc:spChg chg="mod">
          <ac:chgData name="7 Town" userId="f001bd45134943c1" providerId="LiveId" clId="{6E93F4F6-B0BC-4B01-BE77-9B9B01CAAEED}" dt="2024-10-14T06:47:24.273" v="224" actId="1035"/>
          <ac:spMkLst>
            <pc:docMk/>
            <pc:sldMk cId="0" sldId="256"/>
            <ac:spMk id="16" creationId="{00000000-0000-0000-0000-000000000000}"/>
          </ac:spMkLst>
        </pc:spChg>
        <pc:spChg chg="mod">
          <ac:chgData name="7 Town" userId="f001bd45134943c1" providerId="LiveId" clId="{6E93F4F6-B0BC-4B01-BE77-9B9B01CAAEED}" dt="2024-10-14T06:47:24.273" v="224" actId="1035"/>
          <ac:spMkLst>
            <pc:docMk/>
            <pc:sldMk cId="0" sldId="256"/>
            <ac:spMk id="17" creationId="{00000000-0000-0000-0000-000000000000}"/>
          </ac:spMkLst>
        </pc:spChg>
        <pc:spChg chg="mod">
          <ac:chgData name="7 Town" userId="f001bd45134943c1" providerId="LiveId" clId="{6E93F4F6-B0BC-4B01-BE77-9B9B01CAAEED}" dt="2024-10-14T06:47:24.273" v="224" actId="1035"/>
          <ac:spMkLst>
            <pc:docMk/>
            <pc:sldMk cId="0" sldId="256"/>
            <ac:spMk id="34" creationId="{00000000-0000-0000-0000-000000000000}"/>
          </ac:spMkLst>
        </pc:spChg>
        <pc:picChg chg="mod">
          <ac:chgData name="7 Town" userId="f001bd45134943c1" providerId="LiveId" clId="{6E93F4F6-B0BC-4B01-BE77-9B9B01CAAEED}" dt="2024-10-14T06:47:24.273" v="224" actId="1035"/>
          <ac:picMkLst>
            <pc:docMk/>
            <pc:sldMk cId="0" sldId="256"/>
            <ac:picMk id="14" creationId="{00000000-0000-0000-0000-000000000000}"/>
          </ac:picMkLst>
        </pc:picChg>
        <pc:cxnChg chg="mod">
          <ac:chgData name="7 Town" userId="f001bd45134943c1" providerId="LiveId" clId="{6E93F4F6-B0BC-4B01-BE77-9B9B01CAAEED}" dt="2024-10-14T06:47:24.273" v="224" actId="1035"/>
          <ac:cxnSpMkLst>
            <pc:docMk/>
            <pc:sldMk cId="0" sldId="256"/>
            <ac:cxnSpMk id="30" creationId="{00000000-0000-0000-0000-000000000000}"/>
          </ac:cxnSpMkLst>
        </pc:cxnChg>
      </pc:sldChg>
      <pc:sldChg chg="addSp delSp modSp mod">
        <pc:chgData name="7 Town" userId="f001bd45134943c1" providerId="LiveId" clId="{6E93F4F6-B0BC-4B01-BE77-9B9B01CAAEED}" dt="2024-10-14T07:02:18.887" v="1083" actId="1036"/>
        <pc:sldMkLst>
          <pc:docMk/>
          <pc:sldMk cId="0" sldId="257"/>
        </pc:sldMkLst>
        <pc:spChg chg="add mod">
          <ac:chgData name="7 Town" userId="f001bd45134943c1" providerId="LiveId" clId="{6E93F4F6-B0BC-4B01-BE77-9B9B01CAAEED}" dt="2024-10-14T07:02:12.449" v="1062" actId="1036"/>
          <ac:spMkLst>
            <pc:docMk/>
            <pc:sldMk cId="0" sldId="257"/>
            <ac:spMk id="4" creationId="{C9EEF9FB-C9D5-9266-7E6B-3A1DD6A920C6}"/>
          </ac:spMkLst>
        </pc:spChg>
        <pc:spChg chg="add mod">
          <ac:chgData name="7 Town" userId="f001bd45134943c1" providerId="LiveId" clId="{6E93F4F6-B0BC-4B01-BE77-9B9B01CAAEED}" dt="2024-10-14T07:02:18.887" v="1083" actId="1036"/>
          <ac:spMkLst>
            <pc:docMk/>
            <pc:sldMk cId="0" sldId="257"/>
            <ac:spMk id="5" creationId="{B27B92D3-414D-A7F6-9BCA-7B59DF14343B}"/>
          </ac:spMkLst>
        </pc:spChg>
        <pc:spChg chg="add mod">
          <ac:chgData name="7 Town" userId="f001bd45134943c1" providerId="LiveId" clId="{6E93F4F6-B0BC-4B01-BE77-9B9B01CAAEED}" dt="2024-10-14T06:55:32.351" v="917" actId="1038"/>
          <ac:spMkLst>
            <pc:docMk/>
            <pc:sldMk cId="0" sldId="257"/>
            <ac:spMk id="6" creationId="{B3D8EAB1-EE61-E053-C989-F95F6E74F818}"/>
          </ac:spMkLst>
        </pc:spChg>
        <pc:spChg chg="add mod">
          <ac:chgData name="7 Town" userId="f001bd45134943c1" providerId="LiveId" clId="{6E93F4F6-B0BC-4B01-BE77-9B9B01CAAEED}" dt="2024-10-14T07:02:12.449" v="1062" actId="1036"/>
          <ac:spMkLst>
            <pc:docMk/>
            <pc:sldMk cId="0" sldId="257"/>
            <ac:spMk id="7" creationId="{1EB7FF0A-DD2B-1D38-A3BE-46B7179C3B17}"/>
          </ac:spMkLst>
        </pc:spChg>
        <pc:spChg chg="add mod">
          <ac:chgData name="7 Town" userId="f001bd45134943c1" providerId="LiveId" clId="{6E93F4F6-B0BC-4B01-BE77-9B9B01CAAEED}" dt="2024-10-14T07:02:18.887" v="1083" actId="1036"/>
          <ac:spMkLst>
            <pc:docMk/>
            <pc:sldMk cId="0" sldId="257"/>
            <ac:spMk id="8" creationId="{F5005FE2-C215-0136-622A-75348B0F1639}"/>
          </ac:spMkLst>
        </pc:spChg>
        <pc:spChg chg="add del mod">
          <ac:chgData name="7 Town" userId="f001bd45134943c1" providerId="LiveId" clId="{6E93F4F6-B0BC-4B01-BE77-9B9B01CAAEED}" dt="2024-10-14T06:54:49.874" v="831" actId="478"/>
          <ac:spMkLst>
            <pc:docMk/>
            <pc:sldMk cId="0" sldId="257"/>
            <ac:spMk id="9" creationId="{9EB6E367-D5D9-4DB3-29C1-DC53765552EF}"/>
          </ac:spMkLst>
        </pc:spChg>
        <pc:spChg chg="add del mod">
          <ac:chgData name="7 Town" userId="f001bd45134943c1" providerId="LiveId" clId="{6E93F4F6-B0BC-4B01-BE77-9B9B01CAAEED}" dt="2024-10-14T06:54:49.874" v="831" actId="478"/>
          <ac:spMkLst>
            <pc:docMk/>
            <pc:sldMk cId="0" sldId="257"/>
            <ac:spMk id="10" creationId="{8D612BE4-6ADE-8F65-C95B-C1B37DEFDC8F}"/>
          </ac:spMkLst>
        </pc:spChg>
        <pc:spChg chg="add del mod">
          <ac:chgData name="7 Town" userId="f001bd45134943c1" providerId="LiveId" clId="{6E93F4F6-B0BC-4B01-BE77-9B9B01CAAEED}" dt="2024-10-14T07:01:50.539" v="1027" actId="478"/>
          <ac:spMkLst>
            <pc:docMk/>
            <pc:sldMk cId="0" sldId="257"/>
            <ac:spMk id="11" creationId="{E6724887-7F59-DD77-53A4-CF373686531D}"/>
          </ac:spMkLst>
        </pc:spChg>
        <pc:spChg chg="add mod">
          <ac:chgData name="7 Town" userId="f001bd45134943c1" providerId="LiveId" clId="{6E93F4F6-B0BC-4B01-BE77-9B9B01CAAEED}" dt="2024-10-14T07:01:27.773" v="1010"/>
          <ac:spMkLst>
            <pc:docMk/>
            <pc:sldMk cId="0" sldId="257"/>
            <ac:spMk id="12" creationId="{CE4890A7-17A5-21ED-7B74-86B1BF30EB9C}"/>
          </ac:spMkLst>
        </pc:spChg>
        <pc:spChg chg="add del mod">
          <ac:chgData name="7 Town" userId="f001bd45134943c1" providerId="LiveId" clId="{6E93F4F6-B0BC-4B01-BE77-9B9B01CAAEED}" dt="2024-10-14T07:01:50.539" v="1027" actId="478"/>
          <ac:spMkLst>
            <pc:docMk/>
            <pc:sldMk cId="0" sldId="257"/>
            <ac:spMk id="13" creationId="{B07E7E85-F27F-4CA7-5D7B-59F450230E08}"/>
          </ac:spMkLst>
        </pc:spChg>
        <pc:spChg chg="mod">
          <ac:chgData name="7 Town" userId="f001bd45134943c1" providerId="LiveId" clId="{6E93F4F6-B0BC-4B01-BE77-9B9B01CAAEED}" dt="2024-10-14T06:55:22.250" v="872" actId="1038"/>
          <ac:spMkLst>
            <pc:docMk/>
            <pc:sldMk cId="0" sldId="257"/>
            <ac:spMk id="31" creationId="{00000000-0000-0000-0000-000000000000}"/>
          </ac:spMkLst>
        </pc:spChg>
        <pc:spChg chg="mod">
          <ac:chgData name="7 Town" userId="f001bd45134943c1" providerId="LiveId" clId="{6E93F4F6-B0BC-4B01-BE77-9B9B01CAAEED}" dt="2024-10-14T06:55:22.250" v="872" actId="1038"/>
          <ac:spMkLst>
            <pc:docMk/>
            <pc:sldMk cId="0" sldId="257"/>
            <ac:spMk id="33" creationId="{00000000-0000-0000-0000-000000000000}"/>
          </ac:spMkLst>
        </pc:spChg>
        <pc:spChg chg="mod">
          <ac:chgData name="7 Town" userId="f001bd45134943c1" providerId="LiveId" clId="{6E93F4F6-B0BC-4B01-BE77-9B9B01CAAEED}" dt="2024-10-14T07:02:12.449" v="1062" actId="1036"/>
          <ac:spMkLst>
            <pc:docMk/>
            <pc:sldMk cId="0" sldId="257"/>
            <ac:spMk id="46" creationId="{00000000-0000-0000-0000-000000000000}"/>
          </ac:spMkLst>
        </pc:spChg>
        <pc:spChg chg="mod">
          <ac:chgData name="7 Town" userId="f001bd45134943c1" providerId="LiveId" clId="{6E93F4F6-B0BC-4B01-BE77-9B9B01CAAEED}" dt="2024-10-14T07:02:12.449" v="1062" actId="1036"/>
          <ac:spMkLst>
            <pc:docMk/>
            <pc:sldMk cId="0" sldId="257"/>
            <ac:spMk id="47" creationId="{00000000-0000-0000-0000-000000000000}"/>
          </ac:spMkLst>
        </pc:spChg>
        <pc:spChg chg="mod">
          <ac:chgData name="7 Town" userId="f001bd45134943c1" providerId="LiveId" clId="{6E93F4F6-B0BC-4B01-BE77-9B9B01CAAEED}" dt="2024-10-14T07:02:18.887" v="1083" actId="1036"/>
          <ac:spMkLst>
            <pc:docMk/>
            <pc:sldMk cId="0" sldId="257"/>
            <ac:spMk id="49" creationId="{00000000-0000-0000-0000-000000000000}"/>
          </ac:spMkLst>
        </pc:spChg>
        <pc:spChg chg="mod">
          <ac:chgData name="7 Town" userId="f001bd45134943c1" providerId="LiveId" clId="{6E93F4F6-B0BC-4B01-BE77-9B9B01CAAEED}" dt="2024-10-14T07:02:18.887" v="1083" actId="1036"/>
          <ac:spMkLst>
            <pc:docMk/>
            <pc:sldMk cId="0" sldId="257"/>
            <ac:spMk id="50" creationId="{00000000-0000-0000-0000-000000000000}"/>
          </ac:spMkLst>
        </pc:spChg>
        <pc:spChg chg="mod">
          <ac:chgData name="7 Town" userId="f001bd45134943c1" providerId="LiveId" clId="{6E93F4F6-B0BC-4B01-BE77-9B9B01CAAEED}" dt="2024-10-14T06:55:32.351" v="917" actId="1038"/>
          <ac:spMkLst>
            <pc:docMk/>
            <pc:sldMk cId="0" sldId="257"/>
            <ac:spMk id="53" creationId="{00000000-0000-0000-0000-000000000000}"/>
          </ac:spMkLst>
        </pc:spChg>
        <pc:spChg chg="del">
          <ac:chgData name="7 Town" userId="f001bd45134943c1" providerId="LiveId" clId="{6E93F4F6-B0BC-4B01-BE77-9B9B01CAAEED}" dt="2024-10-14T06:50:43.119" v="289" actId="478"/>
          <ac:spMkLst>
            <pc:docMk/>
            <pc:sldMk cId="0" sldId="257"/>
            <ac:spMk id="54" creationId="{00000000-0000-0000-0000-000000000000}"/>
          </ac:spMkLst>
        </pc:spChg>
      </pc:sldChg>
      <pc:sldChg chg="addSp delSp del mod">
        <pc:chgData name="7 Town" userId="f001bd45134943c1" providerId="LiveId" clId="{6E93F4F6-B0BC-4B01-BE77-9B9B01CAAEED}" dt="2024-10-14T07:04:45.207" v="1103" actId="47"/>
        <pc:sldMkLst>
          <pc:docMk/>
          <pc:sldMk cId="0" sldId="258"/>
        </pc:sldMkLst>
        <pc:spChg chg="add del">
          <ac:chgData name="7 Town" userId="f001bd45134943c1" providerId="LiveId" clId="{6E93F4F6-B0BC-4B01-BE77-9B9B01CAAEED}" dt="2024-10-14T07:02:48.697" v="1087" actId="478"/>
          <ac:spMkLst>
            <pc:docMk/>
            <pc:sldMk cId="0" sldId="258"/>
            <ac:spMk id="31" creationId="{00000000-0000-0000-0000-000000000000}"/>
          </ac:spMkLst>
        </pc:spChg>
        <pc:spChg chg="add del">
          <ac:chgData name="7 Town" userId="f001bd45134943c1" providerId="LiveId" clId="{6E93F4F6-B0BC-4B01-BE77-9B9B01CAAEED}" dt="2024-10-14T07:02:48.697" v="1087" actId="478"/>
          <ac:spMkLst>
            <pc:docMk/>
            <pc:sldMk cId="0" sldId="258"/>
            <ac:spMk id="33" creationId="{00000000-0000-0000-0000-000000000000}"/>
          </ac:spMkLst>
        </pc:spChg>
        <pc:spChg chg="add del">
          <ac:chgData name="7 Town" userId="f001bd45134943c1" providerId="LiveId" clId="{6E93F4F6-B0BC-4B01-BE77-9B9B01CAAEED}" dt="2024-10-14T07:02:48.697" v="1087" actId="478"/>
          <ac:spMkLst>
            <pc:docMk/>
            <pc:sldMk cId="0" sldId="258"/>
            <ac:spMk id="46" creationId="{00000000-0000-0000-0000-000000000000}"/>
          </ac:spMkLst>
        </pc:spChg>
        <pc:spChg chg="add del">
          <ac:chgData name="7 Town" userId="f001bd45134943c1" providerId="LiveId" clId="{6E93F4F6-B0BC-4B01-BE77-9B9B01CAAEED}" dt="2024-10-14T07:02:48.697" v="1087" actId="478"/>
          <ac:spMkLst>
            <pc:docMk/>
            <pc:sldMk cId="0" sldId="258"/>
            <ac:spMk id="47" creationId="{00000000-0000-0000-0000-000000000000}"/>
          </ac:spMkLst>
        </pc:spChg>
        <pc:spChg chg="add del">
          <ac:chgData name="7 Town" userId="f001bd45134943c1" providerId="LiveId" clId="{6E93F4F6-B0BC-4B01-BE77-9B9B01CAAEED}" dt="2024-10-14T07:02:48.697" v="1087" actId="478"/>
          <ac:spMkLst>
            <pc:docMk/>
            <pc:sldMk cId="0" sldId="258"/>
            <ac:spMk id="49" creationId="{00000000-0000-0000-0000-000000000000}"/>
          </ac:spMkLst>
        </pc:spChg>
        <pc:spChg chg="add del">
          <ac:chgData name="7 Town" userId="f001bd45134943c1" providerId="LiveId" clId="{6E93F4F6-B0BC-4B01-BE77-9B9B01CAAEED}" dt="2024-10-14T07:02:48.697" v="1087" actId="478"/>
          <ac:spMkLst>
            <pc:docMk/>
            <pc:sldMk cId="0" sldId="258"/>
            <ac:spMk id="50" creationId="{00000000-0000-0000-0000-000000000000}"/>
          </ac:spMkLst>
        </pc:spChg>
        <pc:spChg chg="add del">
          <ac:chgData name="7 Town" userId="f001bd45134943c1" providerId="LiveId" clId="{6E93F4F6-B0BC-4B01-BE77-9B9B01CAAEED}" dt="2024-10-14T07:02:48.697" v="1087" actId="478"/>
          <ac:spMkLst>
            <pc:docMk/>
            <pc:sldMk cId="0" sldId="258"/>
            <ac:spMk id="53" creationId="{00000000-0000-0000-0000-000000000000}"/>
          </ac:spMkLst>
        </pc:spChg>
        <pc:spChg chg="add del">
          <ac:chgData name="7 Town" userId="f001bd45134943c1" providerId="LiveId" clId="{6E93F4F6-B0BC-4B01-BE77-9B9B01CAAEED}" dt="2024-10-14T07:02:48.697" v="1087" actId="478"/>
          <ac:spMkLst>
            <pc:docMk/>
            <pc:sldMk cId="0" sldId="258"/>
            <ac:spMk id="54" creationId="{00000000-0000-0000-0000-000000000000}"/>
          </ac:spMkLst>
        </pc:spChg>
      </pc:sldChg>
      <pc:sldChg chg="addSp delSp modSp add mod ord">
        <pc:chgData name="7 Town" userId="f001bd45134943c1" providerId="LiveId" clId="{6E93F4F6-B0BC-4B01-BE77-9B9B01CAAEED}" dt="2024-10-14T07:04:36.465" v="1102" actId="108"/>
        <pc:sldMkLst>
          <pc:docMk/>
          <pc:sldMk cId="2487724072" sldId="287"/>
        </pc:sldMkLst>
        <pc:spChg chg="add mod">
          <ac:chgData name="7 Town" userId="f001bd45134943c1" providerId="LiveId" clId="{6E93F4F6-B0BC-4B01-BE77-9B9B01CAAEED}" dt="2024-10-14T07:03:04.212" v="1092"/>
          <ac:spMkLst>
            <pc:docMk/>
            <pc:sldMk cId="2487724072" sldId="287"/>
            <ac:spMk id="4" creationId="{34F45FD3-3AE5-E1A6-EF7D-D2D6C7DE2B30}"/>
          </ac:spMkLst>
        </pc:spChg>
        <pc:spChg chg="add mod">
          <ac:chgData name="7 Town" userId="f001bd45134943c1" providerId="LiveId" clId="{6E93F4F6-B0BC-4B01-BE77-9B9B01CAAEED}" dt="2024-10-14T07:03:04.212" v="1092"/>
          <ac:spMkLst>
            <pc:docMk/>
            <pc:sldMk cId="2487724072" sldId="287"/>
            <ac:spMk id="6" creationId="{334F067E-2C82-31EE-8556-226153E8D9C6}"/>
          </ac:spMkLst>
        </pc:spChg>
        <pc:spChg chg="add mod">
          <ac:chgData name="7 Town" userId="f001bd45134943c1" providerId="LiveId" clId="{6E93F4F6-B0BC-4B01-BE77-9B9B01CAAEED}" dt="2024-10-14T07:04:06.238" v="1093" actId="108"/>
          <ac:spMkLst>
            <pc:docMk/>
            <pc:sldMk cId="2487724072" sldId="287"/>
            <ac:spMk id="7" creationId="{FE3145FB-8B80-91BA-2B4B-BFA766B187BE}"/>
          </ac:spMkLst>
        </pc:spChg>
        <pc:spChg chg="add mod">
          <ac:chgData name="7 Town" userId="f001bd45134943c1" providerId="LiveId" clId="{6E93F4F6-B0BC-4B01-BE77-9B9B01CAAEED}" dt="2024-10-14T07:04:33.543" v="1098" actId="108"/>
          <ac:spMkLst>
            <pc:docMk/>
            <pc:sldMk cId="2487724072" sldId="287"/>
            <ac:spMk id="8" creationId="{25A9E502-66EC-0AFC-5383-CF6A38F8F63A}"/>
          </ac:spMkLst>
        </pc:spChg>
        <pc:spChg chg="add mod">
          <ac:chgData name="7 Town" userId="f001bd45134943c1" providerId="LiveId" clId="{6E93F4F6-B0BC-4B01-BE77-9B9B01CAAEED}" dt="2024-10-14T07:04:07.341" v="1094" actId="108"/>
          <ac:spMkLst>
            <pc:docMk/>
            <pc:sldMk cId="2487724072" sldId="287"/>
            <ac:spMk id="9" creationId="{55ADFFA8-384B-C045-4890-75645E8DBC99}"/>
          </ac:spMkLst>
        </pc:spChg>
        <pc:spChg chg="add mod">
          <ac:chgData name="7 Town" userId="f001bd45134943c1" providerId="LiveId" clId="{6E93F4F6-B0BC-4B01-BE77-9B9B01CAAEED}" dt="2024-10-14T07:04:34.301" v="1099" actId="108"/>
          <ac:spMkLst>
            <pc:docMk/>
            <pc:sldMk cId="2487724072" sldId="287"/>
            <ac:spMk id="10" creationId="{F5EF317B-291C-4199-D747-10F3217247F9}"/>
          </ac:spMkLst>
        </pc:spChg>
        <pc:spChg chg="add mod">
          <ac:chgData name="7 Town" userId="f001bd45134943c1" providerId="LiveId" clId="{6E93F4F6-B0BC-4B01-BE77-9B9B01CAAEED}" dt="2024-10-14T07:04:35.143" v="1100" actId="108"/>
          <ac:spMkLst>
            <pc:docMk/>
            <pc:sldMk cId="2487724072" sldId="287"/>
            <ac:spMk id="11" creationId="{0E4FD2E1-98AC-3212-C736-DFC4C814DD25}"/>
          </ac:spMkLst>
        </pc:spChg>
        <pc:spChg chg="add mod">
          <ac:chgData name="7 Town" userId="f001bd45134943c1" providerId="LiveId" clId="{6E93F4F6-B0BC-4B01-BE77-9B9B01CAAEED}" dt="2024-10-14T07:04:35.759" v="1101" actId="108"/>
          <ac:spMkLst>
            <pc:docMk/>
            <pc:sldMk cId="2487724072" sldId="287"/>
            <ac:spMk id="12" creationId="{B6190D0F-5F37-B03C-1BDB-56DF03A1CE06}"/>
          </ac:spMkLst>
        </pc:spChg>
        <pc:spChg chg="add mod">
          <ac:chgData name="7 Town" userId="f001bd45134943c1" providerId="LiveId" clId="{6E93F4F6-B0BC-4B01-BE77-9B9B01CAAEED}" dt="2024-10-14T07:04:36.465" v="1102" actId="108"/>
          <ac:spMkLst>
            <pc:docMk/>
            <pc:sldMk cId="2487724072" sldId="287"/>
            <ac:spMk id="13" creationId="{5F2C4BC4-3CC5-FF71-BBD5-269B76AD47D9}"/>
          </ac:spMkLst>
        </pc:spChg>
        <pc:spChg chg="add mod">
          <ac:chgData name="7 Town" userId="f001bd45134943c1" providerId="LiveId" clId="{6E93F4F6-B0BC-4B01-BE77-9B9B01CAAEED}" dt="2024-10-14T07:04:08.682" v="1096" actId="108"/>
          <ac:spMkLst>
            <pc:docMk/>
            <pc:sldMk cId="2487724072" sldId="287"/>
            <ac:spMk id="14" creationId="{1CF5166D-42A7-3B7F-011D-1067ECDE9DA3}"/>
          </ac:spMkLst>
        </pc:spChg>
        <pc:spChg chg="add mod">
          <ac:chgData name="7 Town" userId="f001bd45134943c1" providerId="LiveId" clId="{6E93F4F6-B0BC-4B01-BE77-9B9B01CAAEED}" dt="2024-10-14T07:04:08.066" v="1095" actId="108"/>
          <ac:spMkLst>
            <pc:docMk/>
            <pc:sldMk cId="2487724072" sldId="287"/>
            <ac:spMk id="15" creationId="{09EBB5B3-B61D-51F3-3B64-B2CD8D55D12D}"/>
          </ac:spMkLst>
        </pc:spChg>
        <pc:spChg chg="add mod">
          <ac:chgData name="7 Town" userId="f001bd45134943c1" providerId="LiveId" clId="{6E93F4F6-B0BC-4B01-BE77-9B9B01CAAEED}" dt="2024-10-14T07:04:09.373" v="1097" actId="108"/>
          <ac:spMkLst>
            <pc:docMk/>
            <pc:sldMk cId="2487724072" sldId="287"/>
            <ac:spMk id="16" creationId="{883DF03C-F910-33B3-FE5F-38307FF1996D}"/>
          </ac:spMkLst>
        </pc:spChg>
        <pc:spChg chg="del">
          <ac:chgData name="7 Town" userId="f001bd45134943c1" providerId="LiveId" clId="{6E93F4F6-B0BC-4B01-BE77-9B9B01CAAEED}" dt="2024-10-14T07:02:57.681" v="1091" actId="478"/>
          <ac:spMkLst>
            <pc:docMk/>
            <pc:sldMk cId="2487724072" sldId="287"/>
            <ac:spMk id="31" creationId="{4D9C07FA-BC33-0102-8D78-79F5DBC54014}"/>
          </ac:spMkLst>
        </pc:spChg>
        <pc:spChg chg="del">
          <ac:chgData name="7 Town" userId="f001bd45134943c1" providerId="LiveId" clId="{6E93F4F6-B0BC-4B01-BE77-9B9B01CAAEED}" dt="2024-10-14T07:02:57.681" v="1091" actId="478"/>
          <ac:spMkLst>
            <pc:docMk/>
            <pc:sldMk cId="2487724072" sldId="287"/>
            <ac:spMk id="33" creationId="{38A51482-1294-F394-D21C-C5B78DA1E6A6}"/>
          </ac:spMkLst>
        </pc:spChg>
        <pc:spChg chg="del">
          <ac:chgData name="7 Town" userId="f001bd45134943c1" providerId="LiveId" clId="{6E93F4F6-B0BC-4B01-BE77-9B9B01CAAEED}" dt="2024-10-14T07:02:57.681" v="1091" actId="478"/>
          <ac:spMkLst>
            <pc:docMk/>
            <pc:sldMk cId="2487724072" sldId="287"/>
            <ac:spMk id="46" creationId="{BED64094-0873-7344-E4A5-9C3F555010A7}"/>
          </ac:spMkLst>
        </pc:spChg>
        <pc:spChg chg="del">
          <ac:chgData name="7 Town" userId="f001bd45134943c1" providerId="LiveId" clId="{6E93F4F6-B0BC-4B01-BE77-9B9B01CAAEED}" dt="2024-10-14T07:02:57.681" v="1091" actId="478"/>
          <ac:spMkLst>
            <pc:docMk/>
            <pc:sldMk cId="2487724072" sldId="287"/>
            <ac:spMk id="47" creationId="{524B7B2D-336B-C008-B3CB-1A18BFC16CA4}"/>
          </ac:spMkLst>
        </pc:spChg>
        <pc:spChg chg="del">
          <ac:chgData name="7 Town" userId="f001bd45134943c1" providerId="LiveId" clId="{6E93F4F6-B0BC-4B01-BE77-9B9B01CAAEED}" dt="2024-10-14T07:02:57.681" v="1091" actId="478"/>
          <ac:spMkLst>
            <pc:docMk/>
            <pc:sldMk cId="2487724072" sldId="287"/>
            <ac:spMk id="49" creationId="{216E8B4E-2889-7D83-5E34-3422C1E867B6}"/>
          </ac:spMkLst>
        </pc:spChg>
        <pc:spChg chg="del">
          <ac:chgData name="7 Town" userId="f001bd45134943c1" providerId="LiveId" clId="{6E93F4F6-B0BC-4B01-BE77-9B9B01CAAEED}" dt="2024-10-14T07:02:57.681" v="1091" actId="478"/>
          <ac:spMkLst>
            <pc:docMk/>
            <pc:sldMk cId="2487724072" sldId="287"/>
            <ac:spMk id="50" creationId="{71125F45-38B1-EF52-C32C-2F449C607217}"/>
          </ac:spMkLst>
        </pc:spChg>
        <pc:spChg chg="del">
          <ac:chgData name="7 Town" userId="f001bd45134943c1" providerId="LiveId" clId="{6E93F4F6-B0BC-4B01-BE77-9B9B01CAAEED}" dt="2024-10-14T07:02:57.681" v="1091" actId="478"/>
          <ac:spMkLst>
            <pc:docMk/>
            <pc:sldMk cId="2487724072" sldId="287"/>
            <ac:spMk id="53" creationId="{25ED9C54-528F-372D-DD80-0F2E3A2FFB22}"/>
          </ac:spMkLst>
        </pc:spChg>
        <pc:spChg chg="del">
          <ac:chgData name="7 Town" userId="f001bd45134943c1" providerId="LiveId" clId="{6E93F4F6-B0BC-4B01-BE77-9B9B01CAAEED}" dt="2024-10-14T07:02:57.681" v="1091" actId="478"/>
          <ac:spMkLst>
            <pc:docMk/>
            <pc:sldMk cId="2487724072" sldId="287"/>
            <ac:spMk id="54" creationId="{D6904602-8532-6473-3C30-B3A80984AE4E}"/>
          </ac:spMkLst>
        </pc:spChg>
      </pc:sldChg>
      <pc:sldChg chg="del">
        <pc:chgData name="7 Town" userId="f001bd45134943c1" providerId="LiveId" clId="{6E93F4F6-B0BC-4B01-BE77-9B9B01CAAEED}" dt="2024-10-14T06:43:34.974" v="1" actId="47"/>
        <pc:sldMkLst>
          <pc:docMk/>
          <pc:sldMk cId="4066450404" sldId="289"/>
        </pc:sldMkLst>
      </pc:sldChg>
      <pc:sldChg chg="del">
        <pc:chgData name="7 Town" userId="f001bd45134943c1" providerId="LiveId" clId="{6E93F4F6-B0BC-4B01-BE77-9B9B01CAAEED}" dt="2024-10-14T06:43:35.784" v="2" actId="47"/>
        <pc:sldMkLst>
          <pc:docMk/>
          <pc:sldMk cId="2128108855" sldId="291"/>
        </pc:sldMkLst>
      </pc:sldChg>
      <pc:sldChg chg="del">
        <pc:chgData name="7 Town" userId="f001bd45134943c1" providerId="LiveId" clId="{6E93F4F6-B0BC-4B01-BE77-9B9B01CAAEED}" dt="2024-10-14T06:43:36.680" v="3" actId="47"/>
        <pc:sldMkLst>
          <pc:docMk/>
          <pc:sldMk cId="3680080282" sldId="292"/>
        </pc:sldMkLst>
      </pc:sldChg>
    </pc:docChg>
  </pc:docChgLst>
  <pc:docChgLst>
    <pc:chgData name="yuting zheng" userId="00c49f17c780fc61" providerId="LiveId" clId="{9B52CB43-0090-43E6-8DAD-A93A880B0927}"/>
    <pc:docChg chg="undo redo custSel addSld modSld">
      <pc:chgData name="yuting zheng" userId="00c49f17c780fc61" providerId="LiveId" clId="{9B52CB43-0090-43E6-8DAD-A93A880B0927}" dt="2024-10-15T17:35:17.370" v="885"/>
      <pc:docMkLst>
        <pc:docMk/>
      </pc:docMkLst>
      <pc:sldChg chg="modSp mod">
        <pc:chgData name="yuting zheng" userId="00c49f17c780fc61" providerId="LiveId" clId="{9B52CB43-0090-43E6-8DAD-A93A880B0927}" dt="2024-10-15T17:33:09.296" v="734" actId="20577"/>
        <pc:sldMkLst>
          <pc:docMk/>
          <pc:sldMk cId="0" sldId="264"/>
        </pc:sldMkLst>
        <pc:spChg chg="mod">
          <ac:chgData name="yuting zheng" userId="00c49f17c780fc61" providerId="LiveId" clId="{9B52CB43-0090-43E6-8DAD-A93A880B0927}" dt="2024-10-15T17:32:57.971" v="707" actId="20577"/>
          <ac:spMkLst>
            <pc:docMk/>
            <pc:sldMk cId="0" sldId="264"/>
            <ac:spMk id="22" creationId="{00000000-0000-0000-0000-000000000000}"/>
          </ac:spMkLst>
        </pc:spChg>
        <pc:spChg chg="mod">
          <ac:chgData name="yuting zheng" userId="00c49f17c780fc61" providerId="LiveId" clId="{9B52CB43-0090-43E6-8DAD-A93A880B0927}" dt="2024-10-15T17:33:09.296" v="734" actId="20577"/>
          <ac:spMkLst>
            <pc:docMk/>
            <pc:sldMk cId="0" sldId="264"/>
            <ac:spMk id="23" creationId="{00000000-0000-0000-0000-000000000000}"/>
          </ac:spMkLst>
        </pc:spChg>
        <pc:cxnChg chg="mod">
          <ac:chgData name="yuting zheng" userId="00c49f17c780fc61" providerId="LiveId" clId="{9B52CB43-0090-43E6-8DAD-A93A880B0927}" dt="2024-10-15T17:33:09.296" v="734" actId="20577"/>
          <ac:cxnSpMkLst>
            <pc:docMk/>
            <pc:sldMk cId="0" sldId="264"/>
            <ac:cxnSpMk id="17" creationId="{00000000-0000-0000-0000-000000000000}"/>
          </ac:cxnSpMkLst>
        </pc:cxnChg>
      </pc:sldChg>
      <pc:sldChg chg="addSp modSp mod">
        <pc:chgData name="yuting zheng" userId="00c49f17c780fc61" providerId="LiveId" clId="{9B52CB43-0090-43E6-8DAD-A93A880B0927}" dt="2024-10-15T17:05:04.167" v="196" actId="20577"/>
        <pc:sldMkLst>
          <pc:docMk/>
          <pc:sldMk cId="2261727514" sldId="295"/>
        </pc:sldMkLst>
        <pc:spChg chg="add mod">
          <ac:chgData name="yuting zheng" userId="00c49f17c780fc61" providerId="LiveId" clId="{9B52CB43-0090-43E6-8DAD-A93A880B0927}" dt="2024-10-15T17:05:04.167" v="196" actId="20577"/>
          <ac:spMkLst>
            <pc:docMk/>
            <pc:sldMk cId="2261727514" sldId="295"/>
            <ac:spMk id="2" creationId="{6F9D0718-8D49-7F48-D049-B8E0A609AF22}"/>
          </ac:spMkLst>
        </pc:spChg>
        <pc:spChg chg="add mod">
          <ac:chgData name="yuting zheng" userId="00c49f17c780fc61" providerId="LiveId" clId="{9B52CB43-0090-43E6-8DAD-A93A880B0927}" dt="2024-10-15T16:48:33.006" v="127" actId="1076"/>
          <ac:spMkLst>
            <pc:docMk/>
            <pc:sldMk cId="2261727514" sldId="295"/>
            <ac:spMk id="3" creationId="{5304418B-6925-29B1-3B27-270323FFB6F3}"/>
          </ac:spMkLst>
        </pc:spChg>
        <pc:spChg chg="mod">
          <ac:chgData name="yuting zheng" userId="00c49f17c780fc61" providerId="LiveId" clId="{9B52CB43-0090-43E6-8DAD-A93A880B0927}" dt="2024-10-15T16:43:50.932" v="71" actId="108"/>
          <ac:spMkLst>
            <pc:docMk/>
            <pc:sldMk cId="2261727514" sldId="295"/>
            <ac:spMk id="10" creationId="{00000000-0000-0000-0000-000000000000}"/>
          </ac:spMkLst>
        </pc:spChg>
        <pc:cxnChg chg="add mod">
          <ac:chgData name="yuting zheng" userId="00c49f17c780fc61" providerId="LiveId" clId="{9B52CB43-0090-43E6-8DAD-A93A880B0927}" dt="2024-10-15T16:48:33.006" v="127" actId="1076"/>
          <ac:cxnSpMkLst>
            <pc:docMk/>
            <pc:sldMk cId="2261727514" sldId="295"/>
            <ac:cxnSpMk id="4" creationId="{F73B89F3-2C38-627C-2FB5-1333766910E7}"/>
          </ac:cxnSpMkLst>
        </pc:cxnChg>
      </pc:sldChg>
      <pc:sldChg chg="addSp delSp modSp add mod">
        <pc:chgData name="yuting zheng" userId="00c49f17c780fc61" providerId="LiveId" clId="{9B52CB43-0090-43E6-8DAD-A93A880B0927}" dt="2024-10-15T17:13:17.202" v="358" actId="478"/>
        <pc:sldMkLst>
          <pc:docMk/>
          <pc:sldMk cId="588385674" sldId="296"/>
        </pc:sldMkLst>
        <pc:spChg chg="del">
          <ac:chgData name="yuting zheng" userId="00c49f17c780fc61" providerId="LiveId" clId="{9B52CB43-0090-43E6-8DAD-A93A880B0927}" dt="2024-10-15T16:44:59.291" v="101" actId="478"/>
          <ac:spMkLst>
            <pc:docMk/>
            <pc:sldMk cId="588385674" sldId="296"/>
            <ac:spMk id="2" creationId="{F343B7C7-4B8B-6AF5-6CDE-28F4ABC6C0A4}"/>
          </ac:spMkLst>
        </pc:spChg>
        <pc:spChg chg="del">
          <ac:chgData name="yuting zheng" userId="00c49f17c780fc61" providerId="LiveId" clId="{9B52CB43-0090-43E6-8DAD-A93A880B0927}" dt="2024-10-15T16:44:59.291" v="101" actId="478"/>
          <ac:spMkLst>
            <pc:docMk/>
            <pc:sldMk cId="588385674" sldId="296"/>
            <ac:spMk id="3" creationId="{38C52EEA-34E1-92BF-29F2-1E357AD58B89}"/>
          </ac:spMkLst>
        </pc:spChg>
        <pc:spChg chg="add mod">
          <ac:chgData name="yuting zheng" userId="00c49f17c780fc61" providerId="LiveId" clId="{9B52CB43-0090-43E6-8DAD-A93A880B0927}" dt="2024-10-15T17:09:39.896" v="259" actId="20577"/>
          <ac:spMkLst>
            <pc:docMk/>
            <pc:sldMk cId="588385674" sldId="296"/>
            <ac:spMk id="6" creationId="{1A8554E9-FEAF-00AF-2C5B-3B18AE7F36E6}"/>
          </ac:spMkLst>
        </pc:spChg>
        <pc:spChg chg="add del mod">
          <ac:chgData name="yuting zheng" userId="00c49f17c780fc61" providerId="LiveId" clId="{9B52CB43-0090-43E6-8DAD-A93A880B0927}" dt="2024-10-15T16:48:22.663" v="125"/>
          <ac:spMkLst>
            <pc:docMk/>
            <pc:sldMk cId="588385674" sldId="296"/>
            <ac:spMk id="10" creationId="{8C72C0AC-F86F-4E7A-1923-3607C82BF7C3}"/>
          </ac:spMkLst>
        </pc:spChg>
        <pc:spChg chg="add del mod">
          <ac:chgData name="yuting zheng" userId="00c49f17c780fc61" providerId="LiveId" clId="{9B52CB43-0090-43E6-8DAD-A93A880B0927}" dt="2024-10-15T17:13:15.044" v="356" actId="20577"/>
          <ac:spMkLst>
            <pc:docMk/>
            <pc:sldMk cId="588385674" sldId="296"/>
            <ac:spMk id="11" creationId="{38F42F2E-3959-3E2F-9414-DB9FA2B4D7C6}"/>
          </ac:spMkLst>
        </pc:spChg>
        <pc:cxnChg chg="del">
          <ac:chgData name="yuting zheng" userId="00c49f17c780fc61" providerId="LiveId" clId="{9B52CB43-0090-43E6-8DAD-A93A880B0927}" dt="2024-10-15T16:44:59.291" v="101" actId="478"/>
          <ac:cxnSpMkLst>
            <pc:docMk/>
            <pc:sldMk cId="588385674" sldId="296"/>
            <ac:cxnSpMk id="4" creationId="{3063E947-0166-31DB-2D21-9AFE1E5C47BA}"/>
          </ac:cxnSpMkLst>
        </pc:cxnChg>
        <pc:cxnChg chg="add mod">
          <ac:chgData name="yuting zheng" userId="00c49f17c780fc61" providerId="LiveId" clId="{9B52CB43-0090-43E6-8DAD-A93A880B0927}" dt="2024-10-15T17:09:59.416" v="265" actId="1076"/>
          <ac:cxnSpMkLst>
            <pc:docMk/>
            <pc:sldMk cId="588385674" sldId="296"/>
            <ac:cxnSpMk id="7" creationId="{3965DDDA-62F5-A488-0746-BAF86379437F}"/>
          </ac:cxnSpMkLst>
        </pc:cxnChg>
        <pc:cxnChg chg="add del mod">
          <ac:chgData name="yuting zheng" userId="00c49f17c780fc61" providerId="LiveId" clId="{9B52CB43-0090-43E6-8DAD-A93A880B0927}" dt="2024-10-15T17:13:17.202" v="358" actId="478"/>
          <ac:cxnSpMkLst>
            <pc:docMk/>
            <pc:sldMk cId="588385674" sldId="296"/>
            <ac:cxnSpMk id="13" creationId="{D289B0D6-2FD9-3C02-8B90-C3E2A839EB95}"/>
          </ac:cxnSpMkLst>
        </pc:cxnChg>
        <pc:cxnChg chg="add del mod">
          <ac:chgData name="yuting zheng" userId="00c49f17c780fc61" providerId="LiveId" clId="{9B52CB43-0090-43E6-8DAD-A93A880B0927}" dt="2024-10-15T17:13:11.873" v="351" actId="478"/>
          <ac:cxnSpMkLst>
            <pc:docMk/>
            <pc:sldMk cId="588385674" sldId="296"/>
            <ac:cxnSpMk id="14" creationId="{8EA0DBC5-1EBA-F130-5F97-7DF516F6D6A7}"/>
          </ac:cxnSpMkLst>
        </pc:cxnChg>
      </pc:sldChg>
      <pc:sldChg chg="add">
        <pc:chgData name="yuting zheng" userId="00c49f17c780fc61" providerId="LiveId" clId="{9B52CB43-0090-43E6-8DAD-A93A880B0927}" dt="2024-10-15T17:11:37.445" v="268"/>
        <pc:sldMkLst>
          <pc:docMk/>
          <pc:sldMk cId="1530421922" sldId="297"/>
        </pc:sldMkLst>
      </pc:sldChg>
      <pc:sldChg chg="addSp delSp modSp add mod">
        <pc:chgData name="yuting zheng" userId="00c49f17c780fc61" providerId="LiveId" clId="{9B52CB43-0090-43E6-8DAD-A93A880B0927}" dt="2024-10-15T17:26:31.998" v="644" actId="20577"/>
        <pc:sldMkLst>
          <pc:docMk/>
          <pc:sldMk cId="979545101" sldId="298"/>
        </pc:sldMkLst>
        <pc:spChg chg="mod">
          <ac:chgData name="yuting zheng" userId="00c49f17c780fc61" providerId="LiveId" clId="{9B52CB43-0090-43E6-8DAD-A93A880B0927}" dt="2024-10-15T17:26:31.998" v="644" actId="20577"/>
          <ac:spMkLst>
            <pc:docMk/>
            <pc:sldMk cId="979545101" sldId="298"/>
            <ac:spMk id="6" creationId="{81539C9F-27AB-6B5F-3D47-7299BAE635FC}"/>
          </ac:spMkLst>
        </pc:spChg>
        <pc:spChg chg="mod">
          <ac:chgData name="yuting zheng" userId="00c49f17c780fc61" providerId="LiveId" clId="{9B52CB43-0090-43E6-8DAD-A93A880B0927}" dt="2024-10-15T17:13:46.664" v="413" actId="14100"/>
          <ac:spMkLst>
            <pc:docMk/>
            <pc:sldMk cId="979545101" sldId="298"/>
            <ac:spMk id="11" creationId="{476692D5-D055-770C-ED23-E9331E43222D}"/>
          </ac:spMkLst>
        </pc:spChg>
        <pc:cxnChg chg="del">
          <ac:chgData name="yuting zheng" userId="00c49f17c780fc61" providerId="LiveId" clId="{9B52CB43-0090-43E6-8DAD-A93A880B0927}" dt="2024-10-15T17:14:49.393" v="415" actId="478"/>
          <ac:cxnSpMkLst>
            <pc:docMk/>
            <pc:sldMk cId="979545101" sldId="298"/>
            <ac:cxnSpMk id="7" creationId="{62F058F5-47D9-26E1-C94D-D7F1D3982090}"/>
          </ac:cxnSpMkLst>
        </pc:cxnChg>
        <pc:cxnChg chg="add del">
          <ac:chgData name="yuting zheng" userId="00c49f17c780fc61" providerId="LiveId" clId="{9B52CB43-0090-43E6-8DAD-A93A880B0927}" dt="2024-10-15T17:13:12.770" v="353" actId="478"/>
          <ac:cxnSpMkLst>
            <pc:docMk/>
            <pc:sldMk cId="979545101" sldId="298"/>
            <ac:cxnSpMk id="13" creationId="{068CADE5-5E6B-0FF2-C8C2-AB81B5F2746D}"/>
          </ac:cxnSpMkLst>
        </pc:cxnChg>
        <pc:cxnChg chg="add del">
          <ac:chgData name="yuting zheng" userId="00c49f17c780fc61" providerId="LiveId" clId="{9B52CB43-0090-43E6-8DAD-A93A880B0927}" dt="2024-10-15T17:13:12.243" v="352" actId="478"/>
          <ac:cxnSpMkLst>
            <pc:docMk/>
            <pc:sldMk cId="979545101" sldId="298"/>
            <ac:cxnSpMk id="14" creationId="{20A62381-F74D-B27A-1667-971194B13FC3}"/>
          </ac:cxnSpMkLst>
        </pc:cxnChg>
      </pc:sldChg>
      <pc:sldChg chg="modSp add mod">
        <pc:chgData name="yuting zheng" userId="00c49f17c780fc61" providerId="LiveId" clId="{9B52CB43-0090-43E6-8DAD-A93A880B0927}" dt="2024-10-15T17:29:56.958" v="686" actId="1076"/>
        <pc:sldMkLst>
          <pc:docMk/>
          <pc:sldMk cId="2513376359" sldId="299"/>
        </pc:sldMkLst>
        <pc:spChg chg="mod">
          <ac:chgData name="yuting zheng" userId="00c49f17c780fc61" providerId="LiveId" clId="{9B52CB43-0090-43E6-8DAD-A93A880B0927}" dt="2024-10-15T17:29:56.958" v="686" actId="1076"/>
          <ac:spMkLst>
            <pc:docMk/>
            <pc:sldMk cId="2513376359" sldId="299"/>
            <ac:spMk id="6" creationId="{2B3CE6DB-F6ED-C7AA-DE6E-F43443D07EE7}"/>
          </ac:spMkLst>
        </pc:spChg>
      </pc:sldChg>
      <pc:sldChg chg="modSp add mod">
        <pc:chgData name="yuting zheng" userId="00c49f17c780fc61" providerId="LiveId" clId="{9B52CB43-0090-43E6-8DAD-A93A880B0927}" dt="2024-10-15T17:32:37.760" v="703" actId="108"/>
        <pc:sldMkLst>
          <pc:docMk/>
          <pc:sldMk cId="1935257416" sldId="300"/>
        </pc:sldMkLst>
        <pc:spChg chg="mod">
          <ac:chgData name="yuting zheng" userId="00c49f17c780fc61" providerId="LiveId" clId="{9B52CB43-0090-43E6-8DAD-A93A880B0927}" dt="2024-10-15T17:31:49.299" v="689" actId="20577"/>
          <ac:spMkLst>
            <pc:docMk/>
            <pc:sldMk cId="1935257416" sldId="300"/>
            <ac:spMk id="3" creationId="{554A4023-CE10-249C-59EB-8C38AB522713}"/>
          </ac:spMkLst>
        </pc:spChg>
        <pc:spChg chg="mod">
          <ac:chgData name="yuting zheng" userId="00c49f17c780fc61" providerId="LiveId" clId="{9B52CB43-0090-43E6-8DAD-A93A880B0927}" dt="2024-10-15T17:32:01.840" v="699" actId="14100"/>
          <ac:spMkLst>
            <pc:docMk/>
            <pc:sldMk cId="1935257416" sldId="300"/>
            <ac:spMk id="4" creationId="{9431981F-A32E-AE57-B1A4-EF39587F969F}"/>
          </ac:spMkLst>
        </pc:spChg>
        <pc:spChg chg="mod">
          <ac:chgData name="yuting zheng" userId="00c49f17c780fc61" providerId="LiveId" clId="{9B52CB43-0090-43E6-8DAD-A93A880B0927}" dt="2024-10-15T17:31:55.702" v="697" actId="20577"/>
          <ac:spMkLst>
            <pc:docMk/>
            <pc:sldMk cId="1935257416" sldId="300"/>
            <ac:spMk id="5" creationId="{2EC115BC-0124-069B-3B84-1E11505E559E}"/>
          </ac:spMkLst>
        </pc:spChg>
        <pc:spChg chg="mod">
          <ac:chgData name="yuting zheng" userId="00c49f17c780fc61" providerId="LiveId" clId="{9B52CB43-0090-43E6-8DAD-A93A880B0927}" dt="2024-10-15T17:32:29.159" v="702" actId="108"/>
          <ac:spMkLst>
            <pc:docMk/>
            <pc:sldMk cId="1935257416" sldId="300"/>
            <ac:spMk id="7" creationId="{E088EDFD-C0D4-E2DF-294B-E3EEC464FF9B}"/>
          </ac:spMkLst>
        </pc:spChg>
        <pc:spChg chg="mod">
          <ac:chgData name="yuting zheng" userId="00c49f17c780fc61" providerId="LiveId" clId="{9B52CB43-0090-43E6-8DAD-A93A880B0927}" dt="2024-10-15T17:32:37.760" v="703" actId="108"/>
          <ac:spMkLst>
            <pc:docMk/>
            <pc:sldMk cId="1935257416" sldId="300"/>
            <ac:spMk id="8" creationId="{04BCD296-1BA2-9C1F-73C2-895AC46BEEFD}"/>
          </ac:spMkLst>
        </pc:spChg>
        <pc:spChg chg="mod">
          <ac:chgData name="yuting zheng" userId="00c49f17c780fc61" providerId="LiveId" clId="{9B52CB43-0090-43E6-8DAD-A93A880B0927}" dt="2024-10-15T17:32:14.073" v="700" actId="108"/>
          <ac:spMkLst>
            <pc:docMk/>
            <pc:sldMk cId="1935257416" sldId="300"/>
            <ac:spMk id="9" creationId="{55B16819-2577-C81F-BAFB-7950AD10BEB3}"/>
          </ac:spMkLst>
        </pc:spChg>
        <pc:spChg chg="mod">
          <ac:chgData name="yuting zheng" userId="00c49f17c780fc61" providerId="LiveId" clId="{9B52CB43-0090-43E6-8DAD-A93A880B0927}" dt="2024-10-15T17:32:23.628" v="701" actId="108"/>
          <ac:spMkLst>
            <pc:docMk/>
            <pc:sldMk cId="1935257416" sldId="300"/>
            <ac:spMk id="10" creationId="{D3C0D5DB-D8AD-083A-2718-77678DC8DDA0}"/>
          </ac:spMkLst>
        </pc:spChg>
      </pc:sldChg>
      <pc:sldChg chg="modSp add mod">
        <pc:chgData name="yuting zheng" userId="00c49f17c780fc61" providerId="LiveId" clId="{9B52CB43-0090-43E6-8DAD-A93A880B0927}" dt="2024-10-15T17:34:26.261" v="831" actId="20577"/>
        <pc:sldMkLst>
          <pc:docMk/>
          <pc:sldMk cId="4023903824" sldId="301"/>
        </pc:sldMkLst>
        <pc:spChg chg="mod">
          <ac:chgData name="yuting zheng" userId="00c49f17c780fc61" providerId="LiveId" clId="{9B52CB43-0090-43E6-8DAD-A93A880B0927}" dt="2024-10-15T17:34:26.261" v="831" actId="20577"/>
          <ac:spMkLst>
            <pc:docMk/>
            <pc:sldMk cId="4023903824" sldId="301"/>
            <ac:spMk id="3" creationId="{9A4702E5-ABE3-E813-0E22-087A22F042FD}"/>
          </ac:spMkLst>
        </pc:spChg>
        <pc:spChg chg="mod">
          <ac:chgData name="yuting zheng" userId="00c49f17c780fc61" providerId="LiveId" clId="{9B52CB43-0090-43E6-8DAD-A93A880B0927}" dt="2024-10-15T17:34:20.384" v="821" actId="20577"/>
          <ac:spMkLst>
            <pc:docMk/>
            <pc:sldMk cId="4023903824" sldId="301"/>
            <ac:spMk id="11" creationId="{CDF4DBC2-F096-3D48-E9B3-7B80E9C3CEF6}"/>
          </ac:spMkLst>
        </pc:spChg>
        <pc:spChg chg="mod">
          <ac:chgData name="yuting zheng" userId="00c49f17c780fc61" providerId="LiveId" clId="{9B52CB43-0090-43E6-8DAD-A93A880B0927}" dt="2024-10-15T17:33:34.512" v="741" actId="20577"/>
          <ac:spMkLst>
            <pc:docMk/>
            <pc:sldMk cId="4023903824" sldId="301"/>
            <ac:spMk id="22" creationId="{6EE9EDAD-6BC1-F619-43ED-F3061FAF1262}"/>
          </ac:spMkLst>
        </pc:spChg>
        <pc:spChg chg="mod">
          <ac:chgData name="yuting zheng" userId="00c49f17c780fc61" providerId="LiveId" clId="{9B52CB43-0090-43E6-8DAD-A93A880B0927}" dt="2024-10-15T17:34:00.330" v="803" actId="20577"/>
          <ac:spMkLst>
            <pc:docMk/>
            <pc:sldMk cId="4023903824" sldId="301"/>
            <ac:spMk id="23" creationId="{6EE0323D-126B-317A-F29D-162A2D7AB9E2}"/>
          </ac:spMkLst>
        </pc:spChg>
        <pc:cxnChg chg="mod">
          <ac:chgData name="yuting zheng" userId="00c49f17c780fc61" providerId="LiveId" clId="{9B52CB43-0090-43E6-8DAD-A93A880B0927}" dt="2024-10-15T17:34:00.330" v="803" actId="20577"/>
          <ac:cxnSpMkLst>
            <pc:docMk/>
            <pc:sldMk cId="4023903824" sldId="301"/>
            <ac:cxnSpMk id="17" creationId="{D893178C-5358-EAF0-087D-2E7DAD694E43}"/>
          </ac:cxnSpMkLst>
        </pc:cxnChg>
      </pc:sldChg>
      <pc:sldChg chg="delSp modSp add mod">
        <pc:chgData name="yuting zheng" userId="00c49f17c780fc61" providerId="LiveId" clId="{9B52CB43-0090-43E6-8DAD-A93A880B0927}" dt="2024-10-15T17:35:17.370" v="885"/>
        <pc:sldMkLst>
          <pc:docMk/>
          <pc:sldMk cId="3389344360" sldId="302"/>
        </pc:sldMkLst>
        <pc:spChg chg="del mod">
          <ac:chgData name="yuting zheng" userId="00c49f17c780fc61" providerId="LiveId" clId="{9B52CB43-0090-43E6-8DAD-A93A880B0927}" dt="2024-10-15T17:35:17.370" v="885"/>
          <ac:spMkLst>
            <pc:docMk/>
            <pc:sldMk cId="3389344360" sldId="302"/>
            <ac:spMk id="3" creationId="{D1C1D0A8-B45A-1B1F-7BBB-B202C0B6CDE0}"/>
          </ac:spMkLst>
        </pc:spChg>
        <pc:spChg chg="mod">
          <ac:chgData name="yuting zheng" userId="00c49f17c780fc61" providerId="LiveId" clId="{9B52CB43-0090-43E6-8DAD-A93A880B0927}" dt="2024-10-15T17:35:13.025" v="875" actId="20577"/>
          <ac:spMkLst>
            <pc:docMk/>
            <pc:sldMk cId="3389344360" sldId="302"/>
            <ac:spMk id="23" creationId="{DC5EE5CF-B17F-1134-3AEC-512A0CEC45FC}"/>
          </ac:spMkLst>
        </pc:spChg>
        <pc:cxnChg chg="mod">
          <ac:chgData name="yuting zheng" userId="00c49f17c780fc61" providerId="LiveId" clId="{9B52CB43-0090-43E6-8DAD-A93A880B0927}" dt="2024-10-15T17:35:13.025" v="875" actId="20577"/>
          <ac:cxnSpMkLst>
            <pc:docMk/>
            <pc:sldMk cId="3389344360" sldId="302"/>
            <ac:cxnSpMk id="17" creationId="{E87EE984-091B-9C48-54DA-5BB2F82DDE52}"/>
          </ac:cxnSpMkLst>
        </pc:cxnChg>
      </pc:sldChg>
    </pc:docChg>
  </pc:docChgLst>
  <pc:docChgLst>
    <pc:chgData name="yuting zheng" userId="00c49f17c780fc61" providerId="LiveId" clId="{49DE0611-F4B8-4172-A0DF-BE29E9B14AD8}"/>
    <pc:docChg chg="undo custSel addSld delSld modSld sldOrd modSection">
      <pc:chgData name="yuting zheng" userId="00c49f17c780fc61" providerId="LiveId" clId="{49DE0611-F4B8-4172-A0DF-BE29E9B14AD8}" dt="2024-10-16T03:19:44.806" v="637" actId="108"/>
      <pc:docMkLst>
        <pc:docMk/>
      </pc:docMkLst>
      <pc:sldChg chg="addSp delSp modSp del mod">
        <pc:chgData name="yuting zheng" userId="00c49f17c780fc61" providerId="LiveId" clId="{49DE0611-F4B8-4172-A0DF-BE29E9B14AD8}" dt="2024-10-16T02:46:41.041" v="86" actId="2696"/>
        <pc:sldMkLst>
          <pc:docMk/>
          <pc:sldMk cId="0" sldId="264"/>
        </pc:sldMkLst>
        <pc:spChg chg="add mod">
          <ac:chgData name="yuting zheng" userId="00c49f17c780fc61" providerId="LiveId" clId="{49DE0611-F4B8-4172-A0DF-BE29E9B14AD8}" dt="2024-10-16T02:42:07.915" v="6" actId="1076"/>
          <ac:spMkLst>
            <pc:docMk/>
            <pc:sldMk cId="0" sldId="264"/>
            <ac:spMk id="2" creationId="{6F9D0718-8D49-7F48-D049-B8E0A609AF22}"/>
          </ac:spMkLst>
        </pc:spChg>
        <pc:spChg chg="add mod">
          <ac:chgData name="yuting zheng" userId="00c49f17c780fc61" providerId="LiveId" clId="{49DE0611-F4B8-4172-A0DF-BE29E9B14AD8}" dt="2024-10-16T02:43:06.468" v="52" actId="20577"/>
          <ac:spMkLst>
            <pc:docMk/>
            <pc:sldMk cId="0" sldId="264"/>
            <ac:spMk id="3" creationId="{5304418B-6925-29B1-3B27-270323FFB6F3}"/>
          </ac:spMkLst>
        </pc:spChg>
        <pc:spChg chg="del">
          <ac:chgData name="yuting zheng" userId="00c49f17c780fc61" providerId="LiveId" clId="{49DE0611-F4B8-4172-A0DF-BE29E9B14AD8}" dt="2024-10-16T02:41:27.505" v="0" actId="478"/>
          <ac:spMkLst>
            <pc:docMk/>
            <pc:sldMk cId="0" sldId="264"/>
            <ac:spMk id="4" creationId="{00000000-0000-0000-0000-000000000000}"/>
          </ac:spMkLst>
        </pc:spChg>
        <pc:spChg chg="del">
          <ac:chgData name="yuting zheng" userId="00c49f17c780fc61" providerId="LiveId" clId="{49DE0611-F4B8-4172-A0DF-BE29E9B14AD8}" dt="2024-10-16T02:41:27.505" v="0" actId="478"/>
          <ac:spMkLst>
            <pc:docMk/>
            <pc:sldMk cId="0" sldId="264"/>
            <ac:spMk id="6" creationId="{00000000-0000-0000-0000-000000000000}"/>
          </ac:spMkLst>
        </pc:spChg>
        <pc:spChg chg="add mod">
          <ac:chgData name="yuting zheng" userId="00c49f17c780fc61" providerId="LiveId" clId="{49DE0611-F4B8-4172-A0DF-BE29E9B14AD8}" dt="2024-10-16T02:42:53.282" v="34" actId="20577"/>
          <ac:spMkLst>
            <pc:docMk/>
            <pc:sldMk cId="0" sldId="264"/>
            <ac:spMk id="7" creationId="{9BB35B67-ED41-AAF2-6E23-290C981823B4}"/>
          </ac:spMkLst>
        </pc:spChg>
        <pc:spChg chg="del">
          <ac:chgData name="yuting zheng" userId="00c49f17c780fc61" providerId="LiveId" clId="{49DE0611-F4B8-4172-A0DF-BE29E9B14AD8}" dt="2024-10-16T02:41:27.505" v="0" actId="478"/>
          <ac:spMkLst>
            <pc:docMk/>
            <pc:sldMk cId="0" sldId="264"/>
            <ac:spMk id="8" creationId="{00000000-0000-0000-0000-000000000000}"/>
          </ac:spMkLst>
        </pc:spChg>
        <pc:spChg chg="del">
          <ac:chgData name="yuting zheng" userId="00c49f17c780fc61" providerId="LiveId" clId="{49DE0611-F4B8-4172-A0DF-BE29E9B14AD8}" dt="2024-10-16T02:41:27.505" v="0" actId="478"/>
          <ac:spMkLst>
            <pc:docMk/>
            <pc:sldMk cId="0" sldId="264"/>
            <ac:spMk id="9" creationId="{00000000-0000-0000-0000-000000000000}"/>
          </ac:spMkLst>
        </pc:spChg>
        <pc:spChg chg="add mod">
          <ac:chgData name="yuting zheng" userId="00c49f17c780fc61" providerId="LiveId" clId="{49DE0611-F4B8-4172-A0DF-BE29E9B14AD8}" dt="2024-10-16T02:42:07.915" v="6" actId="1076"/>
          <ac:spMkLst>
            <pc:docMk/>
            <pc:sldMk cId="0" sldId="264"/>
            <ac:spMk id="10" creationId="{00000000-0000-0000-0000-000000000000}"/>
          </ac:spMkLst>
        </pc:spChg>
        <pc:spChg chg="del">
          <ac:chgData name="yuting zheng" userId="00c49f17c780fc61" providerId="LiveId" clId="{49DE0611-F4B8-4172-A0DF-BE29E9B14AD8}" dt="2024-10-16T02:41:27.505" v="0" actId="478"/>
          <ac:spMkLst>
            <pc:docMk/>
            <pc:sldMk cId="0" sldId="264"/>
            <ac:spMk id="14" creationId="{00000000-0000-0000-0000-000000000000}"/>
          </ac:spMkLst>
        </pc:spChg>
        <pc:spChg chg="del">
          <ac:chgData name="yuting zheng" userId="00c49f17c780fc61" providerId="LiveId" clId="{49DE0611-F4B8-4172-A0DF-BE29E9B14AD8}" dt="2024-10-16T02:41:27.505" v="0" actId="478"/>
          <ac:spMkLst>
            <pc:docMk/>
            <pc:sldMk cId="0" sldId="264"/>
            <ac:spMk id="15" creationId="{00000000-0000-0000-0000-000000000000}"/>
          </ac:spMkLst>
        </pc:spChg>
        <pc:spChg chg="del">
          <ac:chgData name="yuting zheng" userId="00c49f17c780fc61" providerId="LiveId" clId="{49DE0611-F4B8-4172-A0DF-BE29E9B14AD8}" dt="2024-10-16T02:41:27.505" v="0" actId="478"/>
          <ac:spMkLst>
            <pc:docMk/>
            <pc:sldMk cId="0" sldId="264"/>
            <ac:spMk id="16" creationId="{00000000-0000-0000-0000-000000000000}"/>
          </ac:spMkLst>
        </pc:spChg>
        <pc:spChg chg="del">
          <ac:chgData name="yuting zheng" userId="00c49f17c780fc61" providerId="LiveId" clId="{49DE0611-F4B8-4172-A0DF-BE29E9B14AD8}" dt="2024-10-16T02:41:27.505" v="0" actId="478"/>
          <ac:spMkLst>
            <pc:docMk/>
            <pc:sldMk cId="0" sldId="264"/>
            <ac:spMk id="18" creationId="{00000000-0000-0000-0000-000000000000}"/>
          </ac:spMkLst>
        </pc:spChg>
        <pc:spChg chg="del">
          <ac:chgData name="yuting zheng" userId="00c49f17c780fc61" providerId="LiveId" clId="{49DE0611-F4B8-4172-A0DF-BE29E9B14AD8}" dt="2024-10-16T02:41:27.505" v="0" actId="478"/>
          <ac:spMkLst>
            <pc:docMk/>
            <pc:sldMk cId="0" sldId="264"/>
            <ac:spMk id="20" creationId="{00000000-0000-0000-0000-000000000000}"/>
          </ac:spMkLst>
        </pc:spChg>
        <pc:spChg chg="del">
          <ac:chgData name="yuting zheng" userId="00c49f17c780fc61" providerId="LiveId" clId="{49DE0611-F4B8-4172-A0DF-BE29E9B14AD8}" dt="2024-10-16T02:41:27.505" v="0" actId="478"/>
          <ac:spMkLst>
            <pc:docMk/>
            <pc:sldMk cId="0" sldId="264"/>
            <ac:spMk id="24" creationId="{00000000-0000-0000-0000-000000000000}"/>
          </ac:spMkLst>
        </pc:spChg>
        <pc:spChg chg="del">
          <ac:chgData name="yuting zheng" userId="00c49f17c780fc61" providerId="LiveId" clId="{49DE0611-F4B8-4172-A0DF-BE29E9B14AD8}" dt="2024-10-16T02:41:27.505" v="0" actId="478"/>
          <ac:spMkLst>
            <pc:docMk/>
            <pc:sldMk cId="0" sldId="264"/>
            <ac:spMk id="26" creationId="{00000000-0000-0000-0000-000000000000}"/>
          </ac:spMkLst>
        </pc:spChg>
        <pc:spChg chg="del">
          <ac:chgData name="yuting zheng" userId="00c49f17c780fc61" providerId="LiveId" clId="{49DE0611-F4B8-4172-A0DF-BE29E9B14AD8}" dt="2024-10-16T02:41:27.505" v="0" actId="478"/>
          <ac:spMkLst>
            <pc:docMk/>
            <pc:sldMk cId="0" sldId="264"/>
            <ac:spMk id="28" creationId="{00000000-0000-0000-0000-000000000000}"/>
          </ac:spMkLst>
        </pc:spChg>
        <pc:spChg chg="del">
          <ac:chgData name="yuting zheng" userId="00c49f17c780fc61" providerId="LiveId" clId="{49DE0611-F4B8-4172-A0DF-BE29E9B14AD8}" dt="2024-10-16T02:41:27.505" v="0" actId="478"/>
          <ac:spMkLst>
            <pc:docMk/>
            <pc:sldMk cId="0" sldId="264"/>
            <ac:spMk id="29" creationId="{00000000-0000-0000-0000-000000000000}"/>
          </ac:spMkLst>
        </pc:spChg>
        <pc:spChg chg="del">
          <ac:chgData name="yuting zheng" userId="00c49f17c780fc61" providerId="LiveId" clId="{49DE0611-F4B8-4172-A0DF-BE29E9B14AD8}" dt="2024-10-16T02:41:27.505" v="0" actId="478"/>
          <ac:spMkLst>
            <pc:docMk/>
            <pc:sldMk cId="0" sldId="264"/>
            <ac:spMk id="30" creationId="{00000000-0000-0000-0000-000000000000}"/>
          </ac:spMkLst>
        </pc:spChg>
        <pc:spChg chg="del">
          <ac:chgData name="yuting zheng" userId="00c49f17c780fc61" providerId="LiveId" clId="{49DE0611-F4B8-4172-A0DF-BE29E9B14AD8}" dt="2024-10-16T02:41:27.505" v="0" actId="478"/>
          <ac:spMkLst>
            <pc:docMk/>
            <pc:sldMk cId="0" sldId="264"/>
            <ac:spMk id="31" creationId="{00000000-0000-0000-0000-000000000000}"/>
          </ac:spMkLst>
        </pc:spChg>
        <pc:spChg chg="del">
          <ac:chgData name="yuting zheng" userId="00c49f17c780fc61" providerId="LiveId" clId="{49DE0611-F4B8-4172-A0DF-BE29E9B14AD8}" dt="2024-10-16T02:41:27.505" v="0" actId="478"/>
          <ac:spMkLst>
            <pc:docMk/>
            <pc:sldMk cId="0" sldId="264"/>
            <ac:spMk id="32" creationId="{00000000-0000-0000-0000-000000000000}"/>
          </ac:spMkLst>
        </pc:spChg>
        <pc:spChg chg="del">
          <ac:chgData name="yuting zheng" userId="00c49f17c780fc61" providerId="LiveId" clId="{49DE0611-F4B8-4172-A0DF-BE29E9B14AD8}" dt="2024-10-16T02:41:29.431" v="2" actId="478"/>
          <ac:spMkLst>
            <pc:docMk/>
            <pc:sldMk cId="0" sldId="264"/>
            <ac:spMk id="33" creationId="{00000000-0000-0000-0000-000000000000}"/>
          </ac:spMkLst>
        </pc:spChg>
        <pc:spChg chg="del">
          <ac:chgData name="yuting zheng" userId="00c49f17c780fc61" providerId="LiveId" clId="{49DE0611-F4B8-4172-A0DF-BE29E9B14AD8}" dt="2024-10-16T02:41:27.505" v="0" actId="478"/>
          <ac:spMkLst>
            <pc:docMk/>
            <pc:sldMk cId="0" sldId="264"/>
            <ac:spMk id="34" creationId="{00000000-0000-0000-0000-000000000000}"/>
          </ac:spMkLst>
        </pc:spChg>
        <pc:spChg chg="del">
          <ac:chgData name="yuting zheng" userId="00c49f17c780fc61" providerId="LiveId" clId="{49DE0611-F4B8-4172-A0DF-BE29E9B14AD8}" dt="2024-10-16T02:41:27.505" v="0" actId="478"/>
          <ac:spMkLst>
            <pc:docMk/>
            <pc:sldMk cId="0" sldId="264"/>
            <ac:spMk id="36" creationId="{00000000-0000-0000-0000-000000000000}"/>
          </ac:spMkLst>
        </pc:spChg>
        <pc:spChg chg="del">
          <ac:chgData name="yuting zheng" userId="00c49f17c780fc61" providerId="LiveId" clId="{49DE0611-F4B8-4172-A0DF-BE29E9B14AD8}" dt="2024-10-16T02:41:27.505" v="0" actId="478"/>
          <ac:spMkLst>
            <pc:docMk/>
            <pc:sldMk cId="0" sldId="264"/>
            <ac:spMk id="37" creationId="{00000000-0000-0000-0000-000000000000}"/>
          </ac:spMkLst>
        </pc:spChg>
        <pc:spChg chg="del">
          <ac:chgData name="yuting zheng" userId="00c49f17c780fc61" providerId="LiveId" clId="{49DE0611-F4B8-4172-A0DF-BE29E9B14AD8}" dt="2024-10-16T02:41:27.505" v="0" actId="478"/>
          <ac:spMkLst>
            <pc:docMk/>
            <pc:sldMk cId="0" sldId="264"/>
            <ac:spMk id="38" creationId="{00000000-0000-0000-0000-000000000000}"/>
          </ac:spMkLst>
        </pc:spChg>
        <pc:spChg chg="del">
          <ac:chgData name="yuting zheng" userId="00c49f17c780fc61" providerId="LiveId" clId="{49DE0611-F4B8-4172-A0DF-BE29E9B14AD8}" dt="2024-10-16T02:41:27.505" v="0" actId="478"/>
          <ac:spMkLst>
            <pc:docMk/>
            <pc:sldMk cId="0" sldId="264"/>
            <ac:spMk id="39" creationId="{00000000-0000-0000-0000-000000000000}"/>
          </ac:spMkLst>
        </pc:spChg>
        <pc:spChg chg="del">
          <ac:chgData name="yuting zheng" userId="00c49f17c780fc61" providerId="LiveId" clId="{49DE0611-F4B8-4172-A0DF-BE29E9B14AD8}" dt="2024-10-16T02:41:28.953" v="1" actId="478"/>
          <ac:spMkLst>
            <pc:docMk/>
            <pc:sldMk cId="0" sldId="264"/>
            <ac:spMk id="40" creationId="{00000000-0000-0000-0000-000000000000}"/>
          </ac:spMkLst>
        </pc:spChg>
        <pc:spChg chg="del">
          <ac:chgData name="yuting zheng" userId="00c49f17c780fc61" providerId="LiveId" clId="{49DE0611-F4B8-4172-A0DF-BE29E9B14AD8}" dt="2024-10-16T02:41:27.505" v="0" actId="478"/>
          <ac:spMkLst>
            <pc:docMk/>
            <pc:sldMk cId="0" sldId="264"/>
            <ac:spMk id="41" creationId="{00000000-0000-0000-0000-000000000000}"/>
          </ac:spMkLst>
        </pc:spChg>
        <pc:spChg chg="del">
          <ac:chgData name="yuting zheng" userId="00c49f17c780fc61" providerId="LiveId" clId="{49DE0611-F4B8-4172-A0DF-BE29E9B14AD8}" dt="2024-10-16T02:41:27.505" v="0" actId="478"/>
          <ac:spMkLst>
            <pc:docMk/>
            <pc:sldMk cId="0" sldId="264"/>
            <ac:spMk id="44" creationId="{00000000-0000-0000-0000-000000000000}"/>
          </ac:spMkLst>
        </pc:spChg>
        <pc:spChg chg="del">
          <ac:chgData name="yuting zheng" userId="00c49f17c780fc61" providerId="LiveId" clId="{49DE0611-F4B8-4172-A0DF-BE29E9B14AD8}" dt="2024-10-16T02:41:27.505" v="0" actId="478"/>
          <ac:spMkLst>
            <pc:docMk/>
            <pc:sldMk cId="0" sldId="264"/>
            <ac:spMk id="45" creationId="{00000000-0000-0000-0000-000000000000}"/>
          </ac:spMkLst>
        </pc:spChg>
        <pc:spChg chg="del">
          <ac:chgData name="yuting zheng" userId="00c49f17c780fc61" providerId="LiveId" clId="{49DE0611-F4B8-4172-A0DF-BE29E9B14AD8}" dt="2024-10-16T02:41:27.505" v="0" actId="478"/>
          <ac:spMkLst>
            <pc:docMk/>
            <pc:sldMk cId="0" sldId="264"/>
            <ac:spMk id="48" creationId="{00000000-0000-0000-0000-000000000000}"/>
          </ac:spMkLst>
        </pc:spChg>
        <pc:spChg chg="del">
          <ac:chgData name="yuting zheng" userId="00c49f17c780fc61" providerId="LiveId" clId="{49DE0611-F4B8-4172-A0DF-BE29E9B14AD8}" dt="2024-10-16T02:41:27.505" v="0" actId="478"/>
          <ac:spMkLst>
            <pc:docMk/>
            <pc:sldMk cId="0" sldId="264"/>
            <ac:spMk id="49" creationId="{00000000-0000-0000-0000-000000000000}"/>
          </ac:spMkLst>
        </pc:spChg>
        <pc:cxnChg chg="add mod">
          <ac:chgData name="yuting zheng" userId="00c49f17c780fc61" providerId="LiveId" clId="{49DE0611-F4B8-4172-A0DF-BE29E9B14AD8}" dt="2024-10-16T02:42:07.915" v="6" actId="1076"/>
          <ac:cxnSpMkLst>
            <pc:docMk/>
            <pc:sldMk cId="0" sldId="264"/>
            <ac:cxnSpMk id="5" creationId="{F73B89F3-2C38-627C-2FB5-1333766910E7}"/>
          </ac:cxnSpMkLst>
        </pc:cxnChg>
        <pc:cxnChg chg="add mod">
          <ac:chgData name="yuting zheng" userId="00c49f17c780fc61" providerId="LiveId" clId="{49DE0611-F4B8-4172-A0DF-BE29E9B14AD8}" dt="2024-10-16T02:42:07.915" v="6" actId="1076"/>
          <ac:cxnSpMkLst>
            <pc:docMk/>
            <pc:sldMk cId="0" sldId="264"/>
            <ac:cxnSpMk id="12" creationId="{00000000-0000-0000-0000-000000000000}"/>
          </ac:cxnSpMkLst>
        </pc:cxnChg>
      </pc:sldChg>
      <pc:sldChg chg="addSp delSp modSp mod">
        <pc:chgData name="yuting zheng" userId="00c49f17c780fc61" providerId="LiveId" clId="{49DE0611-F4B8-4172-A0DF-BE29E9B14AD8}" dt="2024-10-16T03:15:34.459" v="541" actId="20577"/>
        <pc:sldMkLst>
          <pc:docMk/>
          <pc:sldMk cId="4023903824" sldId="301"/>
        </pc:sldMkLst>
        <pc:spChg chg="mod">
          <ac:chgData name="yuting zheng" userId="00c49f17c780fc61" providerId="LiveId" clId="{49DE0611-F4B8-4172-A0DF-BE29E9B14AD8}" dt="2024-10-16T03:15:34.459" v="541" actId="20577"/>
          <ac:spMkLst>
            <pc:docMk/>
            <pc:sldMk cId="4023903824" sldId="301"/>
            <ac:spMk id="2" creationId="{B1D08BC3-BB1C-628D-D6AC-D0C467BD7D88}"/>
          </ac:spMkLst>
        </pc:spChg>
        <pc:spChg chg="add mod">
          <ac:chgData name="yuting zheng" userId="00c49f17c780fc61" providerId="LiveId" clId="{49DE0611-F4B8-4172-A0DF-BE29E9B14AD8}" dt="2024-10-16T03:00:59.764" v="228" actId="11"/>
          <ac:spMkLst>
            <pc:docMk/>
            <pc:sldMk cId="4023903824" sldId="301"/>
            <ac:spMk id="6" creationId="{147449E6-56BA-1FB5-1BFC-AB1638C82440}"/>
          </ac:spMkLst>
        </pc:spChg>
        <pc:spChg chg="add">
          <ac:chgData name="yuting zheng" userId="00c49f17c780fc61" providerId="LiveId" clId="{49DE0611-F4B8-4172-A0DF-BE29E9B14AD8}" dt="2024-10-16T03:02:06.485" v="257"/>
          <ac:spMkLst>
            <pc:docMk/>
            <pc:sldMk cId="4023903824" sldId="301"/>
            <ac:spMk id="7" creationId="{150CCE85-5EC5-6ACA-49EF-EA61708B14DB}"/>
          </ac:spMkLst>
        </pc:spChg>
        <pc:spChg chg="add del mod">
          <ac:chgData name="yuting zheng" userId="00c49f17c780fc61" providerId="LiveId" clId="{49DE0611-F4B8-4172-A0DF-BE29E9B14AD8}" dt="2024-10-16T03:03:36.169" v="299"/>
          <ac:spMkLst>
            <pc:docMk/>
            <pc:sldMk cId="4023903824" sldId="301"/>
            <ac:spMk id="8" creationId="{81DDD389-C97E-20E9-2DBF-537AC717523D}"/>
          </ac:spMkLst>
        </pc:spChg>
        <pc:spChg chg="del mod">
          <ac:chgData name="yuting zheng" userId="00c49f17c780fc61" providerId="LiveId" clId="{49DE0611-F4B8-4172-A0DF-BE29E9B14AD8}" dt="2024-10-16T02:54:53.614" v="214"/>
          <ac:spMkLst>
            <pc:docMk/>
            <pc:sldMk cId="4023903824" sldId="301"/>
            <ac:spMk id="10" creationId="{FC992BC3-6504-06E3-A41C-46CA88370BF8}"/>
          </ac:spMkLst>
        </pc:spChg>
        <pc:spChg chg="mod">
          <ac:chgData name="yuting zheng" userId="00c49f17c780fc61" providerId="LiveId" clId="{49DE0611-F4B8-4172-A0DF-BE29E9B14AD8}" dt="2024-10-16T03:00:28.437" v="216" actId="20577"/>
          <ac:spMkLst>
            <pc:docMk/>
            <pc:sldMk cId="4023903824" sldId="301"/>
            <ac:spMk id="11" creationId="{CDF4DBC2-F096-3D48-E9B3-7B80E9C3CEF6}"/>
          </ac:spMkLst>
        </pc:spChg>
        <pc:cxnChg chg="mod">
          <ac:chgData name="yuting zheng" userId="00c49f17c780fc61" providerId="LiveId" clId="{49DE0611-F4B8-4172-A0DF-BE29E9B14AD8}" dt="2024-10-16T03:02:12.140" v="260" actId="1076"/>
          <ac:cxnSpMkLst>
            <pc:docMk/>
            <pc:sldMk cId="4023903824" sldId="301"/>
            <ac:cxnSpMk id="17" creationId="{D893178C-5358-EAF0-087D-2E7DAD694E43}"/>
          </ac:cxnSpMkLst>
        </pc:cxnChg>
      </pc:sldChg>
      <pc:sldChg chg="addSp modSp mod">
        <pc:chgData name="yuting zheng" userId="00c49f17c780fc61" providerId="LiveId" clId="{49DE0611-F4B8-4172-A0DF-BE29E9B14AD8}" dt="2024-10-16T03:19:44.806" v="637" actId="108"/>
        <pc:sldMkLst>
          <pc:docMk/>
          <pc:sldMk cId="3389344360" sldId="302"/>
        </pc:sldMkLst>
        <pc:spChg chg="mod">
          <ac:chgData name="yuting zheng" userId="00c49f17c780fc61" providerId="LiveId" clId="{49DE0611-F4B8-4172-A0DF-BE29E9B14AD8}" dt="2024-10-16T03:19:40.451" v="634" actId="108"/>
          <ac:spMkLst>
            <pc:docMk/>
            <pc:sldMk cId="3389344360" sldId="302"/>
            <ac:spMk id="2" creationId="{D6426E4F-8296-0347-5BEA-736496A8A5C4}"/>
          </ac:spMkLst>
        </pc:spChg>
        <pc:spChg chg="add mod">
          <ac:chgData name="yuting zheng" userId="00c49f17c780fc61" providerId="LiveId" clId="{49DE0611-F4B8-4172-A0DF-BE29E9B14AD8}" dt="2024-10-16T03:17:37.441" v="600" actId="20577"/>
          <ac:spMkLst>
            <pc:docMk/>
            <pc:sldMk cId="3389344360" sldId="302"/>
            <ac:spMk id="5" creationId="{D40072BE-355C-58A5-5D53-1B4E22DF3D22}"/>
          </ac:spMkLst>
        </pc:spChg>
        <pc:spChg chg="mod">
          <ac:chgData name="yuting zheng" userId="00c49f17c780fc61" providerId="LiveId" clId="{49DE0611-F4B8-4172-A0DF-BE29E9B14AD8}" dt="2024-10-16T03:19:44.806" v="637" actId="108"/>
          <ac:spMkLst>
            <pc:docMk/>
            <pc:sldMk cId="3389344360" sldId="302"/>
            <ac:spMk id="10" creationId="{206CFC1A-F826-DC6D-156D-2BC1F22A32D4}"/>
          </ac:spMkLst>
        </pc:spChg>
        <pc:spChg chg="mod">
          <ac:chgData name="yuting zheng" userId="00c49f17c780fc61" providerId="LiveId" clId="{49DE0611-F4B8-4172-A0DF-BE29E9B14AD8}" dt="2024-10-16T03:13:21.213" v="456" actId="108"/>
          <ac:spMkLst>
            <pc:docMk/>
            <pc:sldMk cId="3389344360" sldId="302"/>
            <ac:spMk id="11" creationId="{F7C27179-B966-9B69-8FA9-7B0E808E3C67}"/>
          </ac:spMkLst>
        </pc:spChg>
      </pc:sldChg>
      <pc:sldChg chg="addSp modSp add mod ord">
        <pc:chgData name="yuting zheng" userId="00c49f17c780fc61" providerId="LiveId" clId="{49DE0611-F4B8-4172-A0DF-BE29E9B14AD8}" dt="2024-10-16T02:49:29.860" v="158" actId="1076"/>
        <pc:sldMkLst>
          <pc:docMk/>
          <pc:sldMk cId="3366771709" sldId="303"/>
        </pc:sldMkLst>
        <pc:spChg chg="mod">
          <ac:chgData name="yuting zheng" userId="00c49f17c780fc61" providerId="LiveId" clId="{49DE0611-F4B8-4172-A0DF-BE29E9B14AD8}" dt="2024-10-16T02:49:29.860" v="158" actId="1076"/>
          <ac:spMkLst>
            <pc:docMk/>
            <pc:sldMk cId="3366771709" sldId="303"/>
            <ac:spMk id="2" creationId="{6F9D0718-8D49-7F48-D049-B8E0A609AF22}"/>
          </ac:spMkLst>
        </pc:spChg>
        <pc:spChg chg="mod">
          <ac:chgData name="yuting zheng" userId="00c49f17c780fc61" providerId="LiveId" clId="{49DE0611-F4B8-4172-A0DF-BE29E9B14AD8}" dt="2024-10-16T02:49:29.860" v="158" actId="1076"/>
          <ac:spMkLst>
            <pc:docMk/>
            <pc:sldMk cId="3366771709" sldId="303"/>
            <ac:spMk id="3" creationId="{5304418B-6925-29B1-3B27-270323FFB6F3}"/>
          </ac:spMkLst>
        </pc:spChg>
        <pc:spChg chg="add mod">
          <ac:chgData name="yuting zheng" userId="00c49f17c780fc61" providerId="LiveId" clId="{49DE0611-F4B8-4172-A0DF-BE29E9B14AD8}" dt="2024-10-16T02:49:29.860" v="158" actId="1076"/>
          <ac:spMkLst>
            <pc:docMk/>
            <pc:sldMk cId="3366771709" sldId="303"/>
            <ac:spMk id="4" creationId="{00000000-0000-0000-0000-000000000000}"/>
          </ac:spMkLst>
        </pc:spChg>
        <pc:spChg chg="mod">
          <ac:chgData name="yuting zheng" userId="00c49f17c780fc61" providerId="LiveId" clId="{49DE0611-F4B8-4172-A0DF-BE29E9B14AD8}" dt="2024-10-16T02:49:29.860" v="158" actId="1076"/>
          <ac:spMkLst>
            <pc:docMk/>
            <pc:sldMk cId="3366771709" sldId="303"/>
            <ac:spMk id="7" creationId="{9BB35B67-ED41-AAF2-6E23-290C981823B4}"/>
          </ac:spMkLst>
        </pc:spChg>
        <pc:spChg chg="add mod">
          <ac:chgData name="yuting zheng" userId="00c49f17c780fc61" providerId="LiveId" clId="{49DE0611-F4B8-4172-A0DF-BE29E9B14AD8}" dt="2024-10-16T02:49:29.860" v="158" actId="1076"/>
          <ac:spMkLst>
            <pc:docMk/>
            <pc:sldMk cId="3366771709" sldId="303"/>
            <ac:spMk id="8" creationId="{9BB35B67-ED41-AAF2-6E23-290C981823B4}"/>
          </ac:spMkLst>
        </pc:spChg>
        <pc:spChg chg="mod">
          <ac:chgData name="yuting zheng" userId="00c49f17c780fc61" providerId="LiveId" clId="{49DE0611-F4B8-4172-A0DF-BE29E9B14AD8}" dt="2024-10-16T02:49:29.860" v="158" actId="1076"/>
          <ac:spMkLst>
            <pc:docMk/>
            <pc:sldMk cId="3366771709" sldId="303"/>
            <ac:spMk id="10" creationId="{00000000-0000-0000-0000-000000000000}"/>
          </ac:spMkLst>
        </pc:spChg>
        <pc:spChg chg="mod">
          <ac:chgData name="yuting zheng" userId="00c49f17c780fc61" providerId="LiveId" clId="{49DE0611-F4B8-4172-A0DF-BE29E9B14AD8}" dt="2024-10-16T02:49:29.860" v="158" actId="1076"/>
          <ac:spMkLst>
            <pc:docMk/>
            <pc:sldMk cId="3366771709" sldId="303"/>
            <ac:spMk id="53" creationId="{00000000-0000-0000-0000-000000000000}"/>
          </ac:spMkLst>
        </pc:spChg>
        <pc:cxnChg chg="mod">
          <ac:chgData name="yuting zheng" userId="00c49f17c780fc61" providerId="LiveId" clId="{49DE0611-F4B8-4172-A0DF-BE29E9B14AD8}" dt="2024-10-16T02:49:29.860" v="158" actId="1076"/>
          <ac:cxnSpMkLst>
            <pc:docMk/>
            <pc:sldMk cId="3366771709" sldId="303"/>
            <ac:cxnSpMk id="5" creationId="{F73B89F3-2C38-627C-2FB5-1333766910E7}"/>
          </ac:cxnSpMkLst>
        </pc:cxnChg>
        <pc:cxnChg chg="add mod">
          <ac:chgData name="yuting zheng" userId="00c49f17c780fc61" providerId="LiveId" clId="{49DE0611-F4B8-4172-A0DF-BE29E9B14AD8}" dt="2024-10-16T02:49:29.860" v="158" actId="1076"/>
          <ac:cxnSpMkLst>
            <pc:docMk/>
            <pc:sldMk cId="3366771709" sldId="303"/>
            <ac:cxnSpMk id="6" creationId="{00000000-0000-0000-0000-000000000000}"/>
          </ac:cxnSpMkLst>
        </pc:cxnChg>
        <pc:cxnChg chg="mod">
          <ac:chgData name="yuting zheng" userId="00c49f17c780fc61" providerId="LiveId" clId="{49DE0611-F4B8-4172-A0DF-BE29E9B14AD8}" dt="2024-10-16T02:49:29.860" v="158" actId="1076"/>
          <ac:cxnSpMkLst>
            <pc:docMk/>
            <pc:sldMk cId="3366771709" sldId="303"/>
            <ac:cxnSpMk id="12" creationId="{00000000-0000-0000-0000-000000000000}"/>
          </ac:cxnSpMkLst>
        </pc:cxnChg>
      </pc:sldChg>
      <pc:sldChg chg="delSp add del mod">
        <pc:chgData name="yuting zheng" userId="00c49f17c780fc61" providerId="LiveId" clId="{49DE0611-F4B8-4172-A0DF-BE29E9B14AD8}" dt="2024-10-16T02:42:20.050" v="9" actId="2696"/>
        <pc:sldMkLst>
          <pc:docMk/>
          <pc:sldMk cId="3473603116" sldId="303"/>
        </pc:sldMkLst>
        <pc:spChg chg="del">
          <ac:chgData name="yuting zheng" userId="00c49f17c780fc61" providerId="LiveId" clId="{49DE0611-F4B8-4172-A0DF-BE29E9B14AD8}" dt="2024-10-16T02:42:00.907" v="4" actId="21"/>
          <ac:spMkLst>
            <pc:docMk/>
            <pc:sldMk cId="3473603116" sldId="303"/>
            <ac:spMk id="2" creationId="{6F9D0718-8D49-7F48-D049-B8E0A609AF22}"/>
          </ac:spMkLst>
        </pc:spChg>
        <pc:spChg chg="del">
          <ac:chgData name="yuting zheng" userId="00c49f17c780fc61" providerId="LiveId" clId="{49DE0611-F4B8-4172-A0DF-BE29E9B14AD8}" dt="2024-10-16T02:42:00.907" v="4" actId="21"/>
          <ac:spMkLst>
            <pc:docMk/>
            <pc:sldMk cId="3473603116" sldId="303"/>
            <ac:spMk id="3" creationId="{5304418B-6925-29B1-3B27-270323FFB6F3}"/>
          </ac:spMkLst>
        </pc:spChg>
        <pc:spChg chg="del">
          <ac:chgData name="yuting zheng" userId="00c49f17c780fc61" providerId="LiveId" clId="{49DE0611-F4B8-4172-A0DF-BE29E9B14AD8}" dt="2024-10-16T02:42:00.907" v="4" actId="21"/>
          <ac:spMkLst>
            <pc:docMk/>
            <pc:sldMk cId="3473603116" sldId="303"/>
            <ac:spMk id="10" creationId="{00000000-0000-0000-0000-000000000000}"/>
          </ac:spMkLst>
        </pc:spChg>
        <pc:cxnChg chg="del">
          <ac:chgData name="yuting zheng" userId="00c49f17c780fc61" providerId="LiveId" clId="{49DE0611-F4B8-4172-A0DF-BE29E9B14AD8}" dt="2024-10-16T02:42:00.907" v="4" actId="21"/>
          <ac:cxnSpMkLst>
            <pc:docMk/>
            <pc:sldMk cId="3473603116" sldId="303"/>
            <ac:cxnSpMk id="4" creationId="{F73B89F3-2C38-627C-2FB5-1333766910E7}"/>
          </ac:cxnSpMkLst>
        </pc:cxnChg>
        <pc:cxnChg chg="del">
          <ac:chgData name="yuting zheng" userId="00c49f17c780fc61" providerId="LiveId" clId="{49DE0611-F4B8-4172-A0DF-BE29E9B14AD8}" dt="2024-10-16T02:42:00.907" v="4" actId="21"/>
          <ac:cxnSpMkLst>
            <pc:docMk/>
            <pc:sldMk cId="3473603116" sldId="303"/>
            <ac:cxnSpMk id="12" creationId="{00000000-0000-0000-0000-000000000000}"/>
          </ac:cxnSpMkLst>
        </pc:cxnChg>
      </pc:sldChg>
      <pc:sldChg chg="delSp modSp add mod">
        <pc:chgData name="yuting zheng" userId="00c49f17c780fc61" providerId="LiveId" clId="{49DE0611-F4B8-4172-A0DF-BE29E9B14AD8}" dt="2024-10-16T02:51:11.118" v="187" actId="108"/>
        <pc:sldMkLst>
          <pc:docMk/>
          <pc:sldMk cId="2963764496" sldId="304"/>
        </pc:sldMkLst>
        <pc:spChg chg="mod">
          <ac:chgData name="yuting zheng" userId="00c49f17c780fc61" providerId="LiveId" clId="{49DE0611-F4B8-4172-A0DF-BE29E9B14AD8}" dt="2024-10-16T02:51:11.118" v="187" actId="108"/>
          <ac:spMkLst>
            <pc:docMk/>
            <pc:sldMk cId="2963764496" sldId="304"/>
            <ac:spMk id="2" creationId="{6F9D0718-8D49-7F48-D049-B8E0A609AF22}"/>
          </ac:spMkLst>
        </pc:spChg>
        <pc:spChg chg="mod">
          <ac:chgData name="yuting zheng" userId="00c49f17c780fc61" providerId="LiveId" clId="{49DE0611-F4B8-4172-A0DF-BE29E9B14AD8}" dt="2024-10-16T02:49:40.898" v="159" actId="1076"/>
          <ac:spMkLst>
            <pc:docMk/>
            <pc:sldMk cId="2963764496" sldId="304"/>
            <ac:spMk id="3" creationId="{5304418B-6925-29B1-3B27-270323FFB6F3}"/>
          </ac:spMkLst>
        </pc:spChg>
        <pc:spChg chg="del mod">
          <ac:chgData name="yuting zheng" userId="00c49f17c780fc61" providerId="LiveId" clId="{49DE0611-F4B8-4172-A0DF-BE29E9B14AD8}" dt="2024-10-16T02:49:05.294" v="153" actId="21"/>
          <ac:spMkLst>
            <pc:docMk/>
            <pc:sldMk cId="2963764496" sldId="304"/>
            <ac:spMk id="7" creationId="{9BB35B67-ED41-AAF2-6E23-290C981823B4}"/>
          </ac:spMkLst>
        </pc:spChg>
        <pc:spChg chg="del mod">
          <ac:chgData name="yuting zheng" userId="00c49f17c780fc61" providerId="LiveId" clId="{49DE0611-F4B8-4172-A0DF-BE29E9B14AD8}" dt="2024-10-16T02:49:05.294" v="153" actId="21"/>
          <ac:spMkLst>
            <pc:docMk/>
            <pc:sldMk cId="2963764496" sldId="304"/>
            <ac:spMk id="10" creationId="{00000000-0000-0000-0000-000000000000}"/>
          </ac:spMkLst>
        </pc:spChg>
        <pc:spChg chg="mod">
          <ac:chgData name="yuting zheng" userId="00c49f17c780fc61" providerId="LiveId" clId="{49DE0611-F4B8-4172-A0DF-BE29E9B14AD8}" dt="2024-10-16T02:49:40.898" v="159" actId="1076"/>
          <ac:spMkLst>
            <pc:docMk/>
            <pc:sldMk cId="2963764496" sldId="304"/>
            <ac:spMk id="53" creationId="{00000000-0000-0000-0000-000000000000}"/>
          </ac:spMkLst>
        </pc:spChg>
        <pc:cxnChg chg="mod">
          <ac:chgData name="yuting zheng" userId="00c49f17c780fc61" providerId="LiveId" clId="{49DE0611-F4B8-4172-A0DF-BE29E9B14AD8}" dt="2024-10-16T02:49:40.898" v="159" actId="1076"/>
          <ac:cxnSpMkLst>
            <pc:docMk/>
            <pc:sldMk cId="2963764496" sldId="304"/>
            <ac:cxnSpMk id="5" creationId="{F73B89F3-2C38-627C-2FB5-1333766910E7}"/>
          </ac:cxnSpMkLst>
        </pc:cxnChg>
        <pc:cxnChg chg="del">
          <ac:chgData name="yuting zheng" userId="00c49f17c780fc61" providerId="LiveId" clId="{49DE0611-F4B8-4172-A0DF-BE29E9B14AD8}" dt="2024-10-16T02:49:05.294" v="153" actId="21"/>
          <ac:cxnSpMkLst>
            <pc:docMk/>
            <pc:sldMk cId="2963764496" sldId="304"/>
            <ac:cxnSpMk id="12" creationId="{00000000-0000-0000-0000-000000000000}"/>
          </ac:cxnSpMkLst>
        </pc:cxnChg>
      </pc:sldChg>
      <pc:sldChg chg="modSp add mod">
        <pc:chgData name="yuting zheng" userId="00c49f17c780fc61" providerId="LiveId" clId="{49DE0611-F4B8-4172-A0DF-BE29E9B14AD8}" dt="2024-10-16T03:09:42.431" v="454" actId="108"/>
        <pc:sldMkLst>
          <pc:docMk/>
          <pc:sldMk cId="3940359430" sldId="305"/>
        </pc:sldMkLst>
        <pc:spChg chg="mod">
          <ac:chgData name="yuting zheng" userId="00c49f17c780fc61" providerId="LiveId" clId="{49DE0611-F4B8-4172-A0DF-BE29E9B14AD8}" dt="2024-10-16T03:09:26.713" v="449" actId="20577"/>
          <ac:spMkLst>
            <pc:docMk/>
            <pc:sldMk cId="3940359430" sldId="305"/>
            <ac:spMk id="2" creationId="{B1D08BC3-BB1C-628D-D6AC-D0C467BD7D88}"/>
          </ac:spMkLst>
        </pc:spChg>
        <pc:spChg chg="mod">
          <ac:chgData name="yuting zheng" userId="00c49f17c780fc61" providerId="LiveId" clId="{49DE0611-F4B8-4172-A0DF-BE29E9B14AD8}" dt="2024-10-16T03:09:42.431" v="454" actId="108"/>
          <ac:spMkLst>
            <pc:docMk/>
            <pc:sldMk cId="3940359430" sldId="305"/>
            <ac:spMk id="3" creationId="{9A4702E5-ABE3-E813-0E22-087A22F042FD}"/>
          </ac:spMkLst>
        </pc:spChg>
        <pc:spChg chg="mod">
          <ac:chgData name="yuting zheng" userId="00c49f17c780fc61" providerId="LiveId" clId="{49DE0611-F4B8-4172-A0DF-BE29E9B14AD8}" dt="2024-10-16T03:07:48.978" v="339" actId="108"/>
          <ac:spMkLst>
            <pc:docMk/>
            <pc:sldMk cId="3940359430" sldId="305"/>
            <ac:spMk id="6" creationId="{147449E6-56BA-1FB5-1BFC-AB1638C82440}"/>
          </ac:spMkLst>
        </pc:spChg>
        <pc:spChg chg="mod">
          <ac:chgData name="yuting zheng" userId="00c49f17c780fc61" providerId="LiveId" clId="{49DE0611-F4B8-4172-A0DF-BE29E9B14AD8}" dt="2024-10-16T03:06:58.049" v="331" actId="108"/>
          <ac:spMkLst>
            <pc:docMk/>
            <pc:sldMk cId="3940359430" sldId="305"/>
            <ac:spMk id="11" creationId="{CDF4DBC2-F096-3D48-E9B3-7B80E9C3CEF6}"/>
          </ac:spMkLst>
        </pc:spChg>
      </pc:sldChg>
    </pc:docChg>
  </pc:docChgLst>
  <pc:docChgLst>
    <pc:chgData name="7 Town" userId="f001bd45134943c1" providerId="LiveId" clId="{83CC9F8B-F704-4A6B-AF9F-D920A0D337A6}"/>
    <pc:docChg chg="undo custSel addSld delSld modSld sldOrd modSection">
      <pc:chgData name="7 Town" userId="f001bd45134943c1" providerId="LiveId" clId="{83CC9F8B-F704-4A6B-AF9F-D920A0D337A6}" dt="2024-10-23T05:41:22.931" v="2798" actId="1076"/>
      <pc:docMkLst>
        <pc:docMk/>
      </pc:docMkLst>
      <pc:sldChg chg="addSp delSp modSp add mod">
        <pc:chgData name="7 Town" userId="f001bd45134943c1" providerId="LiveId" clId="{83CC9F8B-F704-4A6B-AF9F-D920A0D337A6}" dt="2024-10-22T14:40:20.363" v="792" actId="20577"/>
        <pc:sldMkLst>
          <pc:docMk/>
          <pc:sldMk cId="0" sldId="263"/>
        </pc:sldMkLst>
        <pc:spChg chg="add mod">
          <ac:chgData name="7 Town" userId="f001bd45134943c1" providerId="LiveId" clId="{83CC9F8B-F704-4A6B-AF9F-D920A0D337A6}" dt="2024-10-22T14:36:33.657" v="714" actId="1076"/>
          <ac:spMkLst>
            <pc:docMk/>
            <pc:sldMk cId="0" sldId="263"/>
            <ac:spMk id="3" creationId="{5B7E0EDD-39E6-14B3-54D7-1E61098F235C}"/>
          </ac:spMkLst>
        </pc:spChg>
        <pc:spChg chg="add mod">
          <ac:chgData name="7 Town" userId="f001bd45134943c1" providerId="LiveId" clId="{83CC9F8B-F704-4A6B-AF9F-D920A0D337A6}" dt="2024-10-22T14:33:51.126" v="655" actId="1076"/>
          <ac:spMkLst>
            <pc:docMk/>
            <pc:sldMk cId="0" sldId="263"/>
            <ac:spMk id="4" creationId="{F03CD199-2F6C-AE91-49C7-F1D48608123E}"/>
          </ac:spMkLst>
        </pc:spChg>
        <pc:spChg chg="add mod ord">
          <ac:chgData name="7 Town" userId="f001bd45134943c1" providerId="LiveId" clId="{83CC9F8B-F704-4A6B-AF9F-D920A0D337A6}" dt="2024-10-22T14:34:45.059" v="663" actId="167"/>
          <ac:spMkLst>
            <pc:docMk/>
            <pc:sldMk cId="0" sldId="263"/>
            <ac:spMk id="5" creationId="{F6BF1348-459C-53A9-DDA3-EF760A6CA399}"/>
          </ac:spMkLst>
        </pc:spChg>
        <pc:spChg chg="add mod">
          <ac:chgData name="7 Town" userId="f001bd45134943c1" providerId="LiveId" clId="{83CC9F8B-F704-4A6B-AF9F-D920A0D337A6}" dt="2024-10-22T14:34:06.009" v="657" actId="1076"/>
          <ac:spMkLst>
            <pc:docMk/>
            <pc:sldMk cId="0" sldId="263"/>
            <ac:spMk id="6" creationId="{1A2AE3B0-944E-6D87-7874-00ACA98E1FE4}"/>
          </ac:spMkLst>
        </pc:spChg>
        <pc:spChg chg="add mod">
          <ac:chgData name="7 Town" userId="f001bd45134943c1" providerId="LiveId" clId="{83CC9F8B-F704-4A6B-AF9F-D920A0D337A6}" dt="2024-10-22T14:37:22.656" v="753" actId="1076"/>
          <ac:spMkLst>
            <pc:docMk/>
            <pc:sldMk cId="0" sldId="263"/>
            <ac:spMk id="7" creationId="{F227E2B3-3D42-C9D1-CB42-F7C9A2C565F6}"/>
          </ac:spMkLst>
        </pc:spChg>
        <pc:spChg chg="add mod">
          <ac:chgData name="7 Town" userId="f001bd45134943c1" providerId="LiveId" clId="{83CC9F8B-F704-4A6B-AF9F-D920A0D337A6}" dt="2024-10-22T14:37:26.081" v="754" actId="1076"/>
          <ac:spMkLst>
            <pc:docMk/>
            <pc:sldMk cId="0" sldId="263"/>
            <ac:spMk id="8" creationId="{27BCC533-A89B-3EF4-09CE-6E08A16F94B2}"/>
          </ac:spMkLst>
        </pc:spChg>
        <pc:spChg chg="add mod">
          <ac:chgData name="7 Town" userId="f001bd45134943c1" providerId="LiveId" clId="{83CC9F8B-F704-4A6B-AF9F-D920A0D337A6}" dt="2024-10-22T14:40:20.363" v="792" actId="20577"/>
          <ac:spMkLst>
            <pc:docMk/>
            <pc:sldMk cId="0" sldId="263"/>
            <ac:spMk id="9" creationId="{71DEE1B6-5AAF-07F8-5E0C-4EEAD64A2AE2}"/>
          </ac:spMkLst>
        </pc:spChg>
        <pc:spChg chg="mod">
          <ac:chgData name="7 Town" userId="f001bd45134943c1" providerId="LiveId" clId="{83CC9F8B-F704-4A6B-AF9F-D920A0D337A6}" dt="2024-10-22T14:40:17.833" v="791" actId="20577"/>
          <ac:spMkLst>
            <pc:docMk/>
            <pc:sldMk cId="0" sldId="263"/>
            <ac:spMk id="10" creationId="{00000000-0000-0000-0000-000000000000}"/>
          </ac:spMkLst>
        </pc:spChg>
        <pc:spChg chg="mod">
          <ac:chgData name="7 Town" userId="f001bd45134943c1" providerId="LiveId" clId="{83CC9F8B-F704-4A6B-AF9F-D920A0D337A6}" dt="2024-10-22T14:39:53.231" v="787" actId="1076"/>
          <ac:spMkLst>
            <pc:docMk/>
            <pc:sldMk cId="0" sldId="263"/>
            <ac:spMk id="11" creationId="{00000000-0000-0000-0000-000000000000}"/>
          </ac:spMkLst>
        </pc:spChg>
        <pc:spChg chg="mod">
          <ac:chgData name="7 Town" userId="f001bd45134943c1" providerId="LiveId" clId="{83CC9F8B-F704-4A6B-AF9F-D920A0D337A6}" dt="2024-10-22T14:27:31.198" v="645" actId="20577"/>
          <ac:spMkLst>
            <pc:docMk/>
            <pc:sldMk cId="0" sldId="263"/>
            <ac:spMk id="22" creationId="{00000000-0000-0000-0000-000000000000}"/>
          </ac:spMkLst>
        </pc:spChg>
        <pc:spChg chg="mod">
          <ac:chgData name="7 Town" userId="f001bd45134943c1" providerId="LiveId" clId="{83CC9F8B-F704-4A6B-AF9F-D920A0D337A6}" dt="2024-10-22T14:18:25.728" v="469" actId="20577"/>
          <ac:spMkLst>
            <pc:docMk/>
            <pc:sldMk cId="0" sldId="263"/>
            <ac:spMk id="23" creationId="{00000000-0000-0000-0000-000000000000}"/>
          </ac:spMkLst>
        </pc:spChg>
        <pc:spChg chg="del">
          <ac:chgData name="7 Town" userId="f001bd45134943c1" providerId="LiveId" clId="{83CC9F8B-F704-4A6B-AF9F-D920A0D337A6}" dt="2024-10-22T14:32:53.199" v="647" actId="478"/>
          <ac:spMkLst>
            <pc:docMk/>
            <pc:sldMk cId="0" sldId="263"/>
            <ac:spMk id="68" creationId="{00000000-0000-0000-0000-000000000000}"/>
          </ac:spMkLst>
        </pc:spChg>
        <pc:spChg chg="del">
          <ac:chgData name="7 Town" userId="f001bd45134943c1" providerId="LiveId" clId="{83CC9F8B-F704-4A6B-AF9F-D920A0D337A6}" dt="2024-10-22T14:19:24.245" v="536" actId="478"/>
          <ac:spMkLst>
            <pc:docMk/>
            <pc:sldMk cId="0" sldId="263"/>
            <ac:spMk id="72" creationId="{00000000-0000-0000-0000-000000000000}"/>
          </ac:spMkLst>
        </pc:spChg>
        <pc:spChg chg="del">
          <ac:chgData name="7 Town" userId="f001bd45134943c1" providerId="LiveId" clId="{83CC9F8B-F704-4A6B-AF9F-D920A0D337A6}" dt="2024-10-22T14:19:24.245" v="536" actId="478"/>
          <ac:spMkLst>
            <pc:docMk/>
            <pc:sldMk cId="0" sldId="263"/>
            <ac:spMk id="73" creationId="{00000000-0000-0000-0000-000000000000}"/>
          </ac:spMkLst>
        </pc:spChg>
        <pc:spChg chg="del mod">
          <ac:chgData name="7 Town" userId="f001bd45134943c1" providerId="LiveId" clId="{83CC9F8B-F704-4A6B-AF9F-D920A0D337A6}" dt="2024-10-22T14:32:54.220" v="648" actId="478"/>
          <ac:spMkLst>
            <pc:docMk/>
            <pc:sldMk cId="0" sldId="263"/>
            <ac:spMk id="76" creationId="{00000000-0000-0000-0000-000000000000}"/>
          </ac:spMkLst>
        </pc:spChg>
        <pc:picChg chg="add del mod">
          <ac:chgData name="7 Town" userId="f001bd45134943c1" providerId="LiveId" clId="{83CC9F8B-F704-4A6B-AF9F-D920A0D337A6}" dt="2024-10-22T14:32:51.609" v="646" actId="478"/>
          <ac:picMkLst>
            <pc:docMk/>
            <pc:sldMk cId="0" sldId="263"/>
            <ac:picMk id="2" creationId="{A0CAA73A-5E71-7A82-7989-88D13F0385A5}"/>
          </ac:picMkLst>
        </pc:picChg>
        <pc:picChg chg="del">
          <ac:chgData name="7 Town" userId="f001bd45134943c1" providerId="LiveId" clId="{83CC9F8B-F704-4A6B-AF9F-D920A0D337A6}" dt="2024-10-22T14:18:05.919" v="459" actId="478"/>
          <ac:picMkLst>
            <pc:docMk/>
            <pc:sldMk cId="0" sldId="263"/>
            <ac:picMk id="67" creationId="{00000000-0000-0000-0000-000000000000}"/>
          </ac:picMkLst>
        </pc:picChg>
        <pc:cxnChg chg="del mod">
          <ac:chgData name="7 Town" userId="f001bd45134943c1" providerId="LiveId" clId="{83CC9F8B-F704-4A6B-AF9F-D920A0D337A6}" dt="2024-10-22T14:35:31.900" v="670" actId="478"/>
          <ac:cxnSpMkLst>
            <pc:docMk/>
            <pc:sldMk cId="0" sldId="263"/>
            <ac:cxnSpMk id="12" creationId="{00000000-0000-0000-0000-000000000000}"/>
          </ac:cxnSpMkLst>
        </pc:cxnChg>
        <pc:cxnChg chg="mod">
          <ac:chgData name="7 Town" userId="f001bd45134943c1" providerId="LiveId" clId="{83CC9F8B-F704-4A6B-AF9F-D920A0D337A6}" dt="2024-10-22T14:18:25.728" v="469" actId="20577"/>
          <ac:cxnSpMkLst>
            <pc:docMk/>
            <pc:sldMk cId="0" sldId="263"/>
            <ac:cxnSpMk id="17" creationId="{00000000-0000-0000-0000-000000000000}"/>
          </ac:cxnSpMkLst>
        </pc:cxnChg>
        <pc:cxnChg chg="del">
          <ac:chgData name="7 Town" userId="f001bd45134943c1" providerId="LiveId" clId="{83CC9F8B-F704-4A6B-AF9F-D920A0D337A6}" dt="2024-10-22T14:19:24.245" v="536" actId="478"/>
          <ac:cxnSpMkLst>
            <pc:docMk/>
            <pc:sldMk cId="0" sldId="263"/>
            <ac:cxnSpMk id="74" creationId="{00000000-0000-0000-0000-000000000000}"/>
          </ac:cxnSpMkLst>
        </pc:cxnChg>
      </pc:sldChg>
      <pc:sldChg chg="add del">
        <pc:chgData name="7 Town" userId="f001bd45134943c1" providerId="LiveId" clId="{83CC9F8B-F704-4A6B-AF9F-D920A0D337A6}" dt="2024-10-22T14:45:54.348" v="793" actId="47"/>
        <pc:sldMkLst>
          <pc:docMk/>
          <pc:sldMk cId="0" sldId="264"/>
        </pc:sldMkLst>
      </pc:sldChg>
      <pc:sldChg chg="addSp delSp modSp add del mod">
        <pc:chgData name="7 Town" userId="f001bd45134943c1" providerId="LiveId" clId="{83CC9F8B-F704-4A6B-AF9F-D920A0D337A6}" dt="2024-10-22T15:38:52.704" v="1296" actId="47"/>
        <pc:sldMkLst>
          <pc:docMk/>
          <pc:sldMk cId="0" sldId="267"/>
        </pc:sldMkLst>
        <pc:spChg chg="add mod">
          <ac:chgData name="7 Town" userId="f001bd45134943c1" providerId="LiveId" clId="{83CC9F8B-F704-4A6B-AF9F-D920A0D337A6}" dt="2024-10-22T15:33:45.105" v="1183" actId="1076"/>
          <ac:spMkLst>
            <pc:docMk/>
            <pc:sldMk cId="0" sldId="267"/>
            <ac:spMk id="3" creationId="{2FA445A4-9506-8F6C-6F48-87D56DAAEA04}"/>
          </ac:spMkLst>
        </pc:spChg>
        <pc:spChg chg="add del">
          <ac:chgData name="7 Town" userId="f001bd45134943c1" providerId="LiveId" clId="{83CC9F8B-F704-4A6B-AF9F-D920A0D337A6}" dt="2024-10-22T15:32:34.907" v="1135" actId="478"/>
          <ac:spMkLst>
            <pc:docMk/>
            <pc:sldMk cId="0" sldId="267"/>
            <ac:spMk id="9" creationId="{00000000-0000-0000-0000-000000000000}"/>
          </ac:spMkLst>
        </pc:spChg>
        <pc:spChg chg="del">
          <ac:chgData name="7 Town" userId="f001bd45134943c1" providerId="LiveId" clId="{83CC9F8B-F704-4A6B-AF9F-D920A0D337A6}" dt="2024-10-22T15:32:28.197" v="1131" actId="478"/>
          <ac:spMkLst>
            <pc:docMk/>
            <pc:sldMk cId="0" sldId="267"/>
            <ac:spMk id="21" creationId="{00000000-0000-0000-0000-000000000000}"/>
          </ac:spMkLst>
        </pc:spChg>
        <pc:spChg chg="mod">
          <ac:chgData name="7 Town" userId="f001bd45134943c1" providerId="LiveId" clId="{83CC9F8B-F704-4A6B-AF9F-D920A0D337A6}" dt="2024-10-22T15:32:08.326" v="1111" actId="20577"/>
          <ac:spMkLst>
            <pc:docMk/>
            <pc:sldMk cId="0" sldId="267"/>
            <ac:spMk id="22" creationId="{00000000-0000-0000-0000-000000000000}"/>
          </ac:spMkLst>
        </pc:spChg>
        <pc:spChg chg="mod">
          <ac:chgData name="7 Town" userId="f001bd45134943c1" providerId="LiveId" clId="{83CC9F8B-F704-4A6B-AF9F-D920A0D337A6}" dt="2024-10-22T15:32:17.576" v="1128" actId="20577"/>
          <ac:spMkLst>
            <pc:docMk/>
            <pc:sldMk cId="0" sldId="267"/>
            <ac:spMk id="23" creationId="{00000000-0000-0000-0000-000000000000}"/>
          </ac:spMkLst>
        </pc:spChg>
        <pc:spChg chg="del">
          <ac:chgData name="7 Town" userId="f001bd45134943c1" providerId="LiveId" clId="{83CC9F8B-F704-4A6B-AF9F-D920A0D337A6}" dt="2024-10-22T15:32:29.612" v="1132" actId="478"/>
          <ac:spMkLst>
            <pc:docMk/>
            <pc:sldMk cId="0" sldId="267"/>
            <ac:spMk id="24" creationId="{00000000-0000-0000-0000-000000000000}"/>
          </ac:spMkLst>
        </pc:spChg>
        <pc:spChg chg="del">
          <ac:chgData name="7 Town" userId="f001bd45134943c1" providerId="LiveId" clId="{83CC9F8B-F704-4A6B-AF9F-D920A0D337A6}" dt="2024-10-22T15:32:38.345" v="1136" actId="478"/>
          <ac:spMkLst>
            <pc:docMk/>
            <pc:sldMk cId="0" sldId="267"/>
            <ac:spMk id="25" creationId="{00000000-0000-0000-0000-000000000000}"/>
          </ac:spMkLst>
        </pc:spChg>
        <pc:spChg chg="del">
          <ac:chgData name="7 Town" userId="f001bd45134943c1" providerId="LiveId" clId="{83CC9F8B-F704-4A6B-AF9F-D920A0D337A6}" dt="2024-10-22T15:32:31.135" v="1133" actId="478"/>
          <ac:spMkLst>
            <pc:docMk/>
            <pc:sldMk cId="0" sldId="267"/>
            <ac:spMk id="26" creationId="{00000000-0000-0000-0000-000000000000}"/>
          </ac:spMkLst>
        </pc:spChg>
        <pc:spChg chg="del">
          <ac:chgData name="7 Town" userId="f001bd45134943c1" providerId="LiveId" clId="{83CC9F8B-F704-4A6B-AF9F-D920A0D337A6}" dt="2024-10-22T15:32:40.025" v="1137" actId="478"/>
          <ac:spMkLst>
            <pc:docMk/>
            <pc:sldMk cId="0" sldId="267"/>
            <ac:spMk id="27" creationId="{00000000-0000-0000-0000-000000000000}"/>
          </ac:spMkLst>
        </pc:spChg>
        <pc:spChg chg="del">
          <ac:chgData name="7 Town" userId="f001bd45134943c1" providerId="LiveId" clId="{83CC9F8B-F704-4A6B-AF9F-D920A0D337A6}" dt="2024-10-22T15:32:41.360" v="1138" actId="478"/>
          <ac:spMkLst>
            <pc:docMk/>
            <pc:sldMk cId="0" sldId="267"/>
            <ac:spMk id="28" creationId="{00000000-0000-0000-0000-000000000000}"/>
          </ac:spMkLst>
        </pc:spChg>
        <pc:picChg chg="del">
          <ac:chgData name="7 Town" userId="f001bd45134943c1" providerId="LiveId" clId="{83CC9F8B-F704-4A6B-AF9F-D920A0D337A6}" dt="2024-10-22T15:32:20.736" v="1129" actId="478"/>
          <ac:picMkLst>
            <pc:docMk/>
            <pc:sldMk cId="0" sldId="267"/>
            <ac:picMk id="4" creationId="{00000000-0000-0000-0000-000000000000}"/>
          </ac:picMkLst>
        </pc:picChg>
        <pc:picChg chg="del">
          <ac:chgData name="7 Town" userId="f001bd45134943c1" providerId="LiveId" clId="{83CC9F8B-F704-4A6B-AF9F-D920A0D337A6}" dt="2024-10-22T15:32:21.647" v="1130" actId="478"/>
          <ac:picMkLst>
            <pc:docMk/>
            <pc:sldMk cId="0" sldId="267"/>
            <ac:picMk id="7" creationId="{00000000-0000-0000-0000-000000000000}"/>
          </ac:picMkLst>
        </pc:picChg>
        <pc:cxnChg chg="mod">
          <ac:chgData name="7 Town" userId="f001bd45134943c1" providerId="LiveId" clId="{83CC9F8B-F704-4A6B-AF9F-D920A0D337A6}" dt="2024-10-22T15:32:17.576" v="1128" actId="20577"/>
          <ac:cxnSpMkLst>
            <pc:docMk/>
            <pc:sldMk cId="0" sldId="267"/>
            <ac:cxnSpMk id="17" creationId="{00000000-0000-0000-0000-000000000000}"/>
          </ac:cxnSpMkLst>
        </pc:cxnChg>
      </pc:sldChg>
      <pc:sldChg chg="add del">
        <pc:chgData name="7 Town" userId="f001bd45134943c1" providerId="LiveId" clId="{83CC9F8B-F704-4A6B-AF9F-D920A0D337A6}" dt="2024-10-22T16:21:43.193" v="2129" actId="47"/>
        <pc:sldMkLst>
          <pc:docMk/>
          <pc:sldMk cId="0" sldId="268"/>
        </pc:sldMkLst>
      </pc:sldChg>
      <pc:sldChg chg="addSp delSp modSp add mod">
        <pc:chgData name="7 Town" userId="f001bd45134943c1" providerId="LiveId" clId="{83CC9F8B-F704-4A6B-AF9F-D920A0D337A6}" dt="2024-10-23T05:41:22.931" v="2798" actId="1076"/>
        <pc:sldMkLst>
          <pc:docMk/>
          <pc:sldMk cId="0" sldId="272"/>
        </pc:sldMkLst>
        <pc:spChg chg="mod">
          <ac:chgData name="7 Town" userId="f001bd45134943c1" providerId="LiveId" clId="{83CC9F8B-F704-4A6B-AF9F-D920A0D337A6}" dt="2024-10-23T05:40:42.052" v="2756" actId="1037"/>
          <ac:spMkLst>
            <pc:docMk/>
            <pc:sldMk cId="0" sldId="272"/>
            <ac:spMk id="3" creationId="{00000000-0000-0000-0000-000000000000}"/>
          </ac:spMkLst>
        </pc:spChg>
        <pc:spChg chg="del">
          <ac:chgData name="7 Town" userId="f001bd45134943c1" providerId="LiveId" clId="{83CC9F8B-F704-4A6B-AF9F-D920A0D337A6}" dt="2024-10-22T15:51:22.241" v="1512" actId="478"/>
          <ac:spMkLst>
            <pc:docMk/>
            <pc:sldMk cId="0" sldId="272"/>
            <ac:spMk id="7" creationId="{00000000-0000-0000-0000-000000000000}"/>
          </ac:spMkLst>
        </pc:spChg>
        <pc:spChg chg="mod">
          <ac:chgData name="7 Town" userId="f001bd45134943c1" providerId="LiveId" clId="{83CC9F8B-F704-4A6B-AF9F-D920A0D337A6}" dt="2024-10-23T05:41:16.656" v="2797" actId="14100"/>
          <ac:spMkLst>
            <pc:docMk/>
            <pc:sldMk cId="0" sldId="272"/>
            <ac:spMk id="10" creationId="{00000000-0000-0000-0000-000000000000}"/>
          </ac:spMkLst>
        </pc:spChg>
        <pc:spChg chg="add mod">
          <ac:chgData name="7 Town" userId="f001bd45134943c1" providerId="LiveId" clId="{83CC9F8B-F704-4A6B-AF9F-D920A0D337A6}" dt="2024-10-23T05:41:22.931" v="2798" actId="1076"/>
          <ac:spMkLst>
            <pc:docMk/>
            <pc:sldMk cId="0" sldId="272"/>
            <ac:spMk id="11" creationId="{71BF21DB-3AA1-4866-A0B6-AAE510F86234}"/>
          </ac:spMkLst>
        </pc:spChg>
        <pc:spChg chg="mod">
          <ac:chgData name="7 Town" userId="f001bd45134943c1" providerId="LiveId" clId="{83CC9F8B-F704-4A6B-AF9F-D920A0D337A6}" dt="2024-10-22T15:59:03.728" v="1754" actId="20577"/>
          <ac:spMkLst>
            <pc:docMk/>
            <pc:sldMk cId="0" sldId="272"/>
            <ac:spMk id="22" creationId="{00000000-0000-0000-0000-000000000000}"/>
          </ac:spMkLst>
        </pc:spChg>
        <pc:spChg chg="mod">
          <ac:chgData name="7 Town" userId="f001bd45134943c1" providerId="LiveId" clId="{83CC9F8B-F704-4A6B-AF9F-D920A0D337A6}" dt="2024-10-22T15:59:17.098" v="1779" actId="20577"/>
          <ac:spMkLst>
            <pc:docMk/>
            <pc:sldMk cId="0" sldId="272"/>
            <ac:spMk id="23" creationId="{00000000-0000-0000-0000-000000000000}"/>
          </ac:spMkLst>
        </pc:spChg>
        <pc:spChg chg="mod">
          <ac:chgData name="7 Town" userId="f001bd45134943c1" providerId="LiveId" clId="{83CC9F8B-F704-4A6B-AF9F-D920A0D337A6}" dt="2024-10-23T05:40:45.668" v="2757" actId="14100"/>
          <ac:spMkLst>
            <pc:docMk/>
            <pc:sldMk cId="0" sldId="272"/>
            <ac:spMk id="52" creationId="{00000000-0000-0000-0000-000000000000}"/>
          </ac:spMkLst>
        </pc:spChg>
        <pc:spChg chg="mod">
          <ac:chgData name="7 Town" userId="f001bd45134943c1" providerId="LiveId" clId="{83CC9F8B-F704-4A6B-AF9F-D920A0D337A6}" dt="2024-10-23T05:40:05.363" v="2691" actId="1035"/>
          <ac:spMkLst>
            <pc:docMk/>
            <pc:sldMk cId="0" sldId="272"/>
            <ac:spMk id="67" creationId="{00000000-0000-0000-0000-000000000000}"/>
          </ac:spMkLst>
        </pc:spChg>
        <pc:spChg chg="del">
          <ac:chgData name="7 Town" userId="f001bd45134943c1" providerId="LiveId" clId="{83CC9F8B-F704-4A6B-AF9F-D920A0D337A6}" dt="2024-10-22T15:51:23.468" v="1513" actId="478"/>
          <ac:spMkLst>
            <pc:docMk/>
            <pc:sldMk cId="0" sldId="272"/>
            <ac:spMk id="68" creationId="{00000000-0000-0000-0000-000000000000}"/>
          </ac:spMkLst>
        </pc:spChg>
        <pc:spChg chg="mod">
          <ac:chgData name="7 Town" userId="f001bd45134943c1" providerId="LiveId" clId="{83CC9F8B-F704-4A6B-AF9F-D920A0D337A6}" dt="2024-10-23T05:41:11.666" v="2795" actId="1076"/>
          <ac:spMkLst>
            <pc:docMk/>
            <pc:sldMk cId="0" sldId="272"/>
            <ac:spMk id="69" creationId="{00000000-0000-0000-0000-000000000000}"/>
          </ac:spMkLst>
        </pc:spChg>
        <pc:spChg chg="mod">
          <ac:chgData name="7 Town" userId="f001bd45134943c1" providerId="LiveId" clId="{83CC9F8B-F704-4A6B-AF9F-D920A0D337A6}" dt="2024-10-23T05:40:51.115" v="2788" actId="1038"/>
          <ac:spMkLst>
            <pc:docMk/>
            <pc:sldMk cId="0" sldId="272"/>
            <ac:spMk id="71" creationId="{00000000-0000-0000-0000-000000000000}"/>
          </ac:spMkLst>
        </pc:spChg>
        <pc:spChg chg="del">
          <ac:chgData name="7 Town" userId="f001bd45134943c1" providerId="LiveId" clId="{83CC9F8B-F704-4A6B-AF9F-D920A0D337A6}" dt="2024-10-22T15:51:24.590" v="1514" actId="478"/>
          <ac:spMkLst>
            <pc:docMk/>
            <pc:sldMk cId="0" sldId="272"/>
            <ac:spMk id="72" creationId="{00000000-0000-0000-0000-000000000000}"/>
          </ac:spMkLst>
        </pc:spChg>
        <pc:spChg chg="del">
          <ac:chgData name="7 Town" userId="f001bd45134943c1" providerId="LiveId" clId="{83CC9F8B-F704-4A6B-AF9F-D920A0D337A6}" dt="2024-10-22T15:58:21.568" v="1710" actId="478"/>
          <ac:spMkLst>
            <pc:docMk/>
            <pc:sldMk cId="0" sldId="272"/>
            <ac:spMk id="73" creationId="{00000000-0000-0000-0000-000000000000}"/>
          </ac:spMkLst>
        </pc:spChg>
        <pc:spChg chg="del">
          <ac:chgData name="7 Town" userId="f001bd45134943c1" providerId="LiveId" clId="{83CC9F8B-F704-4A6B-AF9F-D920A0D337A6}" dt="2024-10-22T15:53:44.829" v="1522" actId="478"/>
          <ac:spMkLst>
            <pc:docMk/>
            <pc:sldMk cId="0" sldId="272"/>
            <ac:spMk id="75" creationId="{00000000-0000-0000-0000-000000000000}"/>
          </ac:spMkLst>
        </pc:spChg>
        <pc:spChg chg="del">
          <ac:chgData name="7 Town" userId="f001bd45134943c1" providerId="LiveId" clId="{83CC9F8B-F704-4A6B-AF9F-D920A0D337A6}" dt="2024-10-22T15:51:25.485" v="1515" actId="478"/>
          <ac:spMkLst>
            <pc:docMk/>
            <pc:sldMk cId="0" sldId="272"/>
            <ac:spMk id="76" creationId="{00000000-0000-0000-0000-000000000000}"/>
          </ac:spMkLst>
        </pc:spChg>
        <pc:spChg chg="del">
          <ac:chgData name="7 Town" userId="f001bd45134943c1" providerId="LiveId" clId="{83CC9F8B-F704-4A6B-AF9F-D920A0D337A6}" dt="2024-10-22T15:53:46.229" v="1523" actId="478"/>
          <ac:spMkLst>
            <pc:docMk/>
            <pc:sldMk cId="0" sldId="272"/>
            <ac:spMk id="77" creationId="{00000000-0000-0000-0000-000000000000}"/>
          </ac:spMkLst>
        </pc:spChg>
        <pc:spChg chg="mod">
          <ac:chgData name="7 Town" userId="f001bd45134943c1" providerId="LiveId" clId="{83CC9F8B-F704-4A6B-AF9F-D920A0D337A6}" dt="2024-10-23T05:40:55.943" v="2789" actId="14100"/>
          <ac:spMkLst>
            <pc:docMk/>
            <pc:sldMk cId="0" sldId="272"/>
            <ac:spMk id="78" creationId="{00000000-0000-0000-0000-000000000000}"/>
          </ac:spMkLst>
        </pc:spChg>
        <pc:spChg chg="del">
          <ac:chgData name="7 Town" userId="f001bd45134943c1" providerId="LiveId" clId="{83CC9F8B-F704-4A6B-AF9F-D920A0D337A6}" dt="2024-10-22T16:01:14.977" v="1780" actId="478"/>
          <ac:spMkLst>
            <pc:docMk/>
            <pc:sldMk cId="0" sldId="272"/>
            <ac:spMk id="79" creationId="{00000000-0000-0000-0000-000000000000}"/>
          </ac:spMkLst>
        </pc:spChg>
        <pc:picChg chg="add mod">
          <ac:chgData name="7 Town" userId="f001bd45134943c1" providerId="LiveId" clId="{83CC9F8B-F704-4A6B-AF9F-D920A0D337A6}" dt="2024-10-23T05:40:08.574" v="2701" actId="1035"/>
          <ac:picMkLst>
            <pc:docMk/>
            <pc:sldMk cId="0" sldId="272"/>
            <ac:picMk id="2" creationId="{3A698952-5CC7-627C-A888-1D05B5F1A37B}"/>
          </ac:picMkLst>
        </pc:picChg>
        <pc:picChg chg="add mod">
          <ac:chgData name="7 Town" userId="f001bd45134943c1" providerId="LiveId" clId="{83CC9F8B-F704-4A6B-AF9F-D920A0D337A6}" dt="2024-10-23T05:40:42.052" v="2756" actId="1037"/>
          <ac:picMkLst>
            <pc:docMk/>
            <pc:sldMk cId="0" sldId="272"/>
            <ac:picMk id="4" creationId="{FE6BCF40-07E9-D796-7217-DFA4B459D245}"/>
          </ac:picMkLst>
        </pc:picChg>
        <pc:picChg chg="add mod">
          <ac:chgData name="7 Town" userId="f001bd45134943c1" providerId="LiveId" clId="{83CC9F8B-F704-4A6B-AF9F-D920A0D337A6}" dt="2024-10-23T05:40:24.050" v="2726" actId="14100"/>
          <ac:picMkLst>
            <pc:docMk/>
            <pc:sldMk cId="0" sldId="272"/>
            <ac:picMk id="6" creationId="{019C4140-99DB-0301-7147-CED61D76DA80}"/>
          </ac:picMkLst>
        </pc:picChg>
        <pc:picChg chg="add mod">
          <ac:chgData name="7 Town" userId="f001bd45134943c1" providerId="LiveId" clId="{83CC9F8B-F704-4A6B-AF9F-D920A0D337A6}" dt="2024-10-23T05:40:51.115" v="2788" actId="1038"/>
          <ac:picMkLst>
            <pc:docMk/>
            <pc:sldMk cId="0" sldId="272"/>
            <ac:picMk id="9" creationId="{392D1542-E769-ABA3-8B39-20E2F32E5A8D}"/>
          </ac:picMkLst>
        </pc:picChg>
        <pc:cxnChg chg="mod">
          <ac:chgData name="7 Town" userId="f001bd45134943c1" providerId="LiveId" clId="{83CC9F8B-F704-4A6B-AF9F-D920A0D337A6}" dt="2024-10-22T15:59:17.098" v="1779" actId="20577"/>
          <ac:cxnSpMkLst>
            <pc:docMk/>
            <pc:sldMk cId="0" sldId="272"/>
            <ac:cxnSpMk id="17" creationId="{00000000-0000-0000-0000-000000000000}"/>
          </ac:cxnSpMkLst>
        </pc:cxnChg>
      </pc:sldChg>
      <pc:sldChg chg="addSp delSp modSp add mod">
        <pc:chgData name="7 Town" userId="f001bd45134943c1" providerId="LiveId" clId="{83CC9F8B-F704-4A6B-AF9F-D920A0D337A6}" dt="2024-10-22T16:34:27.650" v="2504"/>
        <pc:sldMkLst>
          <pc:docMk/>
          <pc:sldMk cId="0" sldId="275"/>
        </pc:sldMkLst>
        <pc:spChg chg="mod">
          <ac:chgData name="7 Town" userId="f001bd45134943c1" providerId="LiveId" clId="{83CC9F8B-F704-4A6B-AF9F-D920A0D337A6}" dt="2024-10-22T16:23:19.423" v="2192" actId="20577"/>
          <ac:spMkLst>
            <pc:docMk/>
            <pc:sldMk cId="0" sldId="275"/>
            <ac:spMk id="7" creationId="{00000000-0000-0000-0000-000000000000}"/>
          </ac:spMkLst>
        </pc:spChg>
        <pc:spChg chg="mod">
          <ac:chgData name="7 Town" userId="f001bd45134943c1" providerId="LiveId" clId="{83CC9F8B-F704-4A6B-AF9F-D920A0D337A6}" dt="2024-10-22T16:29:39.751" v="2466"/>
          <ac:spMkLst>
            <pc:docMk/>
            <pc:sldMk cId="0" sldId="275"/>
            <ac:spMk id="9" creationId="{00000000-0000-0000-0000-000000000000}"/>
          </ac:spMkLst>
        </pc:spChg>
        <pc:spChg chg="del mod">
          <ac:chgData name="7 Town" userId="f001bd45134943c1" providerId="LiveId" clId="{83CC9F8B-F704-4A6B-AF9F-D920A0D337A6}" dt="2024-10-22T16:23:01.353" v="2142" actId="478"/>
          <ac:spMkLst>
            <pc:docMk/>
            <pc:sldMk cId="0" sldId="275"/>
            <ac:spMk id="20" creationId="{00000000-0000-0000-0000-000000000000}"/>
          </ac:spMkLst>
        </pc:spChg>
        <pc:spChg chg="mod">
          <ac:chgData name="7 Town" userId="f001bd45134943c1" providerId="LiveId" clId="{83CC9F8B-F704-4A6B-AF9F-D920A0D337A6}" dt="2024-10-22T16:33:03.162" v="2500" actId="20577"/>
          <ac:spMkLst>
            <pc:docMk/>
            <pc:sldMk cId="0" sldId="275"/>
            <ac:spMk id="26" creationId="{00000000-0000-0000-0000-000000000000}"/>
          </ac:spMkLst>
        </pc:spChg>
        <pc:spChg chg="mod">
          <ac:chgData name="7 Town" userId="f001bd45134943c1" providerId="LiveId" clId="{83CC9F8B-F704-4A6B-AF9F-D920A0D337A6}" dt="2024-10-22T16:34:27.650" v="2504"/>
          <ac:spMkLst>
            <pc:docMk/>
            <pc:sldMk cId="0" sldId="275"/>
            <ac:spMk id="27" creationId="{00000000-0000-0000-0000-000000000000}"/>
          </ac:spMkLst>
        </pc:spChg>
        <pc:spChg chg="del">
          <ac:chgData name="7 Town" userId="f001bd45134943c1" providerId="LiveId" clId="{83CC9F8B-F704-4A6B-AF9F-D920A0D337A6}" dt="2024-10-22T16:32:36.771" v="2468" actId="478"/>
          <ac:spMkLst>
            <pc:docMk/>
            <pc:sldMk cId="0" sldId="275"/>
            <ac:spMk id="31" creationId="{00000000-0000-0000-0000-000000000000}"/>
          </ac:spMkLst>
        </pc:spChg>
        <pc:picChg chg="add mod">
          <ac:chgData name="7 Town" userId="f001bd45134943c1" providerId="LiveId" clId="{83CC9F8B-F704-4A6B-AF9F-D920A0D337A6}" dt="2024-10-22T16:23:03.833" v="2143" actId="1076"/>
          <ac:picMkLst>
            <pc:docMk/>
            <pc:sldMk cId="0" sldId="275"/>
            <ac:picMk id="4" creationId="{B5CE693C-3F54-9638-80BC-667D4B2C48BF}"/>
          </ac:picMkLst>
        </pc:picChg>
        <pc:picChg chg="add mod">
          <ac:chgData name="7 Town" userId="f001bd45134943c1" providerId="LiveId" clId="{83CC9F8B-F704-4A6B-AF9F-D920A0D337A6}" dt="2024-10-22T16:32:52.749" v="2475" actId="1076"/>
          <ac:picMkLst>
            <pc:docMk/>
            <pc:sldMk cId="0" sldId="275"/>
            <ac:picMk id="8" creationId="{4C12EF92-6FB7-64EC-4AFC-F1D2201C1F1B}"/>
          </ac:picMkLst>
        </pc:picChg>
        <pc:picChg chg="del">
          <ac:chgData name="7 Town" userId="f001bd45134943c1" providerId="LiveId" clId="{83CC9F8B-F704-4A6B-AF9F-D920A0D337A6}" dt="2024-10-22T16:22:04.987" v="2131" actId="478"/>
          <ac:picMkLst>
            <pc:docMk/>
            <pc:sldMk cId="0" sldId="275"/>
            <ac:picMk id="19" creationId="{00000000-0000-0000-0000-000000000000}"/>
          </ac:picMkLst>
        </pc:picChg>
        <pc:picChg chg="del">
          <ac:chgData name="7 Town" userId="f001bd45134943c1" providerId="LiveId" clId="{83CC9F8B-F704-4A6B-AF9F-D920A0D337A6}" dt="2024-10-22T16:32:34.321" v="2467" actId="478"/>
          <ac:picMkLst>
            <pc:docMk/>
            <pc:sldMk cId="0" sldId="275"/>
            <ac:picMk id="28" creationId="{00000000-0000-0000-0000-000000000000}"/>
          </ac:picMkLst>
        </pc:picChg>
      </pc:sldChg>
      <pc:sldChg chg="addSp delSp modSp add del mod">
        <pc:chgData name="7 Town" userId="f001bd45134943c1" providerId="LiveId" clId="{83CC9F8B-F704-4A6B-AF9F-D920A0D337A6}" dt="2024-10-22T15:48:39.460" v="1500" actId="47"/>
        <pc:sldMkLst>
          <pc:docMk/>
          <pc:sldMk cId="0" sldId="280"/>
        </pc:sldMkLst>
        <pc:spChg chg="mod">
          <ac:chgData name="7 Town" userId="f001bd45134943c1" providerId="LiveId" clId="{83CC9F8B-F704-4A6B-AF9F-D920A0D337A6}" dt="2024-10-22T15:41:40.455" v="1351" actId="14100"/>
          <ac:spMkLst>
            <pc:docMk/>
            <pc:sldMk cId="0" sldId="280"/>
            <ac:spMk id="3" creationId="{00000000-0000-0000-0000-000000000000}"/>
          </ac:spMkLst>
        </pc:spChg>
        <pc:spChg chg="del">
          <ac:chgData name="7 Town" userId="f001bd45134943c1" providerId="LiveId" clId="{83CC9F8B-F704-4A6B-AF9F-D920A0D337A6}" dt="2024-10-22T15:41:00.964" v="1345" actId="478"/>
          <ac:spMkLst>
            <pc:docMk/>
            <pc:sldMk cId="0" sldId="280"/>
            <ac:spMk id="7" creationId="{00000000-0000-0000-0000-000000000000}"/>
          </ac:spMkLst>
        </pc:spChg>
        <pc:spChg chg="mod">
          <ac:chgData name="7 Town" userId="f001bd45134943c1" providerId="LiveId" clId="{83CC9F8B-F704-4A6B-AF9F-D920A0D337A6}" dt="2024-10-22T15:40:42.766" v="1308" actId="20577"/>
          <ac:spMkLst>
            <pc:docMk/>
            <pc:sldMk cId="0" sldId="280"/>
            <ac:spMk id="22" creationId="{00000000-0000-0000-0000-000000000000}"/>
          </ac:spMkLst>
        </pc:spChg>
        <pc:spChg chg="mod">
          <ac:chgData name="7 Town" userId="f001bd45134943c1" providerId="LiveId" clId="{83CC9F8B-F704-4A6B-AF9F-D920A0D337A6}" dt="2024-10-22T15:40:55.135" v="1342" actId="20577"/>
          <ac:spMkLst>
            <pc:docMk/>
            <pc:sldMk cId="0" sldId="280"/>
            <ac:spMk id="23" creationId="{00000000-0000-0000-0000-000000000000}"/>
          </ac:spMkLst>
        </pc:spChg>
        <pc:graphicFrameChg chg="del modGraphic">
          <ac:chgData name="7 Town" userId="f001bd45134943c1" providerId="LiveId" clId="{83CC9F8B-F704-4A6B-AF9F-D920A0D337A6}" dt="2024-10-22T15:40:59.314" v="1344" actId="478"/>
          <ac:graphicFrameMkLst>
            <pc:docMk/>
            <pc:sldMk cId="0" sldId="280"/>
            <ac:graphicFrameMk id="4" creationId="{00000000-0000-0000-0000-000000000000}"/>
          </ac:graphicFrameMkLst>
        </pc:graphicFrameChg>
        <pc:graphicFrameChg chg="del">
          <ac:chgData name="7 Town" userId="f001bd45134943c1" providerId="LiveId" clId="{83CC9F8B-F704-4A6B-AF9F-D920A0D337A6}" dt="2024-10-22T15:41:02.604" v="1346" actId="478"/>
          <ac:graphicFrameMkLst>
            <pc:docMk/>
            <pc:sldMk cId="0" sldId="280"/>
            <ac:graphicFrameMk id="8" creationId="{00000000-0000-0000-0000-000000000000}"/>
          </ac:graphicFrameMkLst>
        </pc:graphicFrameChg>
        <pc:picChg chg="add mod">
          <ac:chgData name="7 Town" userId="f001bd45134943c1" providerId="LiveId" clId="{83CC9F8B-F704-4A6B-AF9F-D920A0D337A6}" dt="2024-10-22T15:41:29.233" v="1349" actId="1076"/>
          <ac:picMkLst>
            <pc:docMk/>
            <pc:sldMk cId="0" sldId="280"/>
            <ac:picMk id="16" creationId="{C776B121-79B4-D824-F702-4EF90F9409D3}"/>
          </ac:picMkLst>
        </pc:picChg>
        <pc:cxnChg chg="mod">
          <ac:chgData name="7 Town" userId="f001bd45134943c1" providerId="LiveId" clId="{83CC9F8B-F704-4A6B-AF9F-D920A0D337A6}" dt="2024-10-22T15:40:55.135" v="1342" actId="20577"/>
          <ac:cxnSpMkLst>
            <pc:docMk/>
            <pc:sldMk cId="0" sldId="280"/>
            <ac:cxnSpMk id="17" creationId="{00000000-0000-0000-0000-000000000000}"/>
          </ac:cxnSpMkLst>
        </pc:cxnChg>
      </pc:sldChg>
      <pc:sldChg chg="del">
        <pc:chgData name="7 Town" userId="f001bd45134943c1" providerId="LiveId" clId="{83CC9F8B-F704-4A6B-AF9F-D920A0D337A6}" dt="2024-10-22T11:00:37.113" v="0" actId="47"/>
        <pc:sldMkLst>
          <pc:docMk/>
          <pc:sldMk cId="983191376" sldId="286"/>
        </pc:sldMkLst>
      </pc:sldChg>
      <pc:sldChg chg="addSp delSp modSp mod">
        <pc:chgData name="7 Town" userId="f001bd45134943c1" providerId="LiveId" clId="{83CC9F8B-F704-4A6B-AF9F-D920A0D337A6}" dt="2024-10-22T11:28:21.177" v="457" actId="1076"/>
        <pc:sldMkLst>
          <pc:docMk/>
          <pc:sldMk cId="318846087" sldId="288"/>
        </pc:sldMkLst>
        <pc:spChg chg="mod">
          <ac:chgData name="7 Town" userId="f001bd45134943c1" providerId="LiveId" clId="{83CC9F8B-F704-4A6B-AF9F-D920A0D337A6}" dt="2024-10-22T11:06:25.836" v="238" actId="1035"/>
          <ac:spMkLst>
            <pc:docMk/>
            <pc:sldMk cId="318846087" sldId="288"/>
            <ac:spMk id="3" creationId="{FA94A6D6-8604-A48F-3977-871E4B7AAC5E}"/>
          </ac:spMkLst>
        </pc:spChg>
        <pc:spChg chg="add mod">
          <ac:chgData name="7 Town" userId="f001bd45134943c1" providerId="LiveId" clId="{83CC9F8B-F704-4A6B-AF9F-D920A0D337A6}" dt="2024-10-22T11:06:25.836" v="238" actId="1035"/>
          <ac:spMkLst>
            <pc:docMk/>
            <pc:sldMk cId="318846087" sldId="288"/>
            <ac:spMk id="4" creationId="{A5F5BF91-846E-63DB-8FE2-16AA5D255B67}"/>
          </ac:spMkLst>
        </pc:spChg>
        <pc:spChg chg="mod">
          <ac:chgData name="7 Town" userId="f001bd45134943c1" providerId="LiveId" clId="{83CC9F8B-F704-4A6B-AF9F-D920A0D337A6}" dt="2024-10-22T11:06:25.836" v="238" actId="1035"/>
          <ac:spMkLst>
            <pc:docMk/>
            <pc:sldMk cId="318846087" sldId="288"/>
            <ac:spMk id="5" creationId="{445B7AAD-B4DE-D8F4-C871-CC64604609F6}"/>
          </ac:spMkLst>
        </pc:spChg>
        <pc:spChg chg="del">
          <ac:chgData name="7 Town" userId="f001bd45134943c1" providerId="LiveId" clId="{83CC9F8B-F704-4A6B-AF9F-D920A0D337A6}" dt="2024-10-22T11:01:00.122" v="23" actId="478"/>
          <ac:spMkLst>
            <pc:docMk/>
            <pc:sldMk cId="318846087" sldId="288"/>
            <ac:spMk id="6" creationId="{E83F8611-83BC-1242-22BC-AC32326C172E}"/>
          </ac:spMkLst>
        </pc:spChg>
        <pc:spChg chg="mod">
          <ac:chgData name="7 Town" userId="f001bd45134943c1" providerId="LiveId" clId="{83CC9F8B-F704-4A6B-AF9F-D920A0D337A6}" dt="2024-10-22T11:06:25.836" v="238" actId="1035"/>
          <ac:spMkLst>
            <pc:docMk/>
            <pc:sldMk cId="318846087" sldId="288"/>
            <ac:spMk id="7" creationId="{00C8981A-9B14-5DE4-5EB0-A9E513970D37}"/>
          </ac:spMkLst>
        </pc:spChg>
        <pc:spChg chg="mod">
          <ac:chgData name="7 Town" userId="f001bd45134943c1" providerId="LiveId" clId="{83CC9F8B-F704-4A6B-AF9F-D920A0D337A6}" dt="2024-10-22T11:06:25.836" v="238" actId="1035"/>
          <ac:spMkLst>
            <pc:docMk/>
            <pc:sldMk cId="318846087" sldId="288"/>
            <ac:spMk id="8" creationId="{8BE70CF9-7D18-09E2-C08A-D1E9304D3C1F}"/>
          </ac:spMkLst>
        </pc:spChg>
        <pc:spChg chg="mod">
          <ac:chgData name="7 Town" userId="f001bd45134943c1" providerId="LiveId" clId="{83CC9F8B-F704-4A6B-AF9F-D920A0D337A6}" dt="2024-10-22T11:06:25.836" v="238" actId="1035"/>
          <ac:spMkLst>
            <pc:docMk/>
            <pc:sldMk cId="318846087" sldId="288"/>
            <ac:spMk id="9" creationId="{445D6A7C-71A6-4C2B-3F63-D31D29ED19F6}"/>
          </ac:spMkLst>
        </pc:spChg>
        <pc:spChg chg="mod">
          <ac:chgData name="7 Town" userId="f001bd45134943c1" providerId="LiveId" clId="{83CC9F8B-F704-4A6B-AF9F-D920A0D337A6}" dt="2024-10-22T11:06:25.836" v="238" actId="1035"/>
          <ac:spMkLst>
            <pc:docMk/>
            <pc:sldMk cId="318846087" sldId="288"/>
            <ac:spMk id="10" creationId="{B4994C29-7064-4E59-E00B-275FC1B07358}"/>
          </ac:spMkLst>
        </pc:spChg>
        <pc:spChg chg="mod">
          <ac:chgData name="7 Town" userId="f001bd45134943c1" providerId="LiveId" clId="{83CC9F8B-F704-4A6B-AF9F-D920A0D337A6}" dt="2024-10-22T11:06:25.836" v="238" actId="1035"/>
          <ac:spMkLst>
            <pc:docMk/>
            <pc:sldMk cId="318846087" sldId="288"/>
            <ac:spMk id="11" creationId="{99192795-6E92-2F2D-837D-7D72BC7BFCE5}"/>
          </ac:spMkLst>
        </pc:spChg>
        <pc:spChg chg="mod">
          <ac:chgData name="7 Town" userId="f001bd45134943c1" providerId="LiveId" clId="{83CC9F8B-F704-4A6B-AF9F-D920A0D337A6}" dt="2024-10-22T11:06:25.836" v="238" actId="1035"/>
          <ac:spMkLst>
            <pc:docMk/>
            <pc:sldMk cId="318846087" sldId="288"/>
            <ac:spMk id="12" creationId="{70C317EC-01BD-97B3-0A24-91E51D4FA1EF}"/>
          </ac:spMkLst>
        </pc:spChg>
        <pc:spChg chg="mod">
          <ac:chgData name="7 Town" userId="f001bd45134943c1" providerId="LiveId" clId="{83CC9F8B-F704-4A6B-AF9F-D920A0D337A6}" dt="2024-10-22T11:06:25.836" v="238" actId="1035"/>
          <ac:spMkLst>
            <pc:docMk/>
            <pc:sldMk cId="318846087" sldId="288"/>
            <ac:spMk id="13" creationId="{37F0943A-C2DC-3885-8AD0-B7ABDBC9067A}"/>
          </ac:spMkLst>
        </pc:spChg>
        <pc:spChg chg="mod">
          <ac:chgData name="7 Town" userId="f001bd45134943c1" providerId="LiveId" clId="{83CC9F8B-F704-4A6B-AF9F-D920A0D337A6}" dt="2024-10-22T11:06:37.973" v="263" actId="1036"/>
          <ac:spMkLst>
            <pc:docMk/>
            <pc:sldMk cId="318846087" sldId="288"/>
            <ac:spMk id="14" creationId="{38109467-A184-197C-632A-2FFD8BC8745C}"/>
          </ac:spMkLst>
        </pc:spChg>
        <pc:spChg chg="mod">
          <ac:chgData name="7 Town" userId="f001bd45134943c1" providerId="LiveId" clId="{83CC9F8B-F704-4A6B-AF9F-D920A0D337A6}" dt="2024-10-22T11:06:37.973" v="263" actId="1036"/>
          <ac:spMkLst>
            <pc:docMk/>
            <pc:sldMk cId="318846087" sldId="288"/>
            <ac:spMk id="15" creationId="{622861FE-43E3-BE6F-AAD6-3BAE04B87FF5}"/>
          </ac:spMkLst>
        </pc:spChg>
        <pc:spChg chg="add">
          <ac:chgData name="7 Town" userId="f001bd45134943c1" providerId="LiveId" clId="{83CC9F8B-F704-4A6B-AF9F-D920A0D337A6}" dt="2024-10-22T11:15:53.398" v="357"/>
          <ac:spMkLst>
            <pc:docMk/>
            <pc:sldMk cId="318846087" sldId="288"/>
            <ac:spMk id="16" creationId="{5DFCF150-CD55-E022-D264-FAA0C92A81A1}"/>
          </ac:spMkLst>
        </pc:spChg>
        <pc:spChg chg="add del mod">
          <ac:chgData name="7 Town" userId="f001bd45134943c1" providerId="LiveId" clId="{83CC9F8B-F704-4A6B-AF9F-D920A0D337A6}" dt="2024-10-22T11:16:02.429" v="359" actId="478"/>
          <ac:spMkLst>
            <pc:docMk/>
            <pc:sldMk cId="318846087" sldId="288"/>
            <ac:spMk id="18" creationId="{E4D8356D-3372-5DD3-ABD7-C3E3D029C5F4}"/>
          </ac:spMkLst>
        </pc:spChg>
        <pc:spChg chg="add del mod">
          <ac:chgData name="7 Town" userId="f001bd45134943c1" providerId="LiveId" clId="{83CC9F8B-F704-4A6B-AF9F-D920A0D337A6}" dt="2024-10-22T11:19:08.378" v="377" actId="478"/>
          <ac:spMkLst>
            <pc:docMk/>
            <pc:sldMk cId="318846087" sldId="288"/>
            <ac:spMk id="21" creationId="{64C52A5A-B3DC-7E91-2855-E2CEE1F85F90}"/>
          </ac:spMkLst>
        </pc:spChg>
        <pc:spChg chg="add">
          <ac:chgData name="7 Town" userId="f001bd45134943c1" providerId="LiveId" clId="{83CC9F8B-F704-4A6B-AF9F-D920A0D337A6}" dt="2024-10-22T11:18:37.154" v="374"/>
          <ac:spMkLst>
            <pc:docMk/>
            <pc:sldMk cId="318846087" sldId="288"/>
            <ac:spMk id="24" creationId="{46FAC706-06B9-52F5-82F1-2440F2B5C31D}"/>
          </ac:spMkLst>
        </pc:spChg>
        <pc:spChg chg="add">
          <ac:chgData name="7 Town" userId="f001bd45134943c1" providerId="LiveId" clId="{83CC9F8B-F704-4A6B-AF9F-D920A0D337A6}" dt="2024-10-22T11:18:54.451" v="376"/>
          <ac:spMkLst>
            <pc:docMk/>
            <pc:sldMk cId="318846087" sldId="288"/>
            <ac:spMk id="25" creationId="{242723EB-5949-88E3-244A-4B37BD363F74}"/>
          </ac:spMkLst>
        </pc:spChg>
        <pc:spChg chg="add del mod">
          <ac:chgData name="7 Town" userId="f001bd45134943c1" providerId="LiveId" clId="{83CC9F8B-F704-4A6B-AF9F-D920A0D337A6}" dt="2024-10-22T11:19:38.689" v="384" actId="478"/>
          <ac:spMkLst>
            <pc:docMk/>
            <pc:sldMk cId="318846087" sldId="288"/>
            <ac:spMk id="26" creationId="{5173AA55-7842-2517-AB0B-273E8FA19BD5}"/>
          </ac:spMkLst>
        </pc:spChg>
        <pc:spChg chg="mod">
          <ac:chgData name="7 Town" userId="f001bd45134943c1" providerId="LiveId" clId="{83CC9F8B-F704-4A6B-AF9F-D920A0D337A6}" dt="2024-10-22T11:21:40.198" v="397" actId="14100"/>
          <ac:spMkLst>
            <pc:docMk/>
            <pc:sldMk cId="318846087" sldId="288"/>
            <ac:spMk id="27" creationId="{614E7608-87A0-C975-7B19-02A8E1D5D793}"/>
          </ac:spMkLst>
        </pc:spChg>
        <pc:spChg chg="mod">
          <ac:chgData name="7 Town" userId="f001bd45134943c1" providerId="LiveId" clId="{83CC9F8B-F704-4A6B-AF9F-D920A0D337A6}" dt="2024-10-22T11:21:40.198" v="397" actId="14100"/>
          <ac:spMkLst>
            <pc:docMk/>
            <pc:sldMk cId="318846087" sldId="288"/>
            <ac:spMk id="28" creationId="{59FF19D7-838A-5346-21B9-217F349F5DB0}"/>
          </ac:spMkLst>
        </pc:spChg>
        <pc:spChg chg="mod">
          <ac:chgData name="7 Town" userId="f001bd45134943c1" providerId="LiveId" clId="{83CC9F8B-F704-4A6B-AF9F-D920A0D337A6}" dt="2024-10-22T11:07:41.352" v="309" actId="1035"/>
          <ac:spMkLst>
            <pc:docMk/>
            <pc:sldMk cId="318846087" sldId="288"/>
            <ac:spMk id="29" creationId="{101FEE64-7495-7D01-8C01-0AE6676EEBF4}"/>
          </ac:spMkLst>
        </pc:spChg>
        <pc:spChg chg="mod">
          <ac:chgData name="7 Town" userId="f001bd45134943c1" providerId="LiveId" clId="{83CC9F8B-F704-4A6B-AF9F-D920A0D337A6}" dt="2024-10-22T11:19:53.442" v="391" actId="20577"/>
          <ac:spMkLst>
            <pc:docMk/>
            <pc:sldMk cId="318846087" sldId="288"/>
            <ac:spMk id="30" creationId="{EBE1495D-4759-A823-2C52-3B5A9EFE3FA8}"/>
          </ac:spMkLst>
        </pc:spChg>
        <pc:spChg chg="mod">
          <ac:chgData name="7 Town" userId="f001bd45134943c1" providerId="LiveId" clId="{83CC9F8B-F704-4A6B-AF9F-D920A0D337A6}" dt="2024-10-22T11:28:14.826" v="456" actId="14100"/>
          <ac:spMkLst>
            <pc:docMk/>
            <pc:sldMk cId="318846087" sldId="288"/>
            <ac:spMk id="31" creationId="{FF11F988-6358-15E7-C494-F92DF8D0ED9E}"/>
          </ac:spMkLst>
        </pc:spChg>
        <pc:spChg chg="mod">
          <ac:chgData name="7 Town" userId="f001bd45134943c1" providerId="LiveId" clId="{83CC9F8B-F704-4A6B-AF9F-D920A0D337A6}" dt="2024-10-22T11:28:14.826" v="456" actId="14100"/>
          <ac:spMkLst>
            <pc:docMk/>
            <pc:sldMk cId="318846087" sldId="288"/>
            <ac:spMk id="32" creationId="{AC37BACA-216F-1F50-8702-26C8E3A2806A}"/>
          </ac:spMkLst>
        </pc:spChg>
        <pc:spChg chg="del mod">
          <ac:chgData name="7 Town" userId="f001bd45134943c1" providerId="LiveId" clId="{83CC9F8B-F704-4A6B-AF9F-D920A0D337A6}" dt="2024-10-22T11:23:14.127" v="411" actId="478"/>
          <ac:spMkLst>
            <pc:docMk/>
            <pc:sldMk cId="318846087" sldId="288"/>
            <ac:spMk id="33" creationId="{AE87CD96-4DA2-8B64-7347-DE7CA545A603}"/>
          </ac:spMkLst>
        </pc:spChg>
        <pc:spChg chg="mod">
          <ac:chgData name="7 Town" userId="f001bd45134943c1" providerId="LiveId" clId="{83CC9F8B-F704-4A6B-AF9F-D920A0D337A6}" dt="2024-10-22T11:07:41.352" v="309" actId="1035"/>
          <ac:spMkLst>
            <pc:docMk/>
            <pc:sldMk cId="318846087" sldId="288"/>
            <ac:spMk id="34" creationId="{70C45A25-6257-C4C4-36B7-44C0683589F4}"/>
          </ac:spMkLst>
        </pc:spChg>
        <pc:spChg chg="add del mod">
          <ac:chgData name="7 Town" userId="f001bd45134943c1" providerId="LiveId" clId="{83CC9F8B-F704-4A6B-AF9F-D920A0D337A6}" dt="2024-10-22T11:19:33.774" v="383" actId="1076"/>
          <ac:spMkLst>
            <pc:docMk/>
            <pc:sldMk cId="318846087" sldId="288"/>
            <ac:spMk id="35" creationId="{3B87B5AF-6609-159A-FC46-9546E4D4FC5E}"/>
          </ac:spMkLst>
        </pc:spChg>
        <pc:spChg chg="add">
          <ac:chgData name="7 Town" userId="f001bd45134943c1" providerId="LiveId" clId="{83CC9F8B-F704-4A6B-AF9F-D920A0D337A6}" dt="2024-10-22T11:19:49.672" v="389"/>
          <ac:spMkLst>
            <pc:docMk/>
            <pc:sldMk cId="318846087" sldId="288"/>
            <ac:spMk id="36" creationId="{1146E064-7D46-B222-F9D6-748E6DEF8949}"/>
          </ac:spMkLst>
        </pc:spChg>
        <pc:spChg chg="add mod">
          <ac:chgData name="7 Town" userId="f001bd45134943c1" providerId="LiveId" clId="{83CC9F8B-F704-4A6B-AF9F-D920A0D337A6}" dt="2024-10-22T11:28:21.177" v="457" actId="1076"/>
          <ac:spMkLst>
            <pc:docMk/>
            <pc:sldMk cId="318846087" sldId="288"/>
            <ac:spMk id="41" creationId="{C3A5E0ED-DD8C-03F5-881A-266B0B4B867D}"/>
          </ac:spMkLst>
        </pc:spChg>
        <pc:picChg chg="add mod">
          <ac:chgData name="7 Town" userId="f001bd45134943c1" providerId="LiveId" clId="{83CC9F8B-F704-4A6B-AF9F-D920A0D337A6}" dt="2024-10-22T11:18:08.618" v="372" actId="1076"/>
          <ac:picMkLst>
            <pc:docMk/>
            <pc:sldMk cId="318846087" sldId="288"/>
            <ac:picMk id="20" creationId="{80AD074C-5728-3181-046F-A9BFEF8AC877}"/>
          </ac:picMkLst>
        </pc:picChg>
        <pc:picChg chg="add mod">
          <ac:chgData name="7 Town" userId="f001bd45134943c1" providerId="LiveId" clId="{83CC9F8B-F704-4A6B-AF9F-D920A0D337A6}" dt="2024-10-22T11:20:25.547" v="394" actId="1076"/>
          <ac:picMkLst>
            <pc:docMk/>
            <pc:sldMk cId="318846087" sldId="288"/>
            <ac:picMk id="38" creationId="{EBD54673-69DB-9E9A-A576-04770A4F3140}"/>
          </ac:picMkLst>
        </pc:picChg>
        <pc:picChg chg="add mod">
          <ac:chgData name="7 Town" userId="f001bd45134943c1" providerId="LiveId" clId="{83CC9F8B-F704-4A6B-AF9F-D920A0D337A6}" dt="2024-10-22T11:21:56.068" v="404" actId="1076"/>
          <ac:picMkLst>
            <pc:docMk/>
            <pc:sldMk cId="318846087" sldId="288"/>
            <ac:picMk id="40" creationId="{06916173-B847-46BE-0F77-3522BB6C9A67}"/>
          </ac:picMkLst>
        </pc:picChg>
        <pc:picChg chg="add del mod">
          <ac:chgData name="7 Town" userId="f001bd45134943c1" providerId="LiveId" clId="{83CC9F8B-F704-4A6B-AF9F-D920A0D337A6}" dt="2024-10-22T11:11:42.691" v="332" actId="478"/>
          <ac:picMkLst>
            <pc:docMk/>
            <pc:sldMk cId="318846087" sldId="288"/>
            <ac:picMk id="1025" creationId="{C1668411-AFC9-C627-B3F0-40C0C40EB701}"/>
          </ac:picMkLst>
        </pc:picChg>
        <pc:picChg chg="add">
          <ac:chgData name="7 Town" userId="f001bd45134943c1" providerId="LiveId" clId="{83CC9F8B-F704-4A6B-AF9F-D920A0D337A6}" dt="2024-10-22T11:18:37.154" v="374"/>
          <ac:picMkLst>
            <pc:docMk/>
            <pc:sldMk cId="318846087" sldId="288"/>
            <ac:picMk id="1031" creationId="{2AB380E0-8455-0183-EA00-94090611B523}"/>
          </ac:picMkLst>
        </pc:picChg>
        <pc:picChg chg="add">
          <ac:chgData name="7 Town" userId="f001bd45134943c1" providerId="LiveId" clId="{83CC9F8B-F704-4A6B-AF9F-D920A0D337A6}" dt="2024-10-22T11:18:37.154" v="374"/>
          <ac:picMkLst>
            <pc:docMk/>
            <pc:sldMk cId="318846087" sldId="288"/>
            <ac:picMk id="1032" creationId="{70C2C893-DFC2-73BA-D009-30626626A289}"/>
          </ac:picMkLst>
        </pc:picChg>
        <pc:picChg chg="add">
          <ac:chgData name="7 Town" userId="f001bd45134943c1" providerId="LiveId" clId="{83CC9F8B-F704-4A6B-AF9F-D920A0D337A6}" dt="2024-10-22T11:18:54.451" v="376"/>
          <ac:picMkLst>
            <pc:docMk/>
            <pc:sldMk cId="318846087" sldId="288"/>
            <ac:picMk id="1034" creationId="{479AAB55-5070-6B39-2D70-E77EA1B59BDE}"/>
          </ac:picMkLst>
        </pc:picChg>
        <pc:picChg chg="add">
          <ac:chgData name="7 Town" userId="f001bd45134943c1" providerId="LiveId" clId="{83CC9F8B-F704-4A6B-AF9F-D920A0D337A6}" dt="2024-10-22T11:18:54.451" v="376"/>
          <ac:picMkLst>
            <pc:docMk/>
            <pc:sldMk cId="318846087" sldId="288"/>
            <ac:picMk id="1035" creationId="{5AE70016-844A-37E2-14F9-2A5CC09F84CC}"/>
          </ac:picMkLst>
        </pc:picChg>
        <pc:picChg chg="add del mod">
          <ac:chgData name="7 Town" userId="f001bd45134943c1" providerId="LiveId" clId="{83CC9F8B-F704-4A6B-AF9F-D920A0D337A6}" dt="2024-10-22T11:19:33.774" v="383" actId="1076"/>
          <ac:picMkLst>
            <pc:docMk/>
            <pc:sldMk cId="318846087" sldId="288"/>
            <ac:picMk id="1037" creationId="{F60E761E-B436-56F7-10AA-2DFCDB15C960}"/>
          </ac:picMkLst>
        </pc:picChg>
        <pc:picChg chg="add del mod">
          <ac:chgData name="7 Town" userId="f001bd45134943c1" providerId="LiveId" clId="{83CC9F8B-F704-4A6B-AF9F-D920A0D337A6}" dt="2024-10-22T11:19:33.774" v="383" actId="1076"/>
          <ac:picMkLst>
            <pc:docMk/>
            <pc:sldMk cId="318846087" sldId="288"/>
            <ac:picMk id="1038" creationId="{66DAA66B-9A96-F969-6F22-A31F88F9B22B}"/>
          </ac:picMkLst>
        </pc:picChg>
        <pc:picChg chg="add">
          <ac:chgData name="7 Town" userId="f001bd45134943c1" providerId="LiveId" clId="{83CC9F8B-F704-4A6B-AF9F-D920A0D337A6}" dt="2024-10-22T11:19:49.672" v="389"/>
          <ac:picMkLst>
            <pc:docMk/>
            <pc:sldMk cId="318846087" sldId="288"/>
            <ac:picMk id="1040" creationId="{BD2CA762-16AB-4B95-FDF1-4D392BC67742}"/>
          </ac:picMkLst>
        </pc:picChg>
        <pc:picChg chg="add">
          <ac:chgData name="7 Town" userId="f001bd45134943c1" providerId="LiveId" clId="{83CC9F8B-F704-4A6B-AF9F-D920A0D337A6}" dt="2024-10-22T11:19:49.672" v="389"/>
          <ac:picMkLst>
            <pc:docMk/>
            <pc:sldMk cId="318846087" sldId="288"/>
            <ac:picMk id="1041" creationId="{C181AAD1-50A4-41D0-F9CA-BD5661B19378}"/>
          </ac:picMkLst>
        </pc:picChg>
      </pc:sldChg>
      <pc:sldChg chg="addSp delSp modSp add mod">
        <pc:chgData name="7 Town" userId="f001bd45134943c1" providerId="LiveId" clId="{83CC9F8B-F704-4A6B-AF9F-D920A0D337A6}" dt="2024-10-22T16:08:10.947" v="1883" actId="20577"/>
        <pc:sldMkLst>
          <pc:docMk/>
          <pc:sldMk cId="931995051" sldId="289"/>
        </pc:sldMkLst>
        <pc:spChg chg="del">
          <ac:chgData name="7 Town" userId="f001bd45134943c1" providerId="LiveId" clId="{83CC9F8B-F704-4A6B-AF9F-D920A0D337A6}" dt="2024-10-22T14:52:38.212" v="795" actId="478"/>
          <ac:spMkLst>
            <pc:docMk/>
            <pc:sldMk cId="931995051" sldId="289"/>
            <ac:spMk id="3" creationId="{CE06B70B-18F6-B8B3-D13E-626405E478F7}"/>
          </ac:spMkLst>
        </pc:spChg>
        <pc:spChg chg="del">
          <ac:chgData name="7 Town" userId="f001bd45134943c1" providerId="LiveId" clId="{83CC9F8B-F704-4A6B-AF9F-D920A0D337A6}" dt="2024-10-22T14:52:38.212" v="795" actId="478"/>
          <ac:spMkLst>
            <pc:docMk/>
            <pc:sldMk cId="931995051" sldId="289"/>
            <ac:spMk id="4" creationId="{AF68772B-FA56-6D33-0717-D3DE7F912787}"/>
          </ac:spMkLst>
        </pc:spChg>
        <pc:spChg chg="del">
          <ac:chgData name="7 Town" userId="f001bd45134943c1" providerId="LiveId" clId="{83CC9F8B-F704-4A6B-AF9F-D920A0D337A6}" dt="2024-10-22T14:52:38.212" v="795" actId="478"/>
          <ac:spMkLst>
            <pc:docMk/>
            <pc:sldMk cId="931995051" sldId="289"/>
            <ac:spMk id="5" creationId="{9072FC5C-EE04-2646-0C06-DE928923F0C4}"/>
          </ac:spMkLst>
        </pc:spChg>
        <pc:spChg chg="del">
          <ac:chgData name="7 Town" userId="f001bd45134943c1" providerId="LiveId" clId="{83CC9F8B-F704-4A6B-AF9F-D920A0D337A6}" dt="2024-10-22T14:52:38.212" v="795" actId="478"/>
          <ac:spMkLst>
            <pc:docMk/>
            <pc:sldMk cId="931995051" sldId="289"/>
            <ac:spMk id="6" creationId="{A80E6436-28E0-A993-C143-99DEA177F337}"/>
          </ac:spMkLst>
        </pc:spChg>
        <pc:spChg chg="del">
          <ac:chgData name="7 Town" userId="f001bd45134943c1" providerId="LiveId" clId="{83CC9F8B-F704-4A6B-AF9F-D920A0D337A6}" dt="2024-10-22T14:52:38.212" v="795" actId="478"/>
          <ac:spMkLst>
            <pc:docMk/>
            <pc:sldMk cId="931995051" sldId="289"/>
            <ac:spMk id="7" creationId="{E56ADBE0-1B06-F4E4-9F81-8201B801B69E}"/>
          </ac:spMkLst>
        </pc:spChg>
        <pc:spChg chg="del">
          <ac:chgData name="7 Town" userId="f001bd45134943c1" providerId="LiveId" clId="{83CC9F8B-F704-4A6B-AF9F-D920A0D337A6}" dt="2024-10-22T14:52:38.212" v="795" actId="478"/>
          <ac:spMkLst>
            <pc:docMk/>
            <pc:sldMk cId="931995051" sldId="289"/>
            <ac:spMk id="8" creationId="{626995A2-ADA8-370E-C762-EDE7E96C6CC1}"/>
          </ac:spMkLst>
        </pc:spChg>
        <pc:spChg chg="del">
          <ac:chgData name="7 Town" userId="f001bd45134943c1" providerId="LiveId" clId="{83CC9F8B-F704-4A6B-AF9F-D920A0D337A6}" dt="2024-10-22T14:52:38.212" v="795" actId="478"/>
          <ac:spMkLst>
            <pc:docMk/>
            <pc:sldMk cId="931995051" sldId="289"/>
            <ac:spMk id="9" creationId="{006951A2-3230-8971-03A8-C254FE578AF4}"/>
          </ac:spMkLst>
        </pc:spChg>
        <pc:spChg chg="del">
          <ac:chgData name="7 Town" userId="f001bd45134943c1" providerId="LiveId" clId="{83CC9F8B-F704-4A6B-AF9F-D920A0D337A6}" dt="2024-10-22T14:52:38.212" v="795" actId="478"/>
          <ac:spMkLst>
            <pc:docMk/>
            <pc:sldMk cId="931995051" sldId="289"/>
            <ac:spMk id="10" creationId="{9CE173CA-A1EC-CF91-622A-59EAD9ACDF4A}"/>
          </ac:spMkLst>
        </pc:spChg>
        <pc:spChg chg="del">
          <ac:chgData name="7 Town" userId="f001bd45134943c1" providerId="LiveId" clId="{83CC9F8B-F704-4A6B-AF9F-D920A0D337A6}" dt="2024-10-22T14:52:40.066" v="796" actId="478"/>
          <ac:spMkLst>
            <pc:docMk/>
            <pc:sldMk cId="931995051" sldId="289"/>
            <ac:spMk id="11" creationId="{5E83BDF3-0AE0-154A-49BD-90521A58118D}"/>
          </ac:spMkLst>
        </pc:spChg>
        <pc:spChg chg="add mod">
          <ac:chgData name="7 Town" userId="f001bd45134943c1" providerId="LiveId" clId="{83CC9F8B-F704-4A6B-AF9F-D920A0D337A6}" dt="2024-10-22T16:08:10.947" v="1883" actId="20577"/>
          <ac:spMkLst>
            <pc:docMk/>
            <pc:sldMk cId="931995051" sldId="289"/>
            <ac:spMk id="13" creationId="{6DD44D6A-C93F-0CB5-FE14-905F659FE62B}"/>
          </ac:spMkLst>
        </pc:spChg>
        <pc:spChg chg="add mod">
          <ac:chgData name="7 Town" userId="f001bd45134943c1" providerId="LiveId" clId="{83CC9F8B-F704-4A6B-AF9F-D920A0D337A6}" dt="2024-10-22T15:13:15.331" v="1029" actId="1035"/>
          <ac:spMkLst>
            <pc:docMk/>
            <pc:sldMk cId="931995051" sldId="289"/>
            <ac:spMk id="14" creationId="{1D8B97BA-E908-8CDF-C0EF-42D6CE994263}"/>
          </ac:spMkLst>
        </pc:spChg>
        <pc:spChg chg="del">
          <ac:chgData name="7 Town" userId="f001bd45134943c1" providerId="LiveId" clId="{83CC9F8B-F704-4A6B-AF9F-D920A0D337A6}" dt="2024-10-22T14:52:38.212" v="795" actId="478"/>
          <ac:spMkLst>
            <pc:docMk/>
            <pc:sldMk cId="931995051" sldId="289"/>
            <ac:spMk id="75" creationId="{3F54F971-70AF-184D-84F0-1701EDD36EA3}"/>
          </ac:spMkLst>
        </pc:spChg>
        <pc:picChg chg="add mod">
          <ac:chgData name="7 Town" userId="f001bd45134943c1" providerId="LiveId" clId="{83CC9F8B-F704-4A6B-AF9F-D920A0D337A6}" dt="2024-10-22T15:13:15.331" v="1029" actId="1035"/>
          <ac:picMkLst>
            <pc:docMk/>
            <pc:sldMk cId="931995051" sldId="289"/>
            <ac:picMk id="12" creationId="{65B30587-E733-53A1-A13F-7D7049DE9A6C}"/>
          </ac:picMkLst>
        </pc:picChg>
      </pc:sldChg>
      <pc:sldChg chg="addSp delSp modSp add mod">
        <pc:chgData name="7 Town" userId="f001bd45134943c1" providerId="LiveId" clId="{83CC9F8B-F704-4A6B-AF9F-D920A0D337A6}" dt="2024-10-22T15:39:29.232" v="1305" actId="20577"/>
        <pc:sldMkLst>
          <pc:docMk/>
          <pc:sldMk cId="1466323703" sldId="290"/>
        </pc:sldMkLst>
        <pc:spChg chg="add del mod">
          <ac:chgData name="7 Town" userId="f001bd45134943c1" providerId="LiveId" clId="{83CC9F8B-F704-4A6B-AF9F-D920A0D337A6}" dt="2024-10-22T15:35:12.807" v="1213" actId="478"/>
          <ac:spMkLst>
            <pc:docMk/>
            <pc:sldMk cId="1466323703" sldId="290"/>
            <ac:spMk id="2" creationId="{FE85DC4E-A27E-36DC-8358-A80CF3E53A50}"/>
          </ac:spMkLst>
        </pc:spChg>
        <pc:spChg chg="add del mod">
          <ac:chgData name="7 Town" userId="f001bd45134943c1" providerId="LiveId" clId="{83CC9F8B-F704-4A6B-AF9F-D920A0D337A6}" dt="2024-10-22T15:35:14.173" v="1214" actId="478"/>
          <ac:spMkLst>
            <pc:docMk/>
            <pc:sldMk cId="1466323703" sldId="290"/>
            <ac:spMk id="3" creationId="{E55ECFCF-4B1C-AC62-EE04-6DAD4DF1FD30}"/>
          </ac:spMkLst>
        </pc:spChg>
        <pc:spChg chg="add mod">
          <ac:chgData name="7 Town" userId="f001bd45134943c1" providerId="LiveId" clId="{83CC9F8B-F704-4A6B-AF9F-D920A0D337A6}" dt="2024-10-22T15:38:19.357" v="1269" actId="1035"/>
          <ac:spMkLst>
            <pc:docMk/>
            <pc:sldMk cId="1466323703" sldId="290"/>
            <ac:spMk id="4" creationId="{BB7C5811-3E63-C9B2-A4F2-EF9AFCB9FFC8}"/>
          </ac:spMkLst>
        </pc:spChg>
        <pc:spChg chg="add mod">
          <ac:chgData name="7 Town" userId="f001bd45134943c1" providerId="LiveId" clId="{83CC9F8B-F704-4A6B-AF9F-D920A0D337A6}" dt="2024-10-22T15:36:46.328" v="1239" actId="1076"/>
          <ac:spMkLst>
            <pc:docMk/>
            <pc:sldMk cId="1466323703" sldId="290"/>
            <ac:spMk id="5" creationId="{CC1229C5-EB4F-F095-38D2-E4CA77DC10B1}"/>
          </ac:spMkLst>
        </pc:spChg>
        <pc:spChg chg="add mod">
          <ac:chgData name="7 Town" userId="f001bd45134943c1" providerId="LiveId" clId="{83CC9F8B-F704-4A6B-AF9F-D920A0D337A6}" dt="2024-10-22T15:36:46.328" v="1239" actId="1076"/>
          <ac:spMkLst>
            <pc:docMk/>
            <pc:sldMk cId="1466323703" sldId="290"/>
            <ac:spMk id="6" creationId="{CC5B8E47-D1A6-C221-F15C-069603A402EB}"/>
          </ac:spMkLst>
        </pc:spChg>
        <pc:spChg chg="add mod">
          <ac:chgData name="7 Town" userId="f001bd45134943c1" providerId="LiveId" clId="{83CC9F8B-F704-4A6B-AF9F-D920A0D337A6}" dt="2024-10-22T15:36:46.328" v="1239" actId="1076"/>
          <ac:spMkLst>
            <pc:docMk/>
            <pc:sldMk cId="1466323703" sldId="290"/>
            <ac:spMk id="7" creationId="{D053EE77-1B3C-044F-0116-A768D735CD4D}"/>
          </ac:spMkLst>
        </pc:spChg>
        <pc:spChg chg="add del mod">
          <ac:chgData name="7 Town" userId="f001bd45134943c1" providerId="LiveId" clId="{83CC9F8B-F704-4A6B-AF9F-D920A0D337A6}" dt="2024-10-22T15:34:07.573" v="1186" actId="478"/>
          <ac:spMkLst>
            <pc:docMk/>
            <pc:sldMk cId="1466323703" sldId="290"/>
            <ac:spMk id="8" creationId="{19EDE3C8-3304-74BD-3C02-7FF52919459F}"/>
          </ac:spMkLst>
        </pc:spChg>
        <pc:spChg chg="add del mod">
          <ac:chgData name="7 Town" userId="f001bd45134943c1" providerId="LiveId" clId="{83CC9F8B-F704-4A6B-AF9F-D920A0D337A6}" dt="2024-10-22T15:34:08.690" v="1187" actId="478"/>
          <ac:spMkLst>
            <pc:docMk/>
            <pc:sldMk cId="1466323703" sldId="290"/>
            <ac:spMk id="9" creationId="{2F914F9A-FD3A-07B5-D722-DC2C7388A868}"/>
          </ac:spMkLst>
        </pc:spChg>
        <pc:spChg chg="add del mod">
          <ac:chgData name="7 Town" userId="f001bd45134943c1" providerId="LiveId" clId="{83CC9F8B-F704-4A6B-AF9F-D920A0D337A6}" dt="2024-10-22T15:36:35.456" v="1238" actId="478"/>
          <ac:spMkLst>
            <pc:docMk/>
            <pc:sldMk cId="1466323703" sldId="290"/>
            <ac:spMk id="10" creationId="{366D1F9C-CC33-A38E-67FA-A4CD495BBBF8}"/>
          </ac:spMkLst>
        </pc:spChg>
        <pc:spChg chg="add del mod">
          <ac:chgData name="7 Town" userId="f001bd45134943c1" providerId="LiveId" clId="{83CC9F8B-F704-4A6B-AF9F-D920A0D337A6}" dt="2024-10-22T15:36:35.456" v="1238" actId="478"/>
          <ac:spMkLst>
            <pc:docMk/>
            <pc:sldMk cId="1466323703" sldId="290"/>
            <ac:spMk id="11" creationId="{B9E79AB8-FAE9-EB5D-5A00-A250258BB13E}"/>
          </ac:spMkLst>
        </pc:spChg>
        <pc:spChg chg="del">
          <ac:chgData name="7 Town" userId="f001bd45134943c1" providerId="LiveId" clId="{83CC9F8B-F704-4A6B-AF9F-D920A0D337A6}" dt="2024-10-22T15:30:16.416" v="1100" actId="478"/>
          <ac:spMkLst>
            <pc:docMk/>
            <pc:sldMk cId="1466323703" sldId="290"/>
            <ac:spMk id="13" creationId="{974636C3-A0F7-6E8D-EA46-C4C8838F4BD1}"/>
          </ac:spMkLst>
        </pc:spChg>
        <pc:spChg chg="del">
          <ac:chgData name="7 Town" userId="f001bd45134943c1" providerId="LiveId" clId="{83CC9F8B-F704-4A6B-AF9F-D920A0D337A6}" dt="2024-10-22T15:30:16.416" v="1100" actId="478"/>
          <ac:spMkLst>
            <pc:docMk/>
            <pc:sldMk cId="1466323703" sldId="290"/>
            <ac:spMk id="14" creationId="{35094E69-6D0E-A979-F282-34D7356266E1}"/>
          </ac:spMkLst>
        </pc:spChg>
        <pc:spChg chg="add mod">
          <ac:chgData name="7 Town" userId="f001bd45134943c1" providerId="LiveId" clId="{83CC9F8B-F704-4A6B-AF9F-D920A0D337A6}" dt="2024-10-22T15:38:19.357" v="1269" actId="1035"/>
          <ac:spMkLst>
            <pc:docMk/>
            <pc:sldMk cId="1466323703" sldId="290"/>
            <ac:spMk id="20" creationId="{95910A85-869B-5B11-B70F-6C283AF6F928}"/>
          </ac:spMkLst>
        </pc:spChg>
        <pc:spChg chg="add mod">
          <ac:chgData name="7 Town" userId="f001bd45134943c1" providerId="LiveId" clId="{83CC9F8B-F704-4A6B-AF9F-D920A0D337A6}" dt="2024-10-22T15:38:42.989" v="1295" actId="20577"/>
          <ac:spMkLst>
            <pc:docMk/>
            <pc:sldMk cId="1466323703" sldId="290"/>
            <ac:spMk id="21" creationId="{F94572C4-2EFF-32CA-07EA-B0B816652E00}"/>
          </ac:spMkLst>
        </pc:spChg>
        <pc:spChg chg="mod">
          <ac:chgData name="7 Town" userId="f001bd45134943c1" providerId="LiveId" clId="{83CC9F8B-F704-4A6B-AF9F-D920A0D337A6}" dt="2024-10-22T15:39:29.232" v="1305" actId="20577"/>
          <ac:spMkLst>
            <pc:docMk/>
            <pc:sldMk cId="1466323703" sldId="290"/>
            <ac:spMk id="23" creationId="{EC96BF32-3132-AB08-F592-5904D524EA37}"/>
          </ac:spMkLst>
        </pc:spChg>
        <pc:picChg chg="del">
          <ac:chgData name="7 Town" userId="f001bd45134943c1" providerId="LiveId" clId="{83CC9F8B-F704-4A6B-AF9F-D920A0D337A6}" dt="2024-10-22T15:30:08.370" v="1099" actId="478"/>
          <ac:picMkLst>
            <pc:docMk/>
            <pc:sldMk cId="1466323703" sldId="290"/>
            <ac:picMk id="12" creationId="{E08F6931-F537-AD19-7ED4-61223428342C}"/>
          </ac:picMkLst>
        </pc:picChg>
        <pc:cxnChg chg="add del mod">
          <ac:chgData name="7 Town" userId="f001bd45134943c1" providerId="LiveId" clId="{83CC9F8B-F704-4A6B-AF9F-D920A0D337A6}" dt="2024-10-22T15:34:09.728" v="1188" actId="478"/>
          <ac:cxnSpMkLst>
            <pc:docMk/>
            <pc:sldMk cId="1466323703" sldId="290"/>
            <ac:cxnSpMk id="15" creationId="{13C0C775-5040-C5DA-2015-45E4AC5842FF}"/>
          </ac:cxnSpMkLst>
        </pc:cxnChg>
        <pc:cxnChg chg="mod">
          <ac:chgData name="7 Town" userId="f001bd45134943c1" providerId="LiveId" clId="{83CC9F8B-F704-4A6B-AF9F-D920A0D337A6}" dt="2024-10-22T15:39:29.232" v="1305" actId="20577"/>
          <ac:cxnSpMkLst>
            <pc:docMk/>
            <pc:sldMk cId="1466323703" sldId="290"/>
            <ac:cxnSpMk id="17" creationId="{84BB5227-AE69-9131-88EE-55C4500A7B2F}"/>
          </ac:cxnSpMkLst>
        </pc:cxnChg>
      </pc:sldChg>
      <pc:sldChg chg="addSp delSp modSp add mod">
        <pc:chgData name="7 Town" userId="f001bd45134943c1" providerId="LiveId" clId="{83CC9F8B-F704-4A6B-AF9F-D920A0D337A6}" dt="2024-10-22T15:48:50.648" v="1509" actId="20577"/>
        <pc:sldMkLst>
          <pc:docMk/>
          <pc:sldMk cId="0" sldId="291"/>
        </pc:sldMkLst>
        <pc:spChg chg="del">
          <ac:chgData name="7 Town" userId="f001bd45134943c1" providerId="LiveId" clId="{83CC9F8B-F704-4A6B-AF9F-D920A0D337A6}" dt="2024-10-22T15:43:28.265" v="1357" actId="478"/>
          <ac:spMkLst>
            <pc:docMk/>
            <pc:sldMk cId="0" sldId="291"/>
            <ac:spMk id="10" creationId="{00000000-0000-0000-0000-000000000000}"/>
          </ac:spMkLst>
        </pc:spChg>
        <pc:spChg chg="del">
          <ac:chgData name="7 Town" userId="f001bd45134943c1" providerId="LiveId" clId="{83CC9F8B-F704-4A6B-AF9F-D920A0D337A6}" dt="2024-10-22T15:43:28.265" v="1357" actId="478"/>
          <ac:spMkLst>
            <pc:docMk/>
            <pc:sldMk cId="0" sldId="291"/>
            <ac:spMk id="11" creationId="{00000000-0000-0000-0000-000000000000}"/>
          </ac:spMkLst>
        </pc:spChg>
        <pc:spChg chg="mod">
          <ac:chgData name="7 Town" userId="f001bd45134943c1" providerId="LiveId" clId="{83CC9F8B-F704-4A6B-AF9F-D920A0D337A6}" dt="2024-10-22T15:48:44.863" v="1504" actId="20577"/>
          <ac:spMkLst>
            <pc:docMk/>
            <pc:sldMk cId="0" sldId="291"/>
            <ac:spMk id="22" creationId="{00000000-0000-0000-0000-000000000000}"/>
          </ac:spMkLst>
        </pc:spChg>
        <pc:spChg chg="mod">
          <ac:chgData name="7 Town" userId="f001bd45134943c1" providerId="LiveId" clId="{83CC9F8B-F704-4A6B-AF9F-D920A0D337A6}" dt="2024-10-22T15:48:50.648" v="1509" actId="20577"/>
          <ac:spMkLst>
            <pc:docMk/>
            <pc:sldMk cId="0" sldId="291"/>
            <ac:spMk id="23" creationId="{00000000-0000-0000-0000-000000000000}"/>
          </ac:spMkLst>
        </pc:spChg>
        <pc:spChg chg="mod">
          <ac:chgData name="7 Town" userId="f001bd45134943c1" providerId="LiveId" clId="{83CC9F8B-F704-4A6B-AF9F-D920A0D337A6}" dt="2024-10-22T15:44:07.446" v="1365" actId="1076"/>
          <ac:spMkLst>
            <pc:docMk/>
            <pc:sldMk cId="0" sldId="291"/>
            <ac:spMk id="68" creationId="{00000000-0000-0000-0000-000000000000}"/>
          </ac:spMkLst>
        </pc:spChg>
        <pc:spChg chg="mod">
          <ac:chgData name="7 Town" userId="f001bd45134943c1" providerId="LiveId" clId="{83CC9F8B-F704-4A6B-AF9F-D920A0D337A6}" dt="2024-10-22T15:48:31.029" v="1499" actId="20577"/>
          <ac:spMkLst>
            <pc:docMk/>
            <pc:sldMk cId="0" sldId="291"/>
            <ac:spMk id="72" creationId="{00000000-0000-0000-0000-000000000000}"/>
          </ac:spMkLst>
        </pc:spChg>
        <pc:spChg chg="mod">
          <ac:chgData name="7 Town" userId="f001bd45134943c1" providerId="LiveId" clId="{83CC9F8B-F704-4A6B-AF9F-D920A0D337A6}" dt="2024-10-22T15:44:27.429" v="1384" actId="14100"/>
          <ac:spMkLst>
            <pc:docMk/>
            <pc:sldMk cId="0" sldId="291"/>
            <ac:spMk id="73" creationId="{00000000-0000-0000-0000-000000000000}"/>
          </ac:spMkLst>
        </pc:spChg>
        <pc:spChg chg="del">
          <ac:chgData name="7 Town" userId="f001bd45134943c1" providerId="LiveId" clId="{83CC9F8B-F704-4A6B-AF9F-D920A0D337A6}" dt="2024-10-22T15:44:10.461" v="1366" actId="478"/>
          <ac:spMkLst>
            <pc:docMk/>
            <pc:sldMk cId="0" sldId="291"/>
            <ac:spMk id="76" creationId="{00000000-0000-0000-0000-000000000000}"/>
          </ac:spMkLst>
        </pc:spChg>
        <pc:picChg chg="add mod">
          <ac:chgData name="7 Town" userId="f001bd45134943c1" providerId="LiveId" clId="{83CC9F8B-F704-4A6B-AF9F-D920A0D337A6}" dt="2024-10-22T15:43:40.566" v="1359" actId="1076"/>
          <ac:picMkLst>
            <pc:docMk/>
            <pc:sldMk cId="0" sldId="291"/>
            <ac:picMk id="2" creationId="{A5362694-5E33-756B-9244-1525246A2636}"/>
          </ac:picMkLst>
        </pc:picChg>
        <pc:picChg chg="del">
          <ac:chgData name="7 Town" userId="f001bd45134943c1" providerId="LiveId" clId="{83CC9F8B-F704-4A6B-AF9F-D920A0D337A6}" dt="2024-10-22T15:43:03.316" v="1353" actId="478"/>
          <ac:picMkLst>
            <pc:docMk/>
            <pc:sldMk cId="0" sldId="291"/>
            <ac:picMk id="67" creationId="{00000000-0000-0000-0000-000000000000}"/>
          </ac:picMkLst>
        </pc:picChg>
        <pc:cxnChg chg="del">
          <ac:chgData name="7 Town" userId="f001bd45134943c1" providerId="LiveId" clId="{83CC9F8B-F704-4A6B-AF9F-D920A0D337A6}" dt="2024-10-22T15:43:28.265" v="1357" actId="478"/>
          <ac:cxnSpMkLst>
            <pc:docMk/>
            <pc:sldMk cId="0" sldId="291"/>
            <ac:cxnSpMk id="12" creationId="{00000000-0000-0000-0000-000000000000}"/>
          </ac:cxnSpMkLst>
        </pc:cxnChg>
        <pc:cxnChg chg="mod">
          <ac:chgData name="7 Town" userId="f001bd45134943c1" providerId="LiveId" clId="{83CC9F8B-F704-4A6B-AF9F-D920A0D337A6}" dt="2024-10-22T15:48:50.240" v="1508" actId="20577"/>
          <ac:cxnSpMkLst>
            <pc:docMk/>
            <pc:sldMk cId="0" sldId="291"/>
            <ac:cxnSpMk id="17" creationId="{00000000-0000-0000-0000-000000000000}"/>
          </ac:cxnSpMkLst>
        </pc:cxnChg>
        <pc:cxnChg chg="mod">
          <ac:chgData name="7 Town" userId="f001bd45134943c1" providerId="LiveId" clId="{83CC9F8B-F704-4A6B-AF9F-D920A0D337A6}" dt="2024-10-22T15:44:33.699" v="1385" actId="14100"/>
          <ac:cxnSpMkLst>
            <pc:docMk/>
            <pc:sldMk cId="0" sldId="291"/>
            <ac:cxnSpMk id="74" creationId="{00000000-0000-0000-0000-000000000000}"/>
          </ac:cxnSpMkLst>
        </pc:cxnChg>
      </pc:sldChg>
      <pc:sldChg chg="addSp delSp modSp add mod ord">
        <pc:chgData name="7 Town" userId="f001bd45134943c1" providerId="LiveId" clId="{83CC9F8B-F704-4A6B-AF9F-D920A0D337A6}" dt="2024-10-22T16:18:25.790" v="2127" actId="1076"/>
        <pc:sldMkLst>
          <pc:docMk/>
          <pc:sldMk cId="1281382066" sldId="292"/>
        </pc:sldMkLst>
        <pc:spChg chg="add mod">
          <ac:chgData name="7 Town" userId="f001bd45134943c1" providerId="LiveId" clId="{83CC9F8B-F704-4A6B-AF9F-D920A0D337A6}" dt="2024-10-22T16:18:16.616" v="2126"/>
          <ac:spMkLst>
            <pc:docMk/>
            <pc:sldMk cId="1281382066" sldId="292"/>
            <ac:spMk id="4" creationId="{DEE34491-FFA6-08F0-FBAA-5785B28F8B02}"/>
          </ac:spMkLst>
        </pc:spChg>
        <pc:spChg chg="del">
          <ac:chgData name="7 Town" userId="f001bd45134943c1" providerId="LiveId" clId="{83CC9F8B-F704-4A6B-AF9F-D920A0D337A6}" dt="2024-10-22T16:06:47.266" v="1840" actId="478"/>
          <ac:spMkLst>
            <pc:docMk/>
            <pc:sldMk cId="1281382066" sldId="292"/>
            <ac:spMk id="68" creationId="{0C2A3541-C967-68CE-0D3E-2AE5DA80CCC3}"/>
          </ac:spMkLst>
        </pc:spChg>
        <pc:spChg chg="mod">
          <ac:chgData name="7 Town" userId="f001bd45134943c1" providerId="LiveId" clId="{83CC9F8B-F704-4A6B-AF9F-D920A0D337A6}" dt="2024-10-22T16:18:25.790" v="2127" actId="1076"/>
          <ac:spMkLst>
            <pc:docMk/>
            <pc:sldMk cId="1281382066" sldId="292"/>
            <ac:spMk id="72" creationId="{827AA2A5-9D35-8A4E-C14C-8A91909F41B3}"/>
          </ac:spMkLst>
        </pc:spChg>
        <pc:spChg chg="mod">
          <ac:chgData name="7 Town" userId="f001bd45134943c1" providerId="LiveId" clId="{83CC9F8B-F704-4A6B-AF9F-D920A0D337A6}" dt="2024-10-22T16:18:25.790" v="2127" actId="1076"/>
          <ac:spMkLst>
            <pc:docMk/>
            <pc:sldMk cId="1281382066" sldId="292"/>
            <ac:spMk id="73" creationId="{A20D253E-2709-2474-E5B6-61BC47864AF2}"/>
          </ac:spMkLst>
        </pc:spChg>
        <pc:picChg chg="del">
          <ac:chgData name="7 Town" userId="f001bd45134943c1" providerId="LiveId" clId="{83CC9F8B-F704-4A6B-AF9F-D920A0D337A6}" dt="2024-10-22T16:06:47.916" v="1841" actId="478"/>
          <ac:picMkLst>
            <pc:docMk/>
            <pc:sldMk cId="1281382066" sldId="292"/>
            <ac:picMk id="2" creationId="{4A62D73B-A257-7DD2-0EB3-7FB9AA8DF448}"/>
          </ac:picMkLst>
        </pc:picChg>
        <pc:picChg chg="add mod">
          <ac:chgData name="7 Town" userId="f001bd45134943c1" providerId="LiveId" clId="{83CC9F8B-F704-4A6B-AF9F-D920A0D337A6}" dt="2024-10-22T16:18:16.616" v="2126"/>
          <ac:picMkLst>
            <pc:docMk/>
            <pc:sldMk cId="1281382066" sldId="292"/>
            <ac:picMk id="5" creationId="{3A644493-7A81-F92C-6BF3-369269C01F74}"/>
          </ac:picMkLst>
        </pc:picChg>
        <pc:cxnChg chg="mod">
          <ac:chgData name="7 Town" userId="f001bd45134943c1" providerId="LiveId" clId="{83CC9F8B-F704-4A6B-AF9F-D920A0D337A6}" dt="2024-10-22T16:18:25.790" v="2127" actId="1076"/>
          <ac:cxnSpMkLst>
            <pc:docMk/>
            <pc:sldMk cId="1281382066" sldId="292"/>
            <ac:cxnSpMk id="74" creationId="{26C77CC2-D923-85B0-CAA0-1190930D21E0}"/>
          </ac:cxnSpMkLst>
        </pc:cxnChg>
      </pc:sldChg>
      <pc:sldChg chg="add del">
        <pc:chgData name="7 Town" userId="f001bd45134943c1" providerId="LiveId" clId="{83CC9F8B-F704-4A6B-AF9F-D920A0D337A6}" dt="2024-10-22T16:02:42.537" v="1830" actId="47"/>
        <pc:sldMkLst>
          <pc:docMk/>
          <pc:sldMk cId="4209720937" sldId="292"/>
        </pc:sldMkLst>
      </pc:sldChg>
      <pc:sldChg chg="addSp delSp modSp add mod">
        <pc:chgData name="7 Town" userId="f001bd45134943c1" providerId="LiveId" clId="{83CC9F8B-F704-4A6B-AF9F-D920A0D337A6}" dt="2024-10-22T16:40:31.669" v="2624" actId="20577"/>
        <pc:sldMkLst>
          <pc:docMk/>
          <pc:sldMk cId="334691803" sldId="293"/>
        </pc:sldMkLst>
        <pc:spChg chg="mod">
          <ac:chgData name="7 Town" userId="f001bd45134943c1" providerId="LiveId" clId="{83CC9F8B-F704-4A6B-AF9F-D920A0D337A6}" dt="2024-10-22T16:36:06.039" v="2566" actId="20577"/>
          <ac:spMkLst>
            <pc:docMk/>
            <pc:sldMk cId="334691803" sldId="293"/>
            <ac:spMk id="7" creationId="{3DF4FB00-C2EF-D8C1-9D5F-20EFD02D825D}"/>
          </ac:spMkLst>
        </pc:spChg>
        <pc:spChg chg="mod">
          <ac:chgData name="7 Town" userId="f001bd45134943c1" providerId="LiveId" clId="{83CC9F8B-F704-4A6B-AF9F-D920A0D337A6}" dt="2024-10-22T16:38:46.070" v="2616" actId="1076"/>
          <ac:spMkLst>
            <pc:docMk/>
            <pc:sldMk cId="334691803" sldId="293"/>
            <ac:spMk id="9" creationId="{90827788-1822-76FE-AC98-74A0D8246691}"/>
          </ac:spMkLst>
        </pc:spChg>
        <pc:spChg chg="mod">
          <ac:chgData name="7 Town" userId="f001bd45134943c1" providerId="LiveId" clId="{83CC9F8B-F704-4A6B-AF9F-D920A0D337A6}" dt="2024-10-22T16:36:13.840" v="2578" actId="20577"/>
          <ac:spMkLst>
            <pc:docMk/>
            <pc:sldMk cId="334691803" sldId="293"/>
            <ac:spMk id="24" creationId="{7B1980A3-562C-5C09-52BB-1E2B8D758A82}"/>
          </ac:spMkLst>
        </pc:spChg>
        <pc:spChg chg="mod">
          <ac:chgData name="7 Town" userId="f001bd45134943c1" providerId="LiveId" clId="{83CC9F8B-F704-4A6B-AF9F-D920A0D337A6}" dt="2024-10-22T16:37:04.505" v="2600" actId="20577"/>
          <ac:spMkLst>
            <pc:docMk/>
            <pc:sldMk cId="334691803" sldId="293"/>
            <ac:spMk id="26" creationId="{5603FFEC-4EF4-5661-B5D9-2B8C673F4C18}"/>
          </ac:spMkLst>
        </pc:spChg>
        <pc:spChg chg="mod">
          <ac:chgData name="7 Town" userId="f001bd45134943c1" providerId="LiveId" clId="{83CC9F8B-F704-4A6B-AF9F-D920A0D337A6}" dt="2024-10-22T16:40:31.669" v="2624" actId="20577"/>
          <ac:spMkLst>
            <pc:docMk/>
            <pc:sldMk cId="334691803" sldId="293"/>
            <ac:spMk id="27" creationId="{FF9B6280-5F83-AA6A-BAF0-8FEA89234975}"/>
          </ac:spMkLst>
        </pc:spChg>
        <pc:spChg chg="mod">
          <ac:chgData name="7 Town" userId="f001bd45134943c1" providerId="LiveId" clId="{83CC9F8B-F704-4A6B-AF9F-D920A0D337A6}" dt="2024-10-22T16:36:16.441" v="2580" actId="20577"/>
          <ac:spMkLst>
            <pc:docMk/>
            <pc:sldMk cId="334691803" sldId="293"/>
            <ac:spMk id="40" creationId="{9A35823D-7AA9-036A-DB9E-5185EBB0A792}"/>
          </ac:spMkLst>
        </pc:spChg>
        <pc:picChg chg="del">
          <ac:chgData name="7 Town" userId="f001bd45134943c1" providerId="LiveId" clId="{83CC9F8B-F704-4A6B-AF9F-D920A0D337A6}" dt="2024-10-22T16:36:18.301" v="2581" actId="478"/>
          <ac:picMkLst>
            <pc:docMk/>
            <pc:sldMk cId="334691803" sldId="293"/>
            <ac:picMk id="4" creationId="{F337E0ED-76ED-27ED-8CB4-361C682D5D5C}"/>
          </ac:picMkLst>
        </pc:picChg>
        <pc:picChg chg="add mod">
          <ac:chgData name="7 Town" userId="f001bd45134943c1" providerId="LiveId" clId="{83CC9F8B-F704-4A6B-AF9F-D920A0D337A6}" dt="2024-10-22T16:36:35.960" v="2587" actId="1076"/>
          <ac:picMkLst>
            <pc:docMk/>
            <pc:sldMk cId="334691803" sldId="293"/>
            <ac:picMk id="5" creationId="{31C5A02B-3950-8AC9-7C41-1CA031EC0761}"/>
          </ac:picMkLst>
        </pc:picChg>
        <pc:picChg chg="del">
          <ac:chgData name="7 Town" userId="f001bd45134943c1" providerId="LiveId" clId="{83CC9F8B-F704-4A6B-AF9F-D920A0D337A6}" dt="2024-10-22T16:36:19.810" v="2582" actId="478"/>
          <ac:picMkLst>
            <pc:docMk/>
            <pc:sldMk cId="334691803" sldId="293"/>
            <ac:picMk id="8" creationId="{7579106F-12F9-02BC-70E9-52AA0263E0E1}"/>
          </ac:picMkLst>
        </pc:picChg>
        <pc:picChg chg="add mod">
          <ac:chgData name="7 Town" userId="f001bd45134943c1" providerId="LiveId" clId="{83CC9F8B-F704-4A6B-AF9F-D920A0D337A6}" dt="2024-10-22T16:36:55.080" v="2593" actId="1076"/>
          <ac:picMkLst>
            <pc:docMk/>
            <pc:sldMk cId="334691803" sldId="293"/>
            <ac:picMk id="11" creationId="{A9ECFA02-DAF9-1D3D-4E3C-7A5E7F4679DD}"/>
          </ac:picMkLst>
        </pc:picChg>
      </pc:sldChg>
      <pc:sldChg chg="delSp modSp add del mod">
        <pc:chgData name="7 Town" userId="f001bd45134943c1" providerId="LiveId" clId="{83CC9F8B-F704-4A6B-AF9F-D920A0D337A6}" dt="2024-10-22T16:35:54.530" v="2541" actId="47"/>
        <pc:sldMkLst>
          <pc:docMk/>
          <pc:sldMk cId="4220362203" sldId="293"/>
        </pc:sldMkLst>
        <pc:spChg chg="mod">
          <ac:chgData name="7 Town" userId="f001bd45134943c1" providerId="LiveId" clId="{83CC9F8B-F704-4A6B-AF9F-D920A0D337A6}" dt="2024-10-22T16:35:26.472" v="2538" actId="20577"/>
          <ac:spMkLst>
            <pc:docMk/>
            <pc:sldMk cId="4220362203" sldId="293"/>
            <ac:spMk id="7" creationId="{3C78250C-F7D1-BB50-8782-9F0C216DDEEF}"/>
          </ac:spMkLst>
        </pc:spChg>
        <pc:spChg chg="mod">
          <ac:chgData name="7 Town" userId="f001bd45134943c1" providerId="LiveId" clId="{83CC9F8B-F704-4A6B-AF9F-D920A0D337A6}" dt="2024-10-22T16:35:16.320" v="2511" actId="20577"/>
          <ac:spMkLst>
            <pc:docMk/>
            <pc:sldMk cId="4220362203" sldId="293"/>
            <ac:spMk id="24" creationId="{A55EB988-DDB0-20FE-EA24-88D1CDD4F95D}"/>
          </ac:spMkLst>
        </pc:spChg>
        <pc:spChg chg="del mod">
          <ac:chgData name="7 Town" userId="f001bd45134943c1" providerId="LiveId" clId="{83CC9F8B-F704-4A6B-AF9F-D920A0D337A6}" dt="2024-10-22T16:35:11.100" v="2508" actId="478"/>
          <ac:spMkLst>
            <pc:docMk/>
            <pc:sldMk cId="4220362203" sldId="293"/>
            <ac:spMk id="26" creationId="{6DE59377-D6ED-915A-1D92-47C5BBFFF36D}"/>
          </ac:spMkLst>
        </pc:spChg>
        <pc:spChg chg="del">
          <ac:chgData name="7 Town" userId="f001bd45134943c1" providerId="LiveId" clId="{83CC9F8B-F704-4A6B-AF9F-D920A0D337A6}" dt="2024-10-22T16:35:13.300" v="2509" actId="478"/>
          <ac:spMkLst>
            <pc:docMk/>
            <pc:sldMk cId="4220362203" sldId="293"/>
            <ac:spMk id="27" creationId="{434C677E-5F16-3DAA-7D49-0D47D6C03658}"/>
          </ac:spMkLst>
        </pc:spChg>
        <pc:spChg chg="del">
          <ac:chgData name="7 Town" userId="f001bd45134943c1" providerId="LiveId" clId="{83CC9F8B-F704-4A6B-AF9F-D920A0D337A6}" dt="2024-10-22T16:35:13.300" v="2509" actId="478"/>
          <ac:spMkLst>
            <pc:docMk/>
            <pc:sldMk cId="4220362203" sldId="293"/>
            <ac:spMk id="40" creationId="{03B8F17E-0E06-E49D-EF12-5B1FCCB5C4AF}"/>
          </ac:spMkLst>
        </pc:spChg>
        <pc:picChg chg="del">
          <ac:chgData name="7 Town" userId="f001bd45134943c1" providerId="LiveId" clId="{83CC9F8B-F704-4A6B-AF9F-D920A0D337A6}" dt="2024-10-22T16:35:32.501" v="2540" actId="478"/>
          <ac:picMkLst>
            <pc:docMk/>
            <pc:sldMk cId="4220362203" sldId="293"/>
            <ac:picMk id="4" creationId="{DDC7B81F-6B0A-B051-7341-358C71FA77D8}"/>
          </ac:picMkLst>
        </pc:picChg>
        <pc:picChg chg="del">
          <ac:chgData name="7 Town" userId="f001bd45134943c1" providerId="LiveId" clId="{83CC9F8B-F704-4A6B-AF9F-D920A0D337A6}" dt="2024-10-22T16:35:07.670" v="2506" actId="478"/>
          <ac:picMkLst>
            <pc:docMk/>
            <pc:sldMk cId="4220362203" sldId="293"/>
            <ac:picMk id="8" creationId="{13D42EDF-6034-9BEA-5F24-D306DB121E0C}"/>
          </ac:picMkLst>
        </pc:picChg>
        <pc:cxnChg chg="del">
          <ac:chgData name="7 Town" userId="f001bd45134943c1" providerId="LiveId" clId="{83CC9F8B-F704-4A6B-AF9F-D920A0D337A6}" dt="2024-10-22T16:35:13.300" v="2509" actId="478"/>
          <ac:cxnSpMkLst>
            <pc:docMk/>
            <pc:sldMk cId="4220362203" sldId="293"/>
            <ac:cxnSpMk id="25" creationId="{D1C0F631-1644-0A4D-27E3-154F34A3DA4C}"/>
          </ac:cxnSpMkLst>
        </pc:cxnChg>
        <pc:cxnChg chg="del">
          <ac:chgData name="7 Town" userId="f001bd45134943c1" providerId="LiveId" clId="{83CC9F8B-F704-4A6B-AF9F-D920A0D337A6}" dt="2024-10-22T16:35:30.590" v="2539" actId="478"/>
          <ac:cxnSpMkLst>
            <pc:docMk/>
            <pc:sldMk cId="4220362203" sldId="293"/>
            <ac:cxnSpMk id="50" creationId="{184B3E9B-BB57-52D2-C4EE-CC5A813230A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B3680-E5A3-400D-85CF-A550B5E36403}" type="datetimeFigureOut">
              <a:rPr lang="zh-CN" altLang="en-US" smtClean="0"/>
              <a:t>2025/9/22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6E6E5-7668-4EEF-A77C-431C5AE61CF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177800" y="160735"/>
            <a:ext cx="11836400" cy="653653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439AFCB-AEEE-443D-8AF2-DDCBBAB8E555}" type="datetime1">
              <a:rPr lang="zh-CN" altLang="en-US" smtClean="0"/>
              <a:t>2025/9/22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7" name="矩形 16"/>
          <p:cNvSpPr/>
          <p:nvPr userDrawn="1"/>
        </p:nvSpPr>
        <p:spPr>
          <a:xfrm>
            <a:off x="400794" y="335737"/>
            <a:ext cx="612000" cy="61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j-ea"/>
              <a:ea typeface="+mj-ea"/>
            </a:endParaRPr>
          </a:p>
        </p:txBody>
      </p:sp>
      <p:sp>
        <p:nvSpPr>
          <p:cNvPr id="2" name="日期占位符 1"/>
          <p:cNvSpPr>
            <a:spLocks noGrp="1"/>
          </p:cNvSpPr>
          <p:nvPr>
            <p:ph type="dt" sz="half" idx="10"/>
          </p:nvPr>
        </p:nvSpPr>
        <p:spPr/>
        <p:txBody>
          <a:bodyPr/>
          <a:lstStyle/>
          <a:p>
            <a:fld id="{89DA58AD-AD51-434A-B399-0C774EEA1401}" type="datetime1">
              <a:rPr lang="zh-CN" altLang="en-US" smtClean="0"/>
              <a:t>2025/9/22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5D2FA34-3331-43EB-8D25-5E71EBC8F04D}" type="slidenum">
              <a:rPr lang="zh-CN" altLang="en-US" smtClean="0"/>
              <a:t>‹#›</a:t>
            </a:fld>
            <a:endParaRPr lang="zh-CN" altLang="en-US"/>
          </a:p>
        </p:txBody>
      </p:sp>
      <p:pic>
        <p:nvPicPr>
          <p:cNvPr id="19" name="图片 18" descr="8445505B9A9A97520C0CEB57E8F_349EC6D7_EFDE"/>
          <p:cNvPicPr>
            <a:picLocks noChangeAspect="1"/>
          </p:cNvPicPr>
          <p:nvPr userDrawn="1"/>
        </p:nvPicPr>
        <p:blipFill>
          <a:blip r:embed="rId2"/>
          <a:stretch>
            <a:fillRect/>
          </a:stretch>
        </p:blipFill>
        <p:spPr>
          <a:xfrm>
            <a:off x="10785475" y="335915"/>
            <a:ext cx="1234440" cy="8775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634029D-4740-45F8-9602-D83637C59626}" type="datetime1">
              <a:rPr lang="zh-CN" altLang="en-US" smtClean="0"/>
              <a:t>2025/9/22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6C6A3C-E355-49F6-BC5A-FC14D9F89ED7}" type="datetime1">
              <a:rPr lang="zh-CN" altLang="en-US" smtClean="0"/>
              <a:t>2025/9/22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327D71B-3AE7-4A20-83E5-EE972329C490}" type="datetime1">
              <a:rPr lang="zh-CN" altLang="en-US" smtClean="0"/>
              <a:t>2025/9/22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1E390E6-51DE-40B2-A9A3-A3903874309D}" type="datetime1">
              <a:rPr lang="zh-CN" altLang="en-US" smtClean="0"/>
              <a:t>2025/9/22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4335ED4-16FA-4BF0-BA6A-00E512C97599}" type="datetime1">
              <a:rPr lang="zh-CN" altLang="en-US" smtClean="0"/>
              <a:t>2025/9/22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9FB0ED8-4ACF-4B45-8672-8BB8D05B0271}" type="datetime1">
              <a:rPr lang="zh-CN" altLang="en-US" smtClean="0"/>
              <a:t>2025/9/22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4527F30-2FCF-480F-9B5B-E8CC3B8AA38B}" type="datetime1">
              <a:rPr lang="zh-CN" altLang="en-US" smtClean="0"/>
              <a:t>2025/9/22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E2C0CB-E2C4-49CE-A5DC-CE0ABD9FF1CC}" type="datetime1">
              <a:rPr lang="zh-CN" altLang="en-US" smtClean="0"/>
              <a:t>2025/9/22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7ED7EED-8E66-4361-9BBB-4A6EC86BA7CC}" type="datetime1">
              <a:rPr lang="zh-CN" altLang="en-US" smtClean="0"/>
              <a:t>2025/9/22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B0379-36CD-4226-8D49-3A8406CB8C13}" type="datetime1">
              <a:rPr lang="zh-CN" altLang="en-US" smtClean="0"/>
              <a:t>2025/9/22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66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D2FA34-3331-43EB-8D25-5E71EBC8F04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95496" y="2084258"/>
            <a:ext cx="3801041" cy="769441"/>
          </a:xfrm>
          <a:prstGeom prst="rect">
            <a:avLst/>
          </a:prstGeom>
          <a:noFill/>
        </p:spPr>
        <p:txBody>
          <a:bodyPr wrap="none" rtlCol="0">
            <a:spAutoFit/>
          </a:bodyPr>
          <a:lstStyle/>
          <a:p>
            <a:pPr algn="ctr"/>
            <a:r>
              <a:rPr lang="zh-CN" altLang="en-US" sz="4400" b="1" spc="300" dirty="0">
                <a:solidFill>
                  <a:schemeClr val="accent1"/>
                </a:solidFill>
                <a:latin typeface="+mj-ea"/>
                <a:ea typeface="+mj-ea"/>
              </a:rPr>
              <a:t>精读文献汇报</a:t>
            </a:r>
          </a:p>
        </p:txBody>
      </p:sp>
      <p:sp>
        <p:nvSpPr>
          <p:cNvPr id="8" name="文本框 7"/>
          <p:cNvSpPr txBox="1"/>
          <p:nvPr/>
        </p:nvSpPr>
        <p:spPr>
          <a:xfrm>
            <a:off x="3095575" y="3095964"/>
            <a:ext cx="7406768" cy="369332"/>
          </a:xfrm>
          <a:prstGeom prst="rect">
            <a:avLst/>
          </a:prstGeom>
          <a:noFill/>
        </p:spPr>
        <p:txBody>
          <a:bodyPr wrap="square">
            <a:spAutoFit/>
          </a:bodyPr>
          <a:lstStyle/>
          <a:p>
            <a:r>
              <a:rPr lang="en-US" altLang="zh-CN" dirty="0">
                <a:latin typeface="+mn-ea"/>
              </a:rPr>
              <a:t>Urban Region Pre-training and Prompting: A Graph-based Approach</a:t>
            </a:r>
            <a:endParaRPr lang="zh-CN" altLang="en-US" dirty="0">
              <a:latin typeface="+mn-ea"/>
            </a:endParaRPr>
          </a:p>
        </p:txBody>
      </p:sp>
      <p:sp>
        <p:nvSpPr>
          <p:cNvPr id="9" name="矩形: 圆角 8"/>
          <p:cNvSpPr/>
          <p:nvPr/>
        </p:nvSpPr>
        <p:spPr>
          <a:xfrm>
            <a:off x="1943050" y="3095964"/>
            <a:ext cx="1095375" cy="369332"/>
          </a:xfrm>
          <a:prstGeom prst="roundRect">
            <a:avLst>
              <a:gd name="adj" fmla="val 269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mj-ea"/>
                <a:ea typeface="+mj-ea"/>
              </a:rPr>
              <a:t>文献</a:t>
            </a:r>
          </a:p>
        </p:txBody>
      </p:sp>
      <p:cxnSp>
        <p:nvCxnSpPr>
          <p:cNvPr id="12" name="直接连接符 11"/>
          <p:cNvCxnSpPr/>
          <p:nvPr/>
        </p:nvCxnSpPr>
        <p:spPr>
          <a:xfrm>
            <a:off x="1130300" y="2982942"/>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4" name="矩形: 圆角 33"/>
          <p:cNvSpPr/>
          <p:nvPr/>
        </p:nvSpPr>
        <p:spPr>
          <a:xfrm>
            <a:off x="3136900" y="5777710"/>
            <a:ext cx="5918200"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形 1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36511" y="5874614"/>
            <a:ext cx="288000" cy="288000"/>
          </a:xfrm>
          <a:prstGeom prst="rect">
            <a:avLst/>
          </a:prstGeom>
        </p:spPr>
      </p:pic>
      <p:sp>
        <p:nvSpPr>
          <p:cNvPr id="15" name="文本框 14"/>
          <p:cNvSpPr txBox="1"/>
          <p:nvPr/>
        </p:nvSpPr>
        <p:spPr>
          <a:xfrm>
            <a:off x="3821436" y="5849337"/>
            <a:ext cx="2049067" cy="337185"/>
          </a:xfrm>
          <a:prstGeom prst="rect">
            <a:avLst/>
          </a:prstGeom>
          <a:noFill/>
        </p:spPr>
        <p:txBody>
          <a:bodyPr wrap="square">
            <a:spAutoFit/>
          </a:bodyPr>
          <a:lstStyle/>
          <a:p>
            <a:r>
              <a:rPr lang="zh-CN" altLang="en-US" sz="1600" dirty="0">
                <a:solidFill>
                  <a:schemeClr val="bg1"/>
                </a:solidFill>
                <a:latin typeface="+mn-ea"/>
              </a:rPr>
              <a:t>汇报人：郭梓涛</a:t>
            </a:r>
          </a:p>
        </p:txBody>
      </p:sp>
      <p:sp>
        <p:nvSpPr>
          <p:cNvPr id="16" name="iconfont-11845-5652464"/>
          <p:cNvSpPr>
            <a:spLocks noChangeAspect="1"/>
          </p:cNvSpPr>
          <p:nvPr/>
        </p:nvSpPr>
        <p:spPr>
          <a:xfrm>
            <a:off x="6322959" y="5874614"/>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p:cNvSpPr txBox="1"/>
          <p:nvPr/>
        </p:nvSpPr>
        <p:spPr>
          <a:xfrm>
            <a:off x="6631692" y="5849337"/>
            <a:ext cx="2300082" cy="337185"/>
          </a:xfrm>
          <a:prstGeom prst="rect">
            <a:avLst/>
          </a:prstGeom>
          <a:noFill/>
        </p:spPr>
        <p:txBody>
          <a:bodyPr wrap="square">
            <a:spAutoFit/>
          </a:bodyPr>
          <a:lstStyle/>
          <a:p>
            <a:r>
              <a:rPr lang="zh-CN" altLang="en-US" sz="1600" dirty="0">
                <a:solidFill>
                  <a:schemeClr val="bg1"/>
                </a:solidFill>
                <a:latin typeface="+mn-ea"/>
              </a:rPr>
              <a:t>汇报时间：</a:t>
            </a:r>
            <a:r>
              <a:rPr lang="en-US" altLang="zh-CN" sz="1600" dirty="0">
                <a:solidFill>
                  <a:schemeClr val="bg1"/>
                </a:solidFill>
                <a:latin typeface="+mn-ea"/>
              </a:rPr>
              <a:t>2024/10/31</a:t>
            </a:r>
            <a:endParaRPr lang="zh-CN" altLang="en-US" sz="1600" dirty="0">
              <a:solidFill>
                <a:schemeClr val="bg1"/>
              </a:solidFill>
              <a:latin typeface="+mn-ea"/>
            </a:endParaRPr>
          </a:p>
        </p:txBody>
      </p:sp>
      <p:cxnSp>
        <p:nvCxnSpPr>
          <p:cNvPr id="30" name="直接连接符 29"/>
          <p:cNvCxnSpPr/>
          <p:nvPr/>
        </p:nvCxnSpPr>
        <p:spPr>
          <a:xfrm>
            <a:off x="6003538" y="5849337"/>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34267" y="160735"/>
            <a:ext cx="2323467" cy="13184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490706" y="466005"/>
            <a:ext cx="1287532" cy="707886"/>
          </a:xfrm>
          <a:prstGeom prst="rect">
            <a:avLst/>
          </a:prstGeom>
          <a:noFill/>
        </p:spPr>
        <p:txBody>
          <a:bodyPr wrap="none" rtlCol="0">
            <a:spAutoFit/>
          </a:bodyPr>
          <a:lstStyle/>
          <a:p>
            <a:r>
              <a:rPr lang="zh-CN" altLang="en-US" sz="4000" b="1" spc="300">
                <a:solidFill>
                  <a:schemeClr val="bg1"/>
                </a:solidFill>
                <a:latin typeface="+mj-ea"/>
                <a:ea typeface="+mj-ea"/>
              </a:rPr>
              <a:t>目录</a:t>
            </a:r>
          </a:p>
        </p:txBody>
      </p:sp>
      <p:sp>
        <p:nvSpPr>
          <p:cNvPr id="33" name="矩形: 圆角 32"/>
          <p:cNvSpPr/>
          <p:nvPr/>
        </p:nvSpPr>
        <p:spPr>
          <a:xfrm>
            <a:off x="2267281" y="2892026"/>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01</a:t>
            </a:r>
            <a:endParaRPr lang="zh-CN" altLang="en-US" sz="2800" b="1">
              <a:latin typeface="+mj-ea"/>
              <a:ea typeface="+mj-ea"/>
            </a:endParaRPr>
          </a:p>
        </p:txBody>
      </p:sp>
      <p:sp>
        <p:nvSpPr>
          <p:cNvPr id="46" name="文本框 45"/>
          <p:cNvSpPr txBox="1"/>
          <p:nvPr/>
        </p:nvSpPr>
        <p:spPr>
          <a:xfrm>
            <a:off x="3010231" y="4160261"/>
            <a:ext cx="2020305" cy="400110"/>
          </a:xfrm>
          <a:prstGeom prst="rect">
            <a:avLst/>
          </a:prstGeom>
          <a:noFill/>
        </p:spPr>
        <p:txBody>
          <a:bodyPr wrap="square">
            <a:spAutoFit/>
          </a:bodyPr>
          <a:lstStyle/>
          <a:p>
            <a:r>
              <a:rPr lang="zh-CN" altLang="en-US" sz="2000" b="1" dirty="0">
                <a:latin typeface="+mj-lt"/>
                <a:ea typeface="+mj-ea"/>
              </a:rPr>
              <a:t>总体框架及细节</a:t>
            </a:r>
            <a:endParaRPr lang="en-US" altLang="zh-CN" sz="2000" b="1" dirty="0">
              <a:latin typeface="+mj-lt"/>
              <a:ea typeface="+mj-ea"/>
            </a:endParaRPr>
          </a:p>
        </p:txBody>
      </p:sp>
      <p:sp>
        <p:nvSpPr>
          <p:cNvPr id="47" name="矩形: 圆角 46"/>
          <p:cNvSpPr/>
          <p:nvPr/>
        </p:nvSpPr>
        <p:spPr>
          <a:xfrm>
            <a:off x="2267281" y="4041958"/>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02</a:t>
            </a:r>
            <a:endParaRPr lang="zh-CN" altLang="en-US" sz="2800" b="1">
              <a:latin typeface="+mj-ea"/>
              <a:ea typeface="+mj-ea"/>
            </a:endParaRPr>
          </a:p>
        </p:txBody>
      </p:sp>
      <p:sp>
        <p:nvSpPr>
          <p:cNvPr id="53" name="矩形: 圆角 52"/>
          <p:cNvSpPr/>
          <p:nvPr/>
        </p:nvSpPr>
        <p:spPr>
          <a:xfrm>
            <a:off x="7372144" y="2892025"/>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03</a:t>
            </a:r>
            <a:endParaRPr lang="zh-CN" altLang="en-US" sz="2800" b="1" dirty="0">
              <a:latin typeface="+mj-ea"/>
              <a:ea typeface="+mj-ea"/>
            </a:endParaRPr>
          </a:p>
        </p:txBody>
      </p:sp>
      <p:sp>
        <p:nvSpPr>
          <p:cNvPr id="4" name="矩形: 圆角 3">
            <a:extLst>
              <a:ext uri="{FF2B5EF4-FFF2-40B4-BE49-F238E27FC236}">
                <a16:creationId xmlns:a16="http://schemas.microsoft.com/office/drawing/2014/main" id="{C9EEF9FB-C9D5-9266-7E6B-3A1DD6A920C6}"/>
              </a:ext>
            </a:extLst>
          </p:cNvPr>
          <p:cNvSpPr/>
          <p:nvPr/>
        </p:nvSpPr>
        <p:spPr>
          <a:xfrm>
            <a:off x="7371188" y="4041957"/>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04</a:t>
            </a:r>
            <a:endParaRPr lang="zh-CN" altLang="en-US" sz="2800" b="1" dirty="0">
              <a:latin typeface="+mj-ea"/>
              <a:ea typeface="+mj-ea"/>
            </a:endParaRPr>
          </a:p>
        </p:txBody>
      </p:sp>
      <p:sp>
        <p:nvSpPr>
          <p:cNvPr id="6" name="文本框 5">
            <a:extLst>
              <a:ext uri="{FF2B5EF4-FFF2-40B4-BE49-F238E27FC236}">
                <a16:creationId xmlns:a16="http://schemas.microsoft.com/office/drawing/2014/main" id="{B3D8EAB1-EE61-E053-C989-F95F6E74F818}"/>
              </a:ext>
            </a:extLst>
          </p:cNvPr>
          <p:cNvSpPr txBox="1"/>
          <p:nvPr/>
        </p:nvSpPr>
        <p:spPr>
          <a:xfrm>
            <a:off x="8224916" y="3010329"/>
            <a:ext cx="2329139" cy="400110"/>
          </a:xfrm>
          <a:prstGeom prst="rect">
            <a:avLst/>
          </a:prstGeom>
          <a:noFill/>
        </p:spPr>
        <p:txBody>
          <a:bodyPr wrap="square">
            <a:spAutoFit/>
          </a:bodyPr>
          <a:lstStyle/>
          <a:p>
            <a:r>
              <a:rPr lang="zh-CN" altLang="en-US" sz="2000" b="1" dirty="0">
                <a:latin typeface="+mj-lt"/>
                <a:ea typeface="+mj-ea"/>
              </a:rPr>
              <a:t>实验</a:t>
            </a:r>
          </a:p>
        </p:txBody>
      </p:sp>
      <p:sp>
        <p:nvSpPr>
          <p:cNvPr id="7" name="文本框 6">
            <a:extLst>
              <a:ext uri="{FF2B5EF4-FFF2-40B4-BE49-F238E27FC236}">
                <a16:creationId xmlns:a16="http://schemas.microsoft.com/office/drawing/2014/main" id="{1EB7FF0A-DD2B-1D38-A3BE-46B7179C3B17}"/>
              </a:ext>
            </a:extLst>
          </p:cNvPr>
          <p:cNvSpPr txBox="1"/>
          <p:nvPr/>
        </p:nvSpPr>
        <p:spPr>
          <a:xfrm>
            <a:off x="8224917" y="4160260"/>
            <a:ext cx="2155420" cy="400110"/>
          </a:xfrm>
          <a:prstGeom prst="rect">
            <a:avLst/>
          </a:prstGeom>
          <a:noFill/>
        </p:spPr>
        <p:txBody>
          <a:bodyPr wrap="square">
            <a:spAutoFit/>
          </a:bodyPr>
          <a:lstStyle/>
          <a:p>
            <a:r>
              <a:rPr lang="zh-CN" altLang="en-US" sz="2000" b="1" dirty="0">
                <a:latin typeface="+mj-lt"/>
                <a:ea typeface="+mj-ea"/>
              </a:rPr>
              <a:t>思考</a:t>
            </a:r>
          </a:p>
        </p:txBody>
      </p:sp>
      <p:sp>
        <p:nvSpPr>
          <p:cNvPr id="9" name="文本框 8">
            <a:extLst>
              <a:ext uri="{FF2B5EF4-FFF2-40B4-BE49-F238E27FC236}">
                <a16:creationId xmlns:a16="http://schemas.microsoft.com/office/drawing/2014/main" id="{E6032721-8672-311E-2D9E-1E3BCE3D0DA8}"/>
              </a:ext>
            </a:extLst>
          </p:cNvPr>
          <p:cNvSpPr txBox="1"/>
          <p:nvPr/>
        </p:nvSpPr>
        <p:spPr>
          <a:xfrm>
            <a:off x="3010231" y="3018874"/>
            <a:ext cx="2020305" cy="400110"/>
          </a:xfrm>
          <a:prstGeom prst="rect">
            <a:avLst/>
          </a:prstGeom>
          <a:noFill/>
        </p:spPr>
        <p:txBody>
          <a:bodyPr wrap="square">
            <a:spAutoFit/>
          </a:bodyPr>
          <a:lstStyle/>
          <a:p>
            <a:r>
              <a:rPr lang="zh-CN" altLang="en-US" sz="2000" b="1" dirty="0">
                <a:latin typeface="+mj-lt"/>
                <a:ea typeface="+mj-ea"/>
              </a:rPr>
              <a:t>论文动机及贡献</a:t>
            </a:r>
            <a:endParaRPr lang="en-US" altLang="zh-CN" sz="2000" b="1" dirty="0">
              <a:latin typeface="+mj-lt"/>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BADBD-2EFC-A2A2-4C8F-3812D6CB70D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9B79C6F-85CA-BDE9-9244-4C6034525A04}"/>
              </a:ext>
            </a:extLst>
          </p:cNvPr>
          <p:cNvCxnSpPr>
            <a:stCxn id="23" idx="3"/>
          </p:cNvCxnSpPr>
          <p:nvPr/>
        </p:nvCxnSpPr>
        <p:spPr>
          <a:xfrm flipV="1">
            <a:off x="3041590" y="623737"/>
            <a:ext cx="782223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E7D8756-ADA9-8CBC-0280-3F6DBD068AED}"/>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0</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40740B40-9C9B-91B2-36B0-645A2285674D}"/>
              </a:ext>
            </a:extLst>
          </p:cNvPr>
          <p:cNvSpPr txBox="1"/>
          <p:nvPr/>
        </p:nvSpPr>
        <p:spPr>
          <a:xfrm>
            <a:off x="1010265" y="410905"/>
            <a:ext cx="2031325" cy="461665"/>
          </a:xfrm>
          <a:prstGeom prst="rect">
            <a:avLst/>
          </a:prstGeom>
          <a:noFill/>
        </p:spPr>
        <p:txBody>
          <a:bodyPr wrap="none" rtlCol="0">
            <a:spAutoFit/>
          </a:bodyPr>
          <a:lstStyle/>
          <a:p>
            <a:r>
              <a:rPr lang="zh-CN" altLang="en-US" sz="2400" b="1" dirty="0">
                <a:latin typeface="+mj-ea"/>
                <a:ea typeface="+mj-ea"/>
              </a:rPr>
              <a:t>文献基本信息</a:t>
            </a:r>
          </a:p>
        </p:txBody>
      </p:sp>
      <p:sp>
        <p:nvSpPr>
          <p:cNvPr id="45" name="灯片编号占位符 44">
            <a:extLst>
              <a:ext uri="{FF2B5EF4-FFF2-40B4-BE49-F238E27FC236}">
                <a16:creationId xmlns:a16="http://schemas.microsoft.com/office/drawing/2014/main" id="{957B59B0-28AF-46BC-6AC3-2DA7AF2E28C2}"/>
              </a:ext>
            </a:extLst>
          </p:cNvPr>
          <p:cNvSpPr>
            <a:spLocks noGrp="1"/>
          </p:cNvSpPr>
          <p:nvPr>
            <p:ph type="sldNum" sz="quarter" idx="12"/>
          </p:nvPr>
        </p:nvSpPr>
        <p:spPr/>
        <p:txBody>
          <a:bodyPr/>
          <a:lstStyle/>
          <a:p>
            <a:fld id="{85D2FA34-3331-43EB-8D25-5E71EBC8F04D}" type="slidenum">
              <a:rPr lang="zh-CN" altLang="en-US" smtClean="0"/>
              <a:t>3</a:t>
            </a:fld>
            <a:endParaRPr lang="zh-CN" altLang="en-US"/>
          </a:p>
        </p:txBody>
      </p:sp>
      <p:graphicFrame>
        <p:nvGraphicFramePr>
          <p:cNvPr id="4" name="表格 31">
            <a:extLst>
              <a:ext uri="{FF2B5EF4-FFF2-40B4-BE49-F238E27FC236}">
                <a16:creationId xmlns:a16="http://schemas.microsoft.com/office/drawing/2014/main" id="{B3CBEF8F-E816-8945-8586-8E52412B60FE}"/>
              </a:ext>
            </a:extLst>
          </p:cNvPr>
          <p:cNvGraphicFramePr>
            <a:graphicFrameLocks noGrp="1"/>
          </p:cNvGraphicFramePr>
          <p:nvPr>
            <p:extLst>
              <p:ext uri="{D42A27DB-BD31-4B8C-83A1-F6EECF244321}">
                <p14:modId xmlns:p14="http://schemas.microsoft.com/office/powerpoint/2010/main" val="1856561549"/>
              </p:ext>
            </p:extLst>
          </p:nvPr>
        </p:nvGraphicFramePr>
        <p:xfrm>
          <a:off x="8171891" y="1672802"/>
          <a:ext cx="3286377" cy="1097280"/>
        </p:xfrm>
        <a:graphic>
          <a:graphicData uri="http://schemas.openxmlformats.org/drawingml/2006/table">
            <a:tbl>
              <a:tblPr firstRow="1" bandRow="1">
                <a:tableStyleId>{5C22544A-7EE6-4342-B048-85BDC9FD1C3A}</a:tableStyleId>
              </a:tblPr>
              <a:tblGrid>
                <a:gridCol w="1517446">
                  <a:extLst>
                    <a:ext uri="{9D8B030D-6E8A-4147-A177-3AD203B41FA5}">
                      <a16:colId xmlns:a16="http://schemas.microsoft.com/office/drawing/2014/main" val="20000"/>
                    </a:ext>
                  </a:extLst>
                </a:gridCol>
                <a:gridCol w="1768931">
                  <a:extLst>
                    <a:ext uri="{9D8B030D-6E8A-4147-A177-3AD203B41FA5}">
                      <a16:colId xmlns:a16="http://schemas.microsoft.com/office/drawing/2014/main" val="20001"/>
                    </a:ext>
                  </a:extLst>
                </a:gridCol>
              </a:tblGrid>
              <a:tr h="288000">
                <a:tc>
                  <a:txBody>
                    <a:bodyPr/>
                    <a:lstStyle/>
                    <a:p>
                      <a:pPr algn="ctr"/>
                      <a:r>
                        <a:rPr lang="zh-CN" altLang="en-US" sz="1800" b="0" dirty="0">
                          <a:ln>
                            <a:noFill/>
                          </a:ln>
                          <a:solidFill>
                            <a:schemeClr val="tx1"/>
                          </a:solidFill>
                        </a:rPr>
                        <a:t>会议</a:t>
                      </a:r>
                      <a:r>
                        <a:rPr lang="en-US" altLang="zh-CN" sz="1800" b="0" dirty="0">
                          <a:ln>
                            <a:noFill/>
                          </a:ln>
                          <a:solidFill>
                            <a:schemeClr val="tx1"/>
                          </a:solidFill>
                        </a:rPr>
                        <a:t>/</a:t>
                      </a:r>
                      <a:r>
                        <a:rPr lang="zh-CN" altLang="en-US" sz="1800" b="0" dirty="0">
                          <a:ln>
                            <a:noFill/>
                          </a:ln>
                          <a:solidFill>
                            <a:schemeClr val="tx1"/>
                          </a:solidFill>
                        </a:rPr>
                        <a:t>期刊</a:t>
                      </a:r>
                    </a:p>
                  </a:txBody>
                  <a:tcPr>
                    <a:solidFill>
                      <a:schemeClr val="bg1">
                        <a:lumMod val="95000"/>
                      </a:schemeClr>
                    </a:solidFill>
                  </a:tcPr>
                </a:tc>
                <a:tc>
                  <a:txBody>
                    <a:bodyPr/>
                    <a:lstStyle/>
                    <a:p>
                      <a:pPr algn="ctr"/>
                      <a:r>
                        <a:rPr lang="en-US" altLang="zh-CN" sz="1800" b="0" dirty="0">
                          <a:ln>
                            <a:noFill/>
                          </a:ln>
                          <a:solidFill>
                            <a:schemeClr val="tx1"/>
                          </a:solidFill>
                          <a:latin typeface="+mn-ea"/>
                        </a:rPr>
                        <a:t>-</a:t>
                      </a:r>
                      <a:endParaRPr lang="zh-CN" altLang="en-US" sz="1800" b="0" dirty="0">
                        <a:ln>
                          <a:noFill/>
                        </a:ln>
                        <a:solidFill>
                          <a:schemeClr val="tx1"/>
                        </a:solidFill>
                      </a:endParaRPr>
                    </a:p>
                  </a:txBody>
                  <a:tcPr>
                    <a:solidFill>
                      <a:schemeClr val="bg1">
                        <a:lumMod val="95000"/>
                      </a:schemeClr>
                    </a:solidFill>
                  </a:tcPr>
                </a:tc>
                <a:extLst>
                  <a:ext uri="{0D108BD9-81ED-4DB2-BD59-A6C34878D82A}">
                    <a16:rowId xmlns:a16="http://schemas.microsoft.com/office/drawing/2014/main" val="10000"/>
                  </a:ext>
                </a:extLst>
              </a:tr>
              <a:tr h="0">
                <a:tc>
                  <a:txBody>
                    <a:bodyPr/>
                    <a:lstStyle/>
                    <a:p>
                      <a:pPr algn="ctr"/>
                      <a:r>
                        <a:rPr lang="zh-CN" altLang="en-US" sz="1800" dirty="0">
                          <a:ln>
                            <a:noFill/>
                          </a:ln>
                          <a:solidFill>
                            <a:schemeClr val="tx1"/>
                          </a:solidFill>
                          <a:latin typeface="+mn-ea"/>
                        </a:rPr>
                        <a:t>作者</a:t>
                      </a:r>
                      <a:endParaRPr lang="zh-CN" altLang="en-US" sz="1800" dirty="0">
                        <a:ln>
                          <a:noFill/>
                        </a:ln>
                        <a:solidFill>
                          <a:schemeClr val="tx1"/>
                        </a:solidFill>
                      </a:endParaRPr>
                    </a:p>
                  </a:txBody>
                  <a:tcPr>
                    <a:solidFill>
                      <a:schemeClr val="bg1">
                        <a:lumMod val="95000"/>
                      </a:schemeClr>
                    </a:solidFill>
                  </a:tcPr>
                </a:tc>
                <a:tc>
                  <a:txBody>
                    <a:bodyPr/>
                    <a:lstStyle/>
                    <a:p>
                      <a:r>
                        <a:rPr lang="en-US" altLang="zh-CN" sz="1800" dirty="0" err="1">
                          <a:ln>
                            <a:noFill/>
                          </a:ln>
                          <a:solidFill>
                            <a:schemeClr val="tx1"/>
                          </a:solidFill>
                        </a:rPr>
                        <a:t>Jiahui</a:t>
                      </a:r>
                      <a:r>
                        <a:rPr lang="en-US" altLang="zh-CN" sz="1800" dirty="0">
                          <a:ln>
                            <a:noFill/>
                          </a:ln>
                          <a:solidFill>
                            <a:schemeClr val="tx1"/>
                          </a:solidFill>
                        </a:rPr>
                        <a:t> Jin</a:t>
                      </a:r>
                    </a:p>
                  </a:txBody>
                  <a:tcPr>
                    <a:solidFill>
                      <a:schemeClr val="bg1">
                        <a:lumMod val="95000"/>
                      </a:schemeClr>
                    </a:solidFill>
                  </a:tcPr>
                </a:tc>
                <a:extLst>
                  <a:ext uri="{0D108BD9-81ED-4DB2-BD59-A6C34878D82A}">
                    <a16:rowId xmlns:a16="http://schemas.microsoft.com/office/drawing/2014/main" val="10001"/>
                  </a:ext>
                </a:extLst>
              </a:tr>
              <a:tr h="288000">
                <a:tc>
                  <a:txBody>
                    <a:bodyPr/>
                    <a:lstStyle/>
                    <a:p>
                      <a:pPr algn="ctr"/>
                      <a:r>
                        <a:rPr lang="zh-CN" altLang="en-US" sz="1800" dirty="0">
                          <a:ln>
                            <a:noFill/>
                          </a:ln>
                          <a:solidFill>
                            <a:schemeClr val="tx1"/>
                          </a:solidFill>
                          <a:latin typeface="+mn-ea"/>
                        </a:rPr>
                        <a:t>发表时间</a:t>
                      </a:r>
                      <a:endParaRPr lang="zh-CN" altLang="en-US" sz="1800" dirty="0">
                        <a:ln>
                          <a:noFill/>
                        </a:ln>
                        <a:solidFill>
                          <a:schemeClr val="tx1"/>
                        </a:solidFill>
                      </a:endParaRP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ln>
                            <a:noFill/>
                          </a:ln>
                          <a:solidFill>
                            <a:schemeClr val="tx1"/>
                          </a:solidFill>
                          <a:latin typeface="+mn-ea"/>
                        </a:rPr>
                        <a:t>2024/08/12</a:t>
                      </a:r>
                    </a:p>
                  </a:txBody>
                  <a:tcPr>
                    <a:solidFill>
                      <a:schemeClr val="bg1">
                        <a:lumMod val="95000"/>
                      </a:schemeClr>
                    </a:solidFill>
                  </a:tcPr>
                </a:tc>
                <a:extLst>
                  <a:ext uri="{0D108BD9-81ED-4DB2-BD59-A6C34878D82A}">
                    <a16:rowId xmlns:a16="http://schemas.microsoft.com/office/drawing/2014/main" val="10002"/>
                  </a:ext>
                </a:extLst>
              </a:tr>
            </a:tbl>
          </a:graphicData>
        </a:graphic>
      </p:graphicFrame>
      <p:sp>
        <p:nvSpPr>
          <p:cNvPr id="5" name="矩形 4">
            <a:extLst>
              <a:ext uri="{FF2B5EF4-FFF2-40B4-BE49-F238E27FC236}">
                <a16:creationId xmlns:a16="http://schemas.microsoft.com/office/drawing/2014/main" id="{B0DFD670-2492-D39F-B82A-D6E7986CBC13}"/>
              </a:ext>
            </a:extLst>
          </p:cNvPr>
          <p:cNvSpPr/>
          <p:nvPr/>
        </p:nvSpPr>
        <p:spPr>
          <a:xfrm>
            <a:off x="8171892" y="3169014"/>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0" i="0" dirty="0">
                <a:effectLst/>
                <a:latin typeface="Noto Sans" panose="020B0502040204020203" pitchFamily="34" charset="0"/>
              </a:rPr>
              <a:t>Urban Computing</a:t>
            </a:r>
            <a:endParaRPr lang="zh-CN" altLang="en-US" b="1" dirty="0">
              <a:latin typeface="+mj-ea"/>
              <a:ea typeface="+mj-ea"/>
            </a:endParaRPr>
          </a:p>
        </p:txBody>
      </p:sp>
      <p:sp>
        <p:nvSpPr>
          <p:cNvPr id="7" name="矩形 6">
            <a:extLst>
              <a:ext uri="{FF2B5EF4-FFF2-40B4-BE49-F238E27FC236}">
                <a16:creationId xmlns:a16="http://schemas.microsoft.com/office/drawing/2014/main" id="{3D759F80-58DB-7D5A-4CEC-605F8887049C}"/>
              </a:ext>
            </a:extLst>
          </p:cNvPr>
          <p:cNvSpPr/>
          <p:nvPr/>
        </p:nvSpPr>
        <p:spPr>
          <a:xfrm>
            <a:off x="8171892" y="3896945"/>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0" i="0" dirty="0">
                <a:effectLst/>
                <a:latin typeface="Noto Sans" panose="020B0502040504020204" pitchFamily="34" charset="0"/>
              </a:rPr>
              <a:t>Urban Region Representation Learning</a:t>
            </a:r>
            <a:endParaRPr lang="zh-CN" altLang="en-US" b="1" dirty="0">
              <a:latin typeface="+mj-ea"/>
              <a:ea typeface="+mj-ea"/>
            </a:endParaRPr>
          </a:p>
        </p:txBody>
      </p:sp>
      <p:sp>
        <p:nvSpPr>
          <p:cNvPr id="10" name="矩形 9">
            <a:extLst>
              <a:ext uri="{FF2B5EF4-FFF2-40B4-BE49-F238E27FC236}">
                <a16:creationId xmlns:a16="http://schemas.microsoft.com/office/drawing/2014/main" id="{573A72E2-5C26-4127-DA3C-A9F2F9ABA88A}"/>
              </a:ext>
            </a:extLst>
          </p:cNvPr>
          <p:cNvSpPr/>
          <p:nvPr/>
        </p:nvSpPr>
        <p:spPr>
          <a:xfrm>
            <a:off x="695632" y="5046742"/>
            <a:ext cx="11013768" cy="12916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latin typeface="+mj-ea"/>
              <a:ea typeface="+mj-ea"/>
            </a:endParaRPr>
          </a:p>
        </p:txBody>
      </p:sp>
      <p:sp>
        <p:nvSpPr>
          <p:cNvPr id="11" name="矩形: 圆角 10">
            <a:extLst>
              <a:ext uri="{FF2B5EF4-FFF2-40B4-BE49-F238E27FC236}">
                <a16:creationId xmlns:a16="http://schemas.microsoft.com/office/drawing/2014/main" id="{1DB9F667-31BC-867F-E385-29B608BF6E3A}"/>
              </a:ext>
            </a:extLst>
          </p:cNvPr>
          <p:cNvSpPr/>
          <p:nvPr/>
        </p:nvSpPr>
        <p:spPr>
          <a:xfrm>
            <a:off x="1010265" y="5461713"/>
            <a:ext cx="1854200" cy="461665"/>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1"/>
                </a:solidFill>
                <a:latin typeface="+mj-ea"/>
                <a:ea typeface="+mj-ea"/>
              </a:rPr>
              <a:t>主要研究内容</a:t>
            </a:r>
          </a:p>
        </p:txBody>
      </p:sp>
      <p:sp>
        <p:nvSpPr>
          <p:cNvPr id="12" name="文本框 11">
            <a:extLst>
              <a:ext uri="{FF2B5EF4-FFF2-40B4-BE49-F238E27FC236}">
                <a16:creationId xmlns:a16="http://schemas.microsoft.com/office/drawing/2014/main" id="{89CC659B-0D98-6947-3806-5F9F1290C1D7}"/>
              </a:ext>
            </a:extLst>
          </p:cNvPr>
          <p:cNvSpPr txBox="1"/>
          <p:nvPr/>
        </p:nvSpPr>
        <p:spPr>
          <a:xfrm>
            <a:off x="3041590" y="5122870"/>
            <a:ext cx="8578910" cy="1139351"/>
          </a:xfrm>
          <a:prstGeom prst="rect">
            <a:avLst/>
          </a:prstGeom>
          <a:noFill/>
        </p:spPr>
        <p:txBody>
          <a:bodyPr wrap="square" rtlCol="0">
            <a:spAutoFit/>
          </a:bodyPr>
          <a:lstStyle/>
          <a:p>
            <a:pPr>
              <a:lnSpc>
                <a:spcPct val="130000"/>
              </a:lnSpc>
            </a:pPr>
            <a:r>
              <a:rPr lang="zh-CN" altLang="en-US" dirty="0">
                <a:solidFill>
                  <a:schemeClr val="bg1"/>
                </a:solidFill>
              </a:rPr>
              <a:t>提出了一种用于区域表征学习的基于图的城市区域预训练和提示框架（</a:t>
            </a:r>
            <a:r>
              <a:rPr lang="en-US" altLang="zh-CN" dirty="0">
                <a:solidFill>
                  <a:schemeClr val="bg1"/>
                </a:solidFill>
              </a:rPr>
              <a:t>GURPP</a:t>
            </a:r>
            <a:r>
              <a:rPr lang="zh-CN" altLang="en-US" dirty="0">
                <a:solidFill>
                  <a:schemeClr val="bg1"/>
                </a:solidFill>
              </a:rPr>
              <a:t>），开发了一个以子图为中心的城市区域预训练模型，以捕获城市的通用知识；设计了两种基于图的提示方法来整合特定于任务的见解，以增强嵌入对不同任务的适应性。</a:t>
            </a:r>
          </a:p>
        </p:txBody>
      </p:sp>
      <p:pic>
        <p:nvPicPr>
          <p:cNvPr id="3" name="图片 2">
            <a:extLst>
              <a:ext uri="{FF2B5EF4-FFF2-40B4-BE49-F238E27FC236}">
                <a16:creationId xmlns:a16="http://schemas.microsoft.com/office/drawing/2014/main" id="{9DBC3461-1B92-C211-FB3F-DC7C26571042}"/>
              </a:ext>
            </a:extLst>
          </p:cNvPr>
          <p:cNvPicPr>
            <a:picLocks noChangeAspect="1"/>
          </p:cNvPicPr>
          <p:nvPr/>
        </p:nvPicPr>
        <p:blipFill>
          <a:blip r:embed="rId2"/>
          <a:stretch>
            <a:fillRect/>
          </a:stretch>
        </p:blipFill>
        <p:spPr>
          <a:xfrm>
            <a:off x="428334" y="2003434"/>
            <a:ext cx="7379312" cy="2017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60990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103A2-84EB-2765-3948-558CBF1443C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44051EE-78D7-8413-137B-88464845FD1C}"/>
              </a:ext>
            </a:extLst>
          </p:cNvPr>
          <p:cNvSpPr/>
          <p:nvPr/>
        </p:nvSpPr>
        <p:spPr>
          <a:xfrm>
            <a:off x="4934267" y="160735"/>
            <a:ext cx="2323467" cy="13184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788A895-A7F7-E0FD-ADB3-93B1B309CBA3}"/>
              </a:ext>
            </a:extLst>
          </p:cNvPr>
          <p:cNvSpPr txBox="1"/>
          <p:nvPr/>
        </p:nvSpPr>
        <p:spPr>
          <a:xfrm>
            <a:off x="5490706" y="466005"/>
            <a:ext cx="1287532" cy="707886"/>
          </a:xfrm>
          <a:prstGeom prst="rect">
            <a:avLst/>
          </a:prstGeom>
          <a:noFill/>
        </p:spPr>
        <p:txBody>
          <a:bodyPr wrap="none" rtlCol="0">
            <a:spAutoFit/>
          </a:bodyPr>
          <a:lstStyle/>
          <a:p>
            <a:r>
              <a:rPr lang="zh-CN" altLang="en-US" sz="4000" b="1" spc="300">
                <a:solidFill>
                  <a:schemeClr val="bg1"/>
                </a:solidFill>
                <a:latin typeface="+mj-ea"/>
                <a:ea typeface="+mj-ea"/>
              </a:rPr>
              <a:t>目录</a:t>
            </a:r>
          </a:p>
        </p:txBody>
      </p:sp>
      <p:sp>
        <p:nvSpPr>
          <p:cNvPr id="33" name="矩形: 圆角 32">
            <a:extLst>
              <a:ext uri="{FF2B5EF4-FFF2-40B4-BE49-F238E27FC236}">
                <a16:creationId xmlns:a16="http://schemas.microsoft.com/office/drawing/2014/main" id="{DC822691-B16D-CA8E-EE79-5F8A826A1D49}"/>
              </a:ext>
            </a:extLst>
          </p:cNvPr>
          <p:cNvSpPr/>
          <p:nvPr/>
        </p:nvSpPr>
        <p:spPr>
          <a:xfrm>
            <a:off x="2267281" y="2892026"/>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01</a:t>
            </a:r>
            <a:endParaRPr lang="zh-CN" altLang="en-US" sz="2800" b="1">
              <a:latin typeface="+mj-ea"/>
              <a:ea typeface="+mj-ea"/>
            </a:endParaRPr>
          </a:p>
        </p:txBody>
      </p:sp>
      <p:sp>
        <p:nvSpPr>
          <p:cNvPr id="46" name="文本框 45">
            <a:extLst>
              <a:ext uri="{FF2B5EF4-FFF2-40B4-BE49-F238E27FC236}">
                <a16:creationId xmlns:a16="http://schemas.microsoft.com/office/drawing/2014/main" id="{C732FC5E-BBD3-6C9F-5BC7-1CCE0C11DED9}"/>
              </a:ext>
            </a:extLst>
          </p:cNvPr>
          <p:cNvSpPr txBox="1"/>
          <p:nvPr/>
        </p:nvSpPr>
        <p:spPr>
          <a:xfrm>
            <a:off x="3010231" y="4160261"/>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总体框架及细节</a:t>
            </a:r>
            <a:endParaRPr lang="en-US" altLang="zh-CN" dirty="0"/>
          </a:p>
        </p:txBody>
      </p:sp>
      <p:sp>
        <p:nvSpPr>
          <p:cNvPr id="47" name="矩形: 圆角 46">
            <a:extLst>
              <a:ext uri="{FF2B5EF4-FFF2-40B4-BE49-F238E27FC236}">
                <a16:creationId xmlns:a16="http://schemas.microsoft.com/office/drawing/2014/main" id="{ACB8D59B-D438-675E-66F7-D75B84CC72FA}"/>
              </a:ext>
            </a:extLst>
          </p:cNvPr>
          <p:cNvSpPr/>
          <p:nvPr/>
        </p:nvSpPr>
        <p:spPr>
          <a:xfrm>
            <a:off x="2267281" y="4041958"/>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02</a:t>
            </a:r>
            <a:endParaRPr lang="zh-CN" altLang="en-US" sz="2800" b="1" dirty="0">
              <a:latin typeface="+mj-ea"/>
              <a:ea typeface="+mj-ea"/>
            </a:endParaRPr>
          </a:p>
        </p:txBody>
      </p:sp>
      <p:sp>
        <p:nvSpPr>
          <p:cNvPr id="53" name="矩形: 圆角 52">
            <a:extLst>
              <a:ext uri="{FF2B5EF4-FFF2-40B4-BE49-F238E27FC236}">
                <a16:creationId xmlns:a16="http://schemas.microsoft.com/office/drawing/2014/main" id="{4AA39C2A-5355-554D-2ED4-1D35FE782F0B}"/>
              </a:ext>
            </a:extLst>
          </p:cNvPr>
          <p:cNvSpPr/>
          <p:nvPr/>
        </p:nvSpPr>
        <p:spPr>
          <a:xfrm>
            <a:off x="7372144" y="2892025"/>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03</a:t>
            </a:r>
            <a:endParaRPr lang="zh-CN" altLang="en-US" sz="2800" b="1" dirty="0">
              <a:latin typeface="+mj-ea"/>
              <a:ea typeface="+mj-ea"/>
            </a:endParaRPr>
          </a:p>
        </p:txBody>
      </p:sp>
      <p:sp>
        <p:nvSpPr>
          <p:cNvPr id="4" name="矩形: 圆角 3">
            <a:extLst>
              <a:ext uri="{FF2B5EF4-FFF2-40B4-BE49-F238E27FC236}">
                <a16:creationId xmlns:a16="http://schemas.microsoft.com/office/drawing/2014/main" id="{7ABBBEFD-6DC6-346E-BECF-9DED7BE8627B}"/>
              </a:ext>
            </a:extLst>
          </p:cNvPr>
          <p:cNvSpPr/>
          <p:nvPr/>
        </p:nvSpPr>
        <p:spPr>
          <a:xfrm>
            <a:off x="7371188" y="4041957"/>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04</a:t>
            </a:r>
            <a:endParaRPr lang="zh-CN" altLang="en-US" sz="2800" b="1" dirty="0">
              <a:latin typeface="+mj-ea"/>
              <a:ea typeface="+mj-ea"/>
            </a:endParaRPr>
          </a:p>
        </p:txBody>
      </p:sp>
      <p:sp>
        <p:nvSpPr>
          <p:cNvPr id="6" name="文本框 5">
            <a:extLst>
              <a:ext uri="{FF2B5EF4-FFF2-40B4-BE49-F238E27FC236}">
                <a16:creationId xmlns:a16="http://schemas.microsoft.com/office/drawing/2014/main" id="{6B9173BD-0BB4-6928-EC45-BB4EFC52D821}"/>
              </a:ext>
            </a:extLst>
          </p:cNvPr>
          <p:cNvSpPr txBox="1"/>
          <p:nvPr/>
        </p:nvSpPr>
        <p:spPr>
          <a:xfrm>
            <a:off x="8224916" y="3010329"/>
            <a:ext cx="2329139"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实验</a:t>
            </a:r>
          </a:p>
        </p:txBody>
      </p:sp>
      <p:sp>
        <p:nvSpPr>
          <p:cNvPr id="7" name="文本框 6">
            <a:extLst>
              <a:ext uri="{FF2B5EF4-FFF2-40B4-BE49-F238E27FC236}">
                <a16:creationId xmlns:a16="http://schemas.microsoft.com/office/drawing/2014/main" id="{B711BC3E-F815-5BE5-5D4C-22257DE977F0}"/>
              </a:ext>
            </a:extLst>
          </p:cNvPr>
          <p:cNvSpPr txBox="1"/>
          <p:nvPr/>
        </p:nvSpPr>
        <p:spPr>
          <a:xfrm>
            <a:off x="8224917" y="4160260"/>
            <a:ext cx="2155420"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思考</a:t>
            </a:r>
          </a:p>
        </p:txBody>
      </p:sp>
      <p:sp>
        <p:nvSpPr>
          <p:cNvPr id="9" name="文本框 8">
            <a:extLst>
              <a:ext uri="{FF2B5EF4-FFF2-40B4-BE49-F238E27FC236}">
                <a16:creationId xmlns:a16="http://schemas.microsoft.com/office/drawing/2014/main" id="{DA25F234-B163-C36C-6137-63BEF4EF4E77}"/>
              </a:ext>
            </a:extLst>
          </p:cNvPr>
          <p:cNvSpPr txBox="1"/>
          <p:nvPr/>
        </p:nvSpPr>
        <p:spPr>
          <a:xfrm>
            <a:off x="3010231" y="3018874"/>
            <a:ext cx="2020305" cy="400110"/>
          </a:xfrm>
          <a:prstGeom prst="rect">
            <a:avLst/>
          </a:prstGeom>
          <a:noFill/>
        </p:spPr>
        <p:txBody>
          <a:bodyPr wrap="square">
            <a:spAutoFit/>
          </a:bodyPr>
          <a:lstStyle/>
          <a:p>
            <a:r>
              <a:rPr lang="zh-CN" altLang="en-US" sz="2000" b="1" dirty="0">
                <a:latin typeface="+mj-lt"/>
                <a:ea typeface="+mj-ea"/>
              </a:rPr>
              <a:t>论文动机及贡献</a:t>
            </a:r>
            <a:endParaRPr lang="en-US" altLang="zh-CN" sz="2000" b="1" dirty="0">
              <a:latin typeface="+mj-lt"/>
              <a:ea typeface="+mj-ea"/>
            </a:endParaRPr>
          </a:p>
        </p:txBody>
      </p:sp>
    </p:spTree>
    <p:extLst>
      <p:ext uri="{BB962C8B-B14F-4D97-AF65-F5344CB8AC3E}">
        <p14:creationId xmlns:p14="http://schemas.microsoft.com/office/powerpoint/2010/main" val="573340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69A2E-98CA-96E6-CF68-06BF78923BE5}"/>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E1C344C3-7EEC-5222-8931-C3797FD9F04B}"/>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46BC62D-448A-9EE6-EBB3-8A5E906E8191}"/>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A789B3FF-A5BC-F6AF-AA4F-693F6B8D8E73}"/>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论文动机及贡献</a:t>
            </a:r>
          </a:p>
        </p:txBody>
      </p:sp>
      <p:sp>
        <p:nvSpPr>
          <p:cNvPr id="75" name="灯片编号占位符 74">
            <a:extLst>
              <a:ext uri="{FF2B5EF4-FFF2-40B4-BE49-F238E27FC236}">
                <a16:creationId xmlns:a16="http://schemas.microsoft.com/office/drawing/2014/main" id="{A51479FE-FE67-AAB6-B233-19541E7C5AB5}"/>
              </a:ext>
            </a:extLst>
          </p:cNvPr>
          <p:cNvSpPr>
            <a:spLocks noGrp="1"/>
          </p:cNvSpPr>
          <p:nvPr>
            <p:ph type="sldNum" sz="quarter" idx="12"/>
          </p:nvPr>
        </p:nvSpPr>
        <p:spPr/>
        <p:txBody>
          <a:bodyPr/>
          <a:lstStyle/>
          <a:p>
            <a:fld id="{85D2FA34-3331-43EB-8D25-5E71EBC8F04D}" type="slidenum">
              <a:rPr lang="zh-CN" altLang="en-US" smtClean="0"/>
              <a:t>5</a:t>
            </a:fld>
            <a:endParaRPr lang="zh-CN" altLang="en-US"/>
          </a:p>
        </p:txBody>
      </p:sp>
      <p:sp>
        <p:nvSpPr>
          <p:cNvPr id="7" name="TextBox 50">
            <a:extLst>
              <a:ext uri="{FF2B5EF4-FFF2-40B4-BE49-F238E27FC236}">
                <a16:creationId xmlns:a16="http://schemas.microsoft.com/office/drawing/2014/main" id="{5D4829FF-3ADF-530F-58EA-83AED97D3C84}"/>
              </a:ext>
            </a:extLst>
          </p:cNvPr>
          <p:cNvSpPr>
            <a:spLocks noChangeArrowheads="1"/>
          </p:cNvSpPr>
          <p:nvPr/>
        </p:nvSpPr>
        <p:spPr bwMode="auto">
          <a:xfrm>
            <a:off x="1826425"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单数据源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 name="TextBox 50">
            <a:extLst>
              <a:ext uri="{FF2B5EF4-FFF2-40B4-BE49-F238E27FC236}">
                <a16:creationId xmlns:a16="http://schemas.microsoft.com/office/drawing/2014/main" id="{69C8C51A-FB73-7D28-740D-82F3C9C4450D}"/>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C71A3F61-61E4-577F-0729-44BADC46E113}"/>
              </a:ext>
            </a:extLst>
          </p:cNvPr>
          <p:cNvSpPr txBox="1"/>
          <p:nvPr/>
        </p:nvSpPr>
        <p:spPr>
          <a:xfrm>
            <a:off x="1536517" y="1933033"/>
            <a:ext cx="9402374" cy="4310347"/>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sz="2000" dirty="0"/>
              <a:t>以前的工作往往忽视了实体之间的空间结构和功能布局，限制了它们</a:t>
            </a:r>
            <a:r>
              <a:rPr lang="zh-CN" altLang="en-US" sz="2000" b="1" dirty="0"/>
              <a:t>跨区域捕获可转移知识的能力</a:t>
            </a:r>
            <a:endParaRPr lang="en-US" altLang="zh-CN" sz="2000" b="1" dirty="0"/>
          </a:p>
          <a:p>
            <a:pPr marL="285750" indent="-285750">
              <a:lnSpc>
                <a:spcPct val="200000"/>
              </a:lnSpc>
              <a:buClr>
                <a:schemeClr val="accent1"/>
              </a:buClr>
              <a:buFont typeface="Wingdings" panose="05000000000000000000" pitchFamily="2" charset="2"/>
              <a:buChar char="ü"/>
            </a:pPr>
            <a:r>
              <a:rPr lang="zh-CN" altLang="en-US" sz="2000" dirty="0"/>
              <a:t>这些方法</a:t>
            </a:r>
            <a:r>
              <a:rPr lang="zh-CN" altLang="en-US" sz="2000" b="1" dirty="0"/>
              <a:t>难以有效地适应特定的下游任务</a:t>
            </a:r>
            <a:r>
              <a:rPr lang="zh-CN" altLang="en-US" sz="2000" dirty="0"/>
              <a:t>，因为它们不能充分解决不同下游任务所需的独特特征和关系</a:t>
            </a:r>
            <a:endParaRPr lang="en-US" altLang="zh-CN" sz="2000" dirty="0"/>
          </a:p>
          <a:p>
            <a:pPr marL="285750" indent="-285750">
              <a:lnSpc>
                <a:spcPct val="200000"/>
              </a:lnSpc>
              <a:buClr>
                <a:schemeClr val="accent1"/>
              </a:buClr>
              <a:buFont typeface="Wingdings" panose="05000000000000000000" pitchFamily="2" charset="2"/>
              <a:buChar char="ü"/>
            </a:pPr>
            <a:r>
              <a:rPr lang="zh-CN" altLang="en-US" sz="2000" dirty="0">
                <a:effectLst/>
              </a:rPr>
              <a:t>此外，许多现有的提示技术</a:t>
            </a:r>
            <a:r>
              <a:rPr lang="zh-CN" altLang="en-US" sz="2000" b="1" dirty="0">
                <a:effectLst/>
              </a:rPr>
              <a:t>只是将提示连接到原始嵌入</a:t>
            </a:r>
            <a:r>
              <a:rPr lang="zh-CN" altLang="en-US" sz="2000" dirty="0">
                <a:effectLst/>
              </a:rPr>
              <a:t>上，缺乏选择性地筛选出对下游任务特别有用的实体和关系的灵活性</a:t>
            </a:r>
          </a:p>
          <a:p>
            <a:pPr marL="285750" indent="-285750">
              <a:lnSpc>
                <a:spcPct val="200000"/>
              </a:lnSpc>
              <a:buClr>
                <a:schemeClr val="accent1"/>
              </a:buClr>
              <a:buFont typeface="Wingdings" panose="05000000000000000000" pitchFamily="2" charset="2"/>
              <a:buChar char="ü"/>
            </a:pPr>
            <a:endParaRPr lang="en-US" altLang="zh-CN" sz="2000" dirty="0"/>
          </a:p>
        </p:txBody>
      </p:sp>
      <p:sp>
        <p:nvSpPr>
          <p:cNvPr id="12" name="文本框 11">
            <a:extLst>
              <a:ext uri="{FF2B5EF4-FFF2-40B4-BE49-F238E27FC236}">
                <a16:creationId xmlns:a16="http://schemas.microsoft.com/office/drawing/2014/main" id="{33E448E6-D1B9-2BE4-CA93-4C13A2A2C5C2}"/>
              </a:ext>
            </a:extLst>
          </p:cNvPr>
          <p:cNvSpPr txBox="1"/>
          <p:nvPr/>
        </p:nvSpPr>
        <p:spPr>
          <a:xfrm>
            <a:off x="1461980" y="1286395"/>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Motivation</a:t>
            </a:r>
            <a:endParaRPr lang="zh-CN" altLang="en-US" sz="2200" b="1" dirty="0">
              <a:solidFill>
                <a:schemeClr val="accent1"/>
              </a:solidFill>
              <a:latin typeface="+mj-ea"/>
              <a:ea typeface="+mj-ea"/>
            </a:endParaRPr>
          </a:p>
        </p:txBody>
      </p:sp>
      <p:cxnSp>
        <p:nvCxnSpPr>
          <p:cNvPr id="13" name="直接连接符 12">
            <a:extLst>
              <a:ext uri="{FF2B5EF4-FFF2-40B4-BE49-F238E27FC236}">
                <a16:creationId xmlns:a16="http://schemas.microsoft.com/office/drawing/2014/main" id="{FBF924ED-9CBF-739F-826C-3744871F1A7B}"/>
              </a:ext>
            </a:extLst>
          </p:cNvPr>
          <p:cNvCxnSpPr>
            <a:cxnSpLocks/>
          </p:cNvCxnSpPr>
          <p:nvPr/>
        </p:nvCxnSpPr>
        <p:spPr>
          <a:xfrm>
            <a:off x="1461981" y="1760649"/>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631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p:cNvSpPr/>
          <p:nvPr/>
        </p:nvSpPr>
        <p:spPr>
          <a:xfrm>
            <a:off x="492049" y="1961332"/>
            <a:ext cx="5062717" cy="37109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论文动机及贡献</a:t>
            </a:r>
          </a:p>
        </p:txBody>
      </p:sp>
      <p:sp>
        <p:nvSpPr>
          <p:cNvPr id="10" name="文本框 9"/>
          <p:cNvSpPr txBox="1"/>
          <p:nvPr/>
        </p:nvSpPr>
        <p:spPr>
          <a:xfrm>
            <a:off x="6145505" y="1737944"/>
            <a:ext cx="4802998" cy="4223913"/>
          </a:xfrm>
          <a:prstGeom prst="rect">
            <a:avLst/>
          </a:prstGeom>
          <a:noFill/>
        </p:spPr>
        <p:txBody>
          <a:bodyPr wrap="square" rtlCol="0">
            <a:spAutoFit/>
          </a:bodyPr>
          <a:lstStyle/>
          <a:p>
            <a:pPr>
              <a:lnSpc>
                <a:spcPct val="130000"/>
              </a:lnSpc>
              <a:buClr>
                <a:schemeClr val="accent1"/>
              </a:buClr>
            </a:pPr>
            <a:r>
              <a:rPr lang="zh-CN" altLang="en-US" sz="1600" dirty="0"/>
              <a:t>平衡城市普遍性和任务特异性在城市区域代表性中至关重要：</a:t>
            </a:r>
            <a:endParaRPr lang="en-US" altLang="zh-CN" sz="1600" dirty="0"/>
          </a:p>
          <a:p>
            <a:pPr marL="342900" indent="-342900">
              <a:lnSpc>
                <a:spcPct val="130000"/>
              </a:lnSpc>
              <a:buClr>
                <a:schemeClr val="accent1"/>
              </a:buClr>
              <a:buFont typeface="+mj-lt"/>
              <a:buAutoNum type="arabicPeriod"/>
            </a:pPr>
            <a:r>
              <a:rPr lang="zh-CN" altLang="en-US" sz="1600" dirty="0"/>
              <a:t>城市区域在空间结构和功能布局上通常看起来相似</a:t>
            </a:r>
          </a:p>
          <a:p>
            <a:pPr marL="342900" indent="-342900">
              <a:lnSpc>
                <a:spcPct val="130000"/>
              </a:lnSpc>
              <a:buClr>
                <a:schemeClr val="accent1"/>
              </a:buClr>
              <a:buFont typeface="+mj-lt"/>
              <a:buAutoNum type="arabicPeriod"/>
            </a:pPr>
            <a:r>
              <a:rPr lang="zh-CN" altLang="en-US" sz="1600" dirty="0"/>
              <a:t>特定的任务需要注意城市数据中的不同要素</a:t>
            </a:r>
          </a:p>
          <a:p>
            <a:pPr marL="800100" lvl="1" indent="-342900">
              <a:lnSpc>
                <a:spcPct val="130000"/>
              </a:lnSpc>
              <a:buClr>
                <a:schemeClr val="accent1"/>
              </a:buClr>
              <a:buFont typeface="Wingdings" panose="05000000000000000000" pitchFamily="2" charset="2"/>
              <a:buChar char="Ø"/>
            </a:pPr>
            <a:r>
              <a:rPr lang="zh-CN" altLang="en-US" sz="1600" dirty="0"/>
              <a:t>犯罪预测模型侧重于：该地区的</a:t>
            </a:r>
            <a:r>
              <a:rPr lang="en-US" altLang="zh-CN" sz="1600" dirty="0"/>
              <a:t>POI</a:t>
            </a:r>
            <a:r>
              <a:rPr lang="zh-CN" altLang="en-US" sz="1600" dirty="0"/>
              <a:t>的密度和类型，例如酒吧等</a:t>
            </a:r>
            <a:endParaRPr lang="en-US" altLang="zh-CN" sz="1600" dirty="0"/>
          </a:p>
          <a:p>
            <a:pPr marL="800100" lvl="1" indent="-342900">
              <a:lnSpc>
                <a:spcPct val="130000"/>
              </a:lnSpc>
              <a:buClr>
                <a:schemeClr val="accent1"/>
              </a:buClr>
              <a:buFont typeface="Wingdings" panose="05000000000000000000" pitchFamily="2" charset="2"/>
              <a:buChar char="Ø"/>
            </a:pPr>
            <a:r>
              <a:rPr lang="zh-CN" altLang="en-US" sz="1600" dirty="0"/>
              <a:t>交通事故预测需要注意：道路密度、附近居民数量</a:t>
            </a:r>
            <a:endParaRPr lang="en-US" altLang="zh-CN" sz="1600" dirty="0"/>
          </a:p>
          <a:p>
            <a:pPr>
              <a:lnSpc>
                <a:spcPct val="130000"/>
              </a:lnSpc>
              <a:buClr>
                <a:schemeClr val="accent1"/>
              </a:buClr>
            </a:pPr>
            <a:endParaRPr lang="en-US" altLang="zh-CN" sz="1600" dirty="0"/>
          </a:p>
          <a:p>
            <a:pPr>
              <a:lnSpc>
                <a:spcPct val="130000"/>
              </a:lnSpc>
              <a:buClr>
                <a:schemeClr val="accent1"/>
              </a:buClr>
            </a:pPr>
            <a:r>
              <a:rPr lang="zh-CN" altLang="en-US" sz="1600" dirty="0"/>
              <a:t>作者提出：能否设计一个城市区域表示框架，在适应不同任务的特定需求的同时有效地整合可推广的知识？</a:t>
            </a:r>
            <a:endParaRPr lang="en-US" altLang="zh-CN" sz="1600" dirty="0"/>
          </a:p>
        </p:txBody>
      </p:sp>
      <p:sp>
        <p:nvSpPr>
          <p:cNvPr id="11" name="文本框 10"/>
          <p:cNvSpPr txBox="1"/>
          <p:nvPr/>
        </p:nvSpPr>
        <p:spPr>
          <a:xfrm>
            <a:off x="6145505" y="1134255"/>
            <a:ext cx="1926002" cy="430887"/>
          </a:xfrm>
          <a:prstGeom prst="rect">
            <a:avLst/>
          </a:prstGeom>
          <a:noFill/>
        </p:spPr>
        <p:txBody>
          <a:bodyPr wrap="square" rtlCol="0">
            <a:spAutoFit/>
          </a:bodyPr>
          <a:lstStyle/>
          <a:p>
            <a:r>
              <a:rPr lang="en-US" altLang="zh-CN" sz="2200" b="1" dirty="0">
                <a:solidFill>
                  <a:schemeClr val="accent1"/>
                </a:solidFill>
                <a:latin typeface="+mj-ea"/>
                <a:ea typeface="+mj-ea"/>
              </a:rPr>
              <a:t>Motivation</a:t>
            </a:r>
            <a:endParaRPr lang="zh-CN" altLang="en-US" sz="2200" b="1" dirty="0">
              <a:solidFill>
                <a:schemeClr val="accent1"/>
              </a:solidFill>
              <a:latin typeface="+mj-ea"/>
              <a:ea typeface="+mj-ea"/>
            </a:endParaRPr>
          </a:p>
        </p:txBody>
      </p:sp>
      <p:cxnSp>
        <p:nvCxnSpPr>
          <p:cNvPr id="12" name="直接连接符 11"/>
          <p:cNvCxnSpPr/>
          <p:nvPr/>
        </p:nvCxnSpPr>
        <p:spPr>
          <a:xfrm>
            <a:off x="6145505" y="1608509"/>
            <a:ext cx="4802998"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5" name="灯片编号占位符 74"/>
          <p:cNvSpPr>
            <a:spLocks noGrp="1"/>
          </p:cNvSpPr>
          <p:nvPr>
            <p:ph type="sldNum" sz="quarter" idx="12"/>
          </p:nvPr>
        </p:nvSpPr>
        <p:spPr/>
        <p:txBody>
          <a:bodyPr/>
          <a:lstStyle/>
          <a:p>
            <a:fld id="{85D2FA34-3331-43EB-8D25-5E71EBC8F04D}" type="slidenum">
              <a:rPr lang="zh-CN" altLang="en-US" smtClean="0"/>
              <a:t>6</a:t>
            </a:fld>
            <a:endParaRPr lang="zh-CN" altLang="en-US"/>
          </a:p>
        </p:txBody>
      </p:sp>
      <p:sp>
        <p:nvSpPr>
          <p:cNvPr id="76" name="文本框 75"/>
          <p:cNvSpPr txBox="1"/>
          <p:nvPr/>
        </p:nvSpPr>
        <p:spPr>
          <a:xfrm>
            <a:off x="1908526" y="5875182"/>
            <a:ext cx="2513830" cy="307777"/>
          </a:xfrm>
          <a:prstGeom prst="rect">
            <a:avLst/>
          </a:prstGeom>
          <a:noFill/>
        </p:spPr>
        <p:txBody>
          <a:bodyPr wrap="none" rtlCol="0">
            <a:spAutoFit/>
          </a:bodyPr>
          <a:lstStyle/>
          <a:p>
            <a:pPr algn="ctr"/>
            <a:r>
              <a:rPr lang="zh-CN" altLang="en-US" sz="1400" dirty="0"/>
              <a:t>图</a:t>
            </a:r>
            <a:r>
              <a:rPr lang="en-US" altLang="zh-CN" sz="1400" dirty="0"/>
              <a:t>1  </a:t>
            </a:r>
            <a:r>
              <a:rPr lang="zh-CN" altLang="en-US" sz="1400" dirty="0"/>
              <a:t>城市普遍性和任务特异性</a:t>
            </a:r>
          </a:p>
        </p:txBody>
      </p:sp>
      <p:pic>
        <p:nvPicPr>
          <p:cNvPr id="3" name="图片 2">
            <a:extLst>
              <a:ext uri="{FF2B5EF4-FFF2-40B4-BE49-F238E27FC236}">
                <a16:creationId xmlns:a16="http://schemas.microsoft.com/office/drawing/2014/main" id="{01BD509B-F72F-5C64-3A98-97D51A577E77}"/>
              </a:ext>
            </a:extLst>
          </p:cNvPr>
          <p:cNvPicPr>
            <a:picLocks noChangeAspect="1"/>
          </p:cNvPicPr>
          <p:nvPr/>
        </p:nvPicPr>
        <p:blipFill>
          <a:blip r:embed="rId2"/>
          <a:stretch>
            <a:fillRect/>
          </a:stretch>
        </p:blipFill>
        <p:spPr>
          <a:xfrm>
            <a:off x="358924" y="1131387"/>
            <a:ext cx="4938020" cy="42775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F61F0-BB5D-F90F-6190-C209922F122D}"/>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1EF0695D-6DD7-0B5C-3473-37BE0B40425F}"/>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42C2B12F-DB2F-A80E-7C3E-F5CA0B100E6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5FC4F16C-06B4-3779-E897-AF8ACB1AD11E}"/>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论文动机及贡献</a:t>
            </a:r>
          </a:p>
        </p:txBody>
      </p:sp>
      <p:sp>
        <p:nvSpPr>
          <p:cNvPr id="75" name="灯片编号占位符 74">
            <a:extLst>
              <a:ext uri="{FF2B5EF4-FFF2-40B4-BE49-F238E27FC236}">
                <a16:creationId xmlns:a16="http://schemas.microsoft.com/office/drawing/2014/main" id="{14CA5785-0B1F-9C1D-A085-90B7357B662D}"/>
              </a:ext>
            </a:extLst>
          </p:cNvPr>
          <p:cNvSpPr>
            <a:spLocks noGrp="1"/>
          </p:cNvSpPr>
          <p:nvPr>
            <p:ph type="sldNum" sz="quarter" idx="12"/>
          </p:nvPr>
        </p:nvSpPr>
        <p:spPr/>
        <p:txBody>
          <a:bodyPr/>
          <a:lstStyle/>
          <a:p>
            <a:fld id="{85D2FA34-3331-43EB-8D25-5E71EBC8F04D}" type="slidenum">
              <a:rPr lang="zh-CN" altLang="en-US" smtClean="0"/>
              <a:t>7</a:t>
            </a:fld>
            <a:endParaRPr lang="zh-CN" altLang="en-US"/>
          </a:p>
        </p:txBody>
      </p:sp>
      <p:pic>
        <p:nvPicPr>
          <p:cNvPr id="4" name="图片 3">
            <a:extLst>
              <a:ext uri="{FF2B5EF4-FFF2-40B4-BE49-F238E27FC236}">
                <a16:creationId xmlns:a16="http://schemas.microsoft.com/office/drawing/2014/main" id="{3B2C8A1B-2E18-43A8-97A3-EA821B59B045}"/>
              </a:ext>
            </a:extLst>
          </p:cNvPr>
          <p:cNvPicPr>
            <a:picLocks noChangeAspect="1"/>
          </p:cNvPicPr>
          <p:nvPr/>
        </p:nvPicPr>
        <p:blipFill>
          <a:blip r:embed="rId2"/>
          <a:stretch>
            <a:fillRect/>
          </a:stretch>
        </p:blipFill>
        <p:spPr>
          <a:xfrm>
            <a:off x="307649" y="1454889"/>
            <a:ext cx="7345108" cy="47251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文本框 4">
            <a:extLst>
              <a:ext uri="{FF2B5EF4-FFF2-40B4-BE49-F238E27FC236}">
                <a16:creationId xmlns:a16="http://schemas.microsoft.com/office/drawing/2014/main" id="{170DF8A3-F727-4994-6453-DB7144FF283A}"/>
              </a:ext>
            </a:extLst>
          </p:cNvPr>
          <p:cNvSpPr txBox="1"/>
          <p:nvPr/>
        </p:nvSpPr>
        <p:spPr>
          <a:xfrm>
            <a:off x="7940122" y="2191087"/>
            <a:ext cx="3769278" cy="3583738"/>
          </a:xfrm>
          <a:prstGeom prst="rect">
            <a:avLst/>
          </a:prstGeom>
          <a:noFill/>
        </p:spPr>
        <p:txBody>
          <a:bodyPr wrap="square" rtlCol="0">
            <a:spAutoFit/>
          </a:bodyPr>
          <a:lstStyle/>
          <a:p>
            <a:pPr marL="342900" indent="-342900">
              <a:lnSpc>
                <a:spcPct val="130000"/>
              </a:lnSpc>
              <a:buClr>
                <a:schemeClr val="accent1"/>
              </a:buClr>
              <a:buFont typeface="+mj-lt"/>
              <a:buAutoNum type="arabicPeriod"/>
            </a:pPr>
            <a:r>
              <a:rPr lang="zh-CN" altLang="en-US" sz="1600" dirty="0"/>
              <a:t>城市区域图：与以前将每个区域视为单个点的方法不同，我们的方法将每个区域视为一个子图。集成了详细的空间和实体数据（道路、</a:t>
            </a:r>
            <a:r>
              <a:rPr lang="en-US" altLang="zh-CN" sz="1600" dirty="0"/>
              <a:t>POI</a:t>
            </a:r>
            <a:r>
              <a:rPr lang="zh-CN" altLang="en-US" sz="1600" dirty="0"/>
              <a:t>、分岔路、商标）</a:t>
            </a:r>
            <a:endParaRPr lang="en-US" altLang="zh-CN" sz="1600" dirty="0"/>
          </a:p>
          <a:p>
            <a:pPr marL="342900" indent="-342900">
              <a:lnSpc>
                <a:spcPct val="130000"/>
              </a:lnSpc>
              <a:buClr>
                <a:schemeClr val="accent1"/>
              </a:buClr>
              <a:buFont typeface="+mj-lt"/>
              <a:buAutoNum type="arabicPeriod"/>
            </a:pPr>
            <a:r>
              <a:rPr lang="zh-CN" altLang="en-US" sz="1600" dirty="0"/>
              <a:t>以子图为中心的城市区域预训练模型（</a:t>
            </a:r>
            <a:r>
              <a:rPr lang="en-US" altLang="zh-CN" sz="1600" dirty="0"/>
              <a:t>GURP</a:t>
            </a:r>
            <a:r>
              <a:rPr lang="zh-CN" altLang="en-US" sz="1600" dirty="0"/>
              <a:t>）：用于从城市区域图中学习嵌入</a:t>
            </a:r>
          </a:p>
          <a:p>
            <a:pPr marL="342900" indent="-342900">
              <a:lnSpc>
                <a:spcPct val="130000"/>
              </a:lnSpc>
              <a:buClr>
                <a:schemeClr val="accent1"/>
              </a:buClr>
              <a:buFont typeface="+mj-lt"/>
              <a:buAutoNum type="arabicPeriod"/>
            </a:pPr>
            <a:r>
              <a:rPr lang="zh-CN" altLang="en-US" sz="1600" dirty="0"/>
              <a:t>具有两种基于图的提示方法：</a:t>
            </a:r>
            <a:endParaRPr lang="en-US" altLang="zh-CN" sz="1600" dirty="0"/>
          </a:p>
          <a:p>
            <a:pPr marL="800100" lvl="1" indent="-342900">
              <a:lnSpc>
                <a:spcPct val="130000"/>
              </a:lnSpc>
              <a:buClr>
                <a:schemeClr val="accent1"/>
              </a:buClr>
              <a:buFont typeface="Arial" panose="020B0604020202020204" pitchFamily="34" charset="0"/>
              <a:buChar char="•"/>
            </a:pPr>
            <a:r>
              <a:rPr lang="zh-CN" altLang="en-US" sz="1600" dirty="0"/>
              <a:t>手动定义的提示</a:t>
            </a:r>
          </a:p>
          <a:p>
            <a:pPr marL="800100" lvl="1" indent="-342900">
              <a:lnSpc>
                <a:spcPct val="130000"/>
              </a:lnSpc>
              <a:buClr>
                <a:schemeClr val="accent1"/>
              </a:buClr>
              <a:buFont typeface="Arial" panose="020B0604020202020204" pitchFamily="34" charset="0"/>
              <a:buChar char="•"/>
            </a:pPr>
            <a:r>
              <a:rPr lang="zh-CN" altLang="en-US" sz="1600" dirty="0"/>
              <a:t>任务可学习的提示</a:t>
            </a:r>
          </a:p>
        </p:txBody>
      </p:sp>
      <p:sp>
        <p:nvSpPr>
          <p:cNvPr id="6" name="文本框 5">
            <a:extLst>
              <a:ext uri="{FF2B5EF4-FFF2-40B4-BE49-F238E27FC236}">
                <a16:creationId xmlns:a16="http://schemas.microsoft.com/office/drawing/2014/main" id="{70C45599-64D7-5AE7-6A3B-8829E5C37958}"/>
              </a:ext>
            </a:extLst>
          </p:cNvPr>
          <p:cNvSpPr txBox="1"/>
          <p:nvPr/>
        </p:nvSpPr>
        <p:spPr>
          <a:xfrm>
            <a:off x="7940122" y="1587398"/>
            <a:ext cx="1926002" cy="430887"/>
          </a:xfrm>
          <a:prstGeom prst="rect">
            <a:avLst/>
          </a:prstGeom>
          <a:noFill/>
        </p:spPr>
        <p:txBody>
          <a:bodyPr wrap="square" rtlCol="0">
            <a:spAutoFit/>
          </a:bodyPr>
          <a:lstStyle/>
          <a:p>
            <a:r>
              <a:rPr lang="zh-CN" altLang="en-US" sz="2200" b="1" dirty="0">
                <a:solidFill>
                  <a:schemeClr val="accent1"/>
                </a:solidFill>
                <a:latin typeface="+mj-ea"/>
                <a:ea typeface="+mj-ea"/>
              </a:rPr>
              <a:t>贡献</a:t>
            </a:r>
          </a:p>
        </p:txBody>
      </p:sp>
      <p:cxnSp>
        <p:nvCxnSpPr>
          <p:cNvPr id="7" name="直接连接符 6">
            <a:extLst>
              <a:ext uri="{FF2B5EF4-FFF2-40B4-BE49-F238E27FC236}">
                <a16:creationId xmlns:a16="http://schemas.microsoft.com/office/drawing/2014/main" id="{C5A8D0A2-4466-3853-A144-CC2DE1D6CF15}"/>
              </a:ext>
            </a:extLst>
          </p:cNvPr>
          <p:cNvCxnSpPr>
            <a:cxnSpLocks/>
          </p:cNvCxnSpPr>
          <p:nvPr/>
        </p:nvCxnSpPr>
        <p:spPr>
          <a:xfrm>
            <a:off x="7940122" y="2061652"/>
            <a:ext cx="3810345" cy="0"/>
          </a:xfrm>
          <a:prstGeom prst="line">
            <a:avLst/>
          </a:prstGeom>
          <a:ln w="63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85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1BC13-1E41-0C51-9973-D185279D779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D90246F-1BA1-DAE1-9390-059E2483B46E}"/>
              </a:ext>
            </a:extLst>
          </p:cNvPr>
          <p:cNvSpPr/>
          <p:nvPr/>
        </p:nvSpPr>
        <p:spPr>
          <a:xfrm>
            <a:off x="4934267" y="160735"/>
            <a:ext cx="2323467" cy="13184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14332D2-DB0A-CE9F-2C47-0C0533781A3B}"/>
              </a:ext>
            </a:extLst>
          </p:cNvPr>
          <p:cNvSpPr txBox="1"/>
          <p:nvPr/>
        </p:nvSpPr>
        <p:spPr>
          <a:xfrm>
            <a:off x="5490706" y="466005"/>
            <a:ext cx="1287532" cy="707886"/>
          </a:xfrm>
          <a:prstGeom prst="rect">
            <a:avLst/>
          </a:prstGeom>
          <a:noFill/>
        </p:spPr>
        <p:txBody>
          <a:bodyPr wrap="none" rtlCol="0">
            <a:spAutoFit/>
          </a:bodyPr>
          <a:lstStyle/>
          <a:p>
            <a:r>
              <a:rPr lang="zh-CN" altLang="en-US" sz="4000" b="1" spc="300">
                <a:solidFill>
                  <a:schemeClr val="bg1"/>
                </a:solidFill>
                <a:latin typeface="+mj-ea"/>
                <a:ea typeface="+mj-ea"/>
              </a:rPr>
              <a:t>目录</a:t>
            </a:r>
          </a:p>
        </p:txBody>
      </p:sp>
      <p:sp>
        <p:nvSpPr>
          <p:cNvPr id="33" name="矩形: 圆角 32">
            <a:extLst>
              <a:ext uri="{FF2B5EF4-FFF2-40B4-BE49-F238E27FC236}">
                <a16:creationId xmlns:a16="http://schemas.microsoft.com/office/drawing/2014/main" id="{B4BEE89F-CD69-75A9-98CF-622D6571E8B2}"/>
              </a:ext>
            </a:extLst>
          </p:cNvPr>
          <p:cNvSpPr/>
          <p:nvPr/>
        </p:nvSpPr>
        <p:spPr>
          <a:xfrm>
            <a:off x="2267281" y="2892026"/>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01</a:t>
            </a:r>
            <a:endParaRPr lang="zh-CN" altLang="en-US" sz="2800" b="1">
              <a:latin typeface="+mj-ea"/>
              <a:ea typeface="+mj-ea"/>
            </a:endParaRPr>
          </a:p>
        </p:txBody>
      </p:sp>
      <p:sp>
        <p:nvSpPr>
          <p:cNvPr id="46" name="文本框 45">
            <a:extLst>
              <a:ext uri="{FF2B5EF4-FFF2-40B4-BE49-F238E27FC236}">
                <a16:creationId xmlns:a16="http://schemas.microsoft.com/office/drawing/2014/main" id="{21B18609-234D-C535-BF9D-DFC132A8879D}"/>
              </a:ext>
            </a:extLst>
          </p:cNvPr>
          <p:cNvSpPr txBox="1"/>
          <p:nvPr/>
        </p:nvSpPr>
        <p:spPr>
          <a:xfrm>
            <a:off x="3010231" y="4160261"/>
            <a:ext cx="2020305" cy="400110"/>
          </a:xfrm>
          <a:prstGeom prst="rect">
            <a:avLst/>
          </a:prstGeom>
          <a:noFill/>
        </p:spPr>
        <p:txBody>
          <a:bodyPr wrap="square">
            <a:spAutoFit/>
          </a:bodyPr>
          <a:lstStyle/>
          <a:p>
            <a:r>
              <a:rPr lang="zh-CN" altLang="en-US" sz="2000" b="1" dirty="0">
                <a:latin typeface="+mj-lt"/>
                <a:ea typeface="+mj-ea"/>
              </a:rPr>
              <a:t>总体框架及细节</a:t>
            </a:r>
            <a:endParaRPr lang="en-US" altLang="zh-CN" sz="2000" b="1" dirty="0">
              <a:latin typeface="+mj-lt"/>
              <a:ea typeface="+mj-ea"/>
            </a:endParaRPr>
          </a:p>
        </p:txBody>
      </p:sp>
      <p:sp>
        <p:nvSpPr>
          <p:cNvPr id="47" name="矩形: 圆角 46">
            <a:extLst>
              <a:ext uri="{FF2B5EF4-FFF2-40B4-BE49-F238E27FC236}">
                <a16:creationId xmlns:a16="http://schemas.microsoft.com/office/drawing/2014/main" id="{35C9B97D-B0B3-3A3A-1B2F-077B39B8B2E6}"/>
              </a:ext>
            </a:extLst>
          </p:cNvPr>
          <p:cNvSpPr/>
          <p:nvPr/>
        </p:nvSpPr>
        <p:spPr>
          <a:xfrm>
            <a:off x="2267281" y="4041958"/>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02</a:t>
            </a:r>
            <a:endParaRPr lang="zh-CN" altLang="en-US" sz="2800" b="1">
              <a:latin typeface="+mj-ea"/>
              <a:ea typeface="+mj-ea"/>
            </a:endParaRPr>
          </a:p>
        </p:txBody>
      </p:sp>
      <p:sp>
        <p:nvSpPr>
          <p:cNvPr id="53" name="矩形: 圆角 52">
            <a:extLst>
              <a:ext uri="{FF2B5EF4-FFF2-40B4-BE49-F238E27FC236}">
                <a16:creationId xmlns:a16="http://schemas.microsoft.com/office/drawing/2014/main" id="{023F8116-C713-9A16-D0AC-8AB61C883513}"/>
              </a:ext>
            </a:extLst>
          </p:cNvPr>
          <p:cNvSpPr/>
          <p:nvPr/>
        </p:nvSpPr>
        <p:spPr>
          <a:xfrm>
            <a:off x="7372144" y="2892025"/>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03</a:t>
            </a:r>
            <a:endParaRPr lang="zh-CN" altLang="en-US" sz="2800" b="1" dirty="0">
              <a:latin typeface="+mj-ea"/>
              <a:ea typeface="+mj-ea"/>
            </a:endParaRPr>
          </a:p>
        </p:txBody>
      </p:sp>
      <p:sp>
        <p:nvSpPr>
          <p:cNvPr id="4" name="矩形: 圆角 3">
            <a:extLst>
              <a:ext uri="{FF2B5EF4-FFF2-40B4-BE49-F238E27FC236}">
                <a16:creationId xmlns:a16="http://schemas.microsoft.com/office/drawing/2014/main" id="{1D44B969-BC03-7B5E-C3CD-5C3B994B0C4C}"/>
              </a:ext>
            </a:extLst>
          </p:cNvPr>
          <p:cNvSpPr/>
          <p:nvPr/>
        </p:nvSpPr>
        <p:spPr>
          <a:xfrm>
            <a:off x="7371188" y="4041957"/>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04</a:t>
            </a:r>
            <a:endParaRPr lang="zh-CN" altLang="en-US" sz="2800" b="1" dirty="0">
              <a:latin typeface="+mj-ea"/>
              <a:ea typeface="+mj-ea"/>
            </a:endParaRPr>
          </a:p>
        </p:txBody>
      </p:sp>
      <p:sp>
        <p:nvSpPr>
          <p:cNvPr id="6" name="文本框 5">
            <a:extLst>
              <a:ext uri="{FF2B5EF4-FFF2-40B4-BE49-F238E27FC236}">
                <a16:creationId xmlns:a16="http://schemas.microsoft.com/office/drawing/2014/main" id="{7913C036-A30A-2698-D349-947A086E872F}"/>
              </a:ext>
            </a:extLst>
          </p:cNvPr>
          <p:cNvSpPr txBox="1"/>
          <p:nvPr/>
        </p:nvSpPr>
        <p:spPr>
          <a:xfrm>
            <a:off x="8224916" y="3010329"/>
            <a:ext cx="2329139"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实验</a:t>
            </a:r>
          </a:p>
        </p:txBody>
      </p:sp>
      <p:sp>
        <p:nvSpPr>
          <p:cNvPr id="7" name="文本框 6">
            <a:extLst>
              <a:ext uri="{FF2B5EF4-FFF2-40B4-BE49-F238E27FC236}">
                <a16:creationId xmlns:a16="http://schemas.microsoft.com/office/drawing/2014/main" id="{F8DBFC6D-9ABF-2F9C-916B-0B06E72A9C29}"/>
              </a:ext>
            </a:extLst>
          </p:cNvPr>
          <p:cNvSpPr txBox="1"/>
          <p:nvPr/>
        </p:nvSpPr>
        <p:spPr>
          <a:xfrm>
            <a:off x="8224917" y="4160260"/>
            <a:ext cx="2155420"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思考</a:t>
            </a:r>
          </a:p>
        </p:txBody>
      </p:sp>
      <p:sp>
        <p:nvSpPr>
          <p:cNvPr id="9" name="文本框 8">
            <a:extLst>
              <a:ext uri="{FF2B5EF4-FFF2-40B4-BE49-F238E27FC236}">
                <a16:creationId xmlns:a16="http://schemas.microsoft.com/office/drawing/2014/main" id="{819DE4F0-DB4C-FFE3-6D37-5589A076DDF9}"/>
              </a:ext>
            </a:extLst>
          </p:cNvPr>
          <p:cNvSpPr txBox="1"/>
          <p:nvPr/>
        </p:nvSpPr>
        <p:spPr>
          <a:xfrm>
            <a:off x="3010231" y="3018874"/>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论文动机</a:t>
            </a:r>
            <a:r>
              <a:rPr lang="zh-CN" altLang="en-US"/>
              <a:t>及贡献</a:t>
            </a:r>
            <a:endParaRPr lang="en-US" altLang="zh-CN" dirty="0"/>
          </a:p>
        </p:txBody>
      </p:sp>
    </p:spTree>
    <p:extLst>
      <p:ext uri="{BB962C8B-B14F-4D97-AF65-F5344CB8AC3E}">
        <p14:creationId xmlns:p14="http://schemas.microsoft.com/office/powerpoint/2010/main" val="3732478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16"/>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p:cNvSpPr>
            <a:spLocks noGrp="1"/>
          </p:cNvSpPr>
          <p:nvPr>
            <p:ph type="sldNum" sz="quarter" idx="12"/>
          </p:nvPr>
        </p:nvSpPr>
        <p:spPr/>
        <p:txBody>
          <a:bodyPr/>
          <a:lstStyle/>
          <a:p>
            <a:fld id="{85D2FA34-3331-43EB-8D25-5E71EBC8F04D}" type="slidenum">
              <a:rPr lang="zh-CN" altLang="en-US" smtClean="0"/>
              <a:t>9</a:t>
            </a:fld>
            <a:endParaRPr lang="zh-CN" altLang="en-US"/>
          </a:p>
        </p:txBody>
      </p:sp>
      <p:sp>
        <p:nvSpPr>
          <p:cNvPr id="5" name="矩形: 圆顶角 4"/>
          <p:cNvSpPr/>
          <p:nvPr/>
        </p:nvSpPr>
        <p:spPr>
          <a:xfrm>
            <a:off x="6264539" y="1738883"/>
            <a:ext cx="4695374" cy="3843794"/>
          </a:xfrm>
          <a:prstGeom prst="round2SameRect">
            <a:avLst>
              <a:gd name="adj1" fmla="val 7184"/>
              <a:gd name="adj2" fmla="val 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003033" y="1902228"/>
            <a:ext cx="3218387" cy="400110"/>
          </a:xfrm>
          <a:prstGeom prst="rect">
            <a:avLst/>
          </a:prstGeom>
          <a:noFill/>
        </p:spPr>
        <p:txBody>
          <a:bodyPr wrap="square" rtlCol="0">
            <a:spAutoFit/>
          </a:bodyPr>
          <a:lstStyle/>
          <a:p>
            <a:pPr algn="ctr"/>
            <a:r>
              <a:rPr lang="zh-CN" altLang="en-US" sz="2000" b="1" dirty="0">
                <a:solidFill>
                  <a:schemeClr val="bg1"/>
                </a:solidFill>
                <a:latin typeface="+mj-ea"/>
                <a:ea typeface="+mj-ea"/>
              </a:rPr>
              <a:t>城市区域图</a:t>
            </a:r>
          </a:p>
        </p:txBody>
      </p:sp>
      <p:sp>
        <p:nvSpPr>
          <p:cNvPr id="8" name="文本框 7"/>
          <p:cNvSpPr txBox="1"/>
          <p:nvPr/>
        </p:nvSpPr>
        <p:spPr>
          <a:xfrm>
            <a:off x="620675" y="2886733"/>
            <a:ext cx="4802998" cy="2303387"/>
          </a:xfrm>
          <a:prstGeom prst="rect">
            <a:avLst/>
          </a:prstGeom>
          <a:noFill/>
        </p:spPr>
        <p:txBody>
          <a:bodyPr wrap="square" rtlCol="0">
            <a:spAutoFit/>
          </a:bodyPr>
          <a:lstStyle/>
          <a:p>
            <a:pPr marL="285750" indent="-285750">
              <a:lnSpc>
                <a:spcPct val="130000"/>
              </a:lnSpc>
              <a:buClr>
                <a:schemeClr val="accent1"/>
              </a:buClr>
              <a:buFont typeface="Wingdings" panose="05000000000000000000" pitchFamily="2" charset="2"/>
              <a:buChar char="ü"/>
            </a:pPr>
            <a:r>
              <a:rPr lang="zh-CN" altLang="en-US" sz="1600" dirty="0"/>
              <a:t>节点：空间实体</a:t>
            </a:r>
            <a:endParaRPr lang="en-US" altLang="zh-CN" sz="1600" dirty="0"/>
          </a:p>
          <a:p>
            <a:pPr marL="285750" indent="-285750">
              <a:lnSpc>
                <a:spcPct val="130000"/>
              </a:lnSpc>
              <a:buClr>
                <a:schemeClr val="accent1"/>
              </a:buClr>
              <a:buFont typeface="Wingdings" panose="05000000000000000000" pitchFamily="2" charset="2"/>
              <a:buChar char="ü"/>
            </a:pPr>
            <a:r>
              <a:rPr lang="zh-CN" altLang="en-US" sz="1600" dirty="0"/>
              <a:t>边：包含关系</a:t>
            </a:r>
            <a:endParaRPr lang="en-US" altLang="zh-CN" sz="1600" dirty="0"/>
          </a:p>
          <a:p>
            <a:pPr marL="285750" indent="-285750">
              <a:lnSpc>
                <a:spcPct val="130000"/>
              </a:lnSpc>
              <a:buClr>
                <a:schemeClr val="accent1"/>
              </a:buClr>
              <a:buFont typeface="Wingdings" panose="05000000000000000000" pitchFamily="2" charset="2"/>
              <a:buChar char="ü"/>
            </a:pPr>
            <a:endParaRPr lang="en-US" altLang="zh-CN" sz="1600" dirty="0"/>
          </a:p>
          <a:p>
            <a:pPr marL="285750" indent="-285750">
              <a:lnSpc>
                <a:spcPct val="130000"/>
              </a:lnSpc>
              <a:buClr>
                <a:schemeClr val="accent1"/>
              </a:buClr>
              <a:buFont typeface="Wingdings" panose="05000000000000000000" pitchFamily="2" charset="2"/>
              <a:buChar char="ü"/>
            </a:pPr>
            <a:r>
              <a:rPr lang="zh-CN" altLang="en-US" sz="1600" dirty="0"/>
              <a:t>由于城市区域图包含异构节点和边，因此我们采用知识图嵌入技术 </a:t>
            </a:r>
            <a:r>
              <a:rPr lang="en-US" altLang="zh-CN" sz="1600" dirty="0" err="1"/>
              <a:t>TransR</a:t>
            </a:r>
            <a:r>
              <a:rPr lang="en-US" altLang="zh-CN" sz="1600" dirty="0"/>
              <a:t> [25] </a:t>
            </a:r>
            <a:r>
              <a:rPr lang="zh-CN" altLang="en-US" sz="1600" dirty="0"/>
              <a:t>来初始化所有节点和边的表示。这将异构信息对齐到统一的向量空间中。</a:t>
            </a:r>
            <a:endParaRPr lang="en-US" altLang="zh-CN" sz="1600" dirty="0"/>
          </a:p>
        </p:txBody>
      </p:sp>
      <p:sp>
        <p:nvSpPr>
          <p:cNvPr id="18" name="矩形: 圆角 17"/>
          <p:cNvSpPr/>
          <p:nvPr/>
        </p:nvSpPr>
        <p:spPr>
          <a:xfrm>
            <a:off x="620675" y="2398240"/>
            <a:ext cx="1772147" cy="3753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城市区域图</a:t>
            </a:r>
          </a:p>
        </p:txBody>
      </p:sp>
      <p:pic>
        <p:nvPicPr>
          <p:cNvPr id="3" name="图片 2">
            <a:extLst>
              <a:ext uri="{FF2B5EF4-FFF2-40B4-BE49-F238E27FC236}">
                <a16:creationId xmlns:a16="http://schemas.microsoft.com/office/drawing/2014/main" id="{3C5EFF69-D3D1-04CF-B4B7-47C837598C05}"/>
              </a:ext>
            </a:extLst>
          </p:cNvPr>
          <p:cNvPicPr>
            <a:picLocks noChangeAspect="1"/>
          </p:cNvPicPr>
          <p:nvPr/>
        </p:nvPicPr>
        <p:blipFill>
          <a:blip r:embed="rId2"/>
          <a:stretch>
            <a:fillRect/>
          </a:stretch>
        </p:blipFill>
        <p:spPr>
          <a:xfrm>
            <a:off x="6264538" y="2472227"/>
            <a:ext cx="4695375" cy="3319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9F1F4-C041-6FB1-1497-A5D8F9B3C60E}"/>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4F319AF6-D05F-88F6-D21A-67C053689619}"/>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60CA604-FDA0-122F-2F1D-8A12C3C912F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p>
        </p:txBody>
      </p:sp>
      <p:sp>
        <p:nvSpPr>
          <p:cNvPr id="23" name="文本框 22">
            <a:extLst>
              <a:ext uri="{FF2B5EF4-FFF2-40B4-BE49-F238E27FC236}">
                <a16:creationId xmlns:a16="http://schemas.microsoft.com/office/drawing/2014/main" id="{84B97315-8ADB-ADAD-480E-30E641DB63AA}"/>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097F53B8-8CBA-3F5C-8682-0CCCF0C51C03}"/>
              </a:ext>
            </a:extLst>
          </p:cNvPr>
          <p:cNvSpPr>
            <a:spLocks noGrp="1"/>
          </p:cNvSpPr>
          <p:nvPr>
            <p:ph type="sldNum" sz="quarter" idx="12"/>
          </p:nvPr>
        </p:nvSpPr>
        <p:spPr/>
        <p:txBody>
          <a:bodyPr/>
          <a:lstStyle/>
          <a:p>
            <a:fld id="{85D2FA34-3331-43EB-8D25-5E71EBC8F04D}" type="slidenum">
              <a:rPr lang="zh-CN" altLang="en-US" smtClean="0"/>
              <a:t>10</a:t>
            </a:fld>
            <a:endParaRPr lang="zh-CN" altLang="en-US" dirty="0"/>
          </a:p>
        </p:txBody>
      </p:sp>
      <p:pic>
        <p:nvPicPr>
          <p:cNvPr id="4" name="图片 3">
            <a:extLst>
              <a:ext uri="{FF2B5EF4-FFF2-40B4-BE49-F238E27FC236}">
                <a16:creationId xmlns:a16="http://schemas.microsoft.com/office/drawing/2014/main" id="{4FE18A65-CF1F-A181-E63A-B1B91408B48C}"/>
              </a:ext>
            </a:extLst>
          </p:cNvPr>
          <p:cNvPicPr>
            <a:picLocks noChangeAspect="1"/>
          </p:cNvPicPr>
          <p:nvPr/>
        </p:nvPicPr>
        <p:blipFill>
          <a:blip r:embed="rId2"/>
          <a:stretch>
            <a:fillRect/>
          </a:stretch>
        </p:blipFill>
        <p:spPr>
          <a:xfrm>
            <a:off x="828579" y="1878476"/>
            <a:ext cx="3294877" cy="3876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矩形: 圆顶角 6">
            <a:extLst>
              <a:ext uri="{FF2B5EF4-FFF2-40B4-BE49-F238E27FC236}">
                <a16:creationId xmlns:a16="http://schemas.microsoft.com/office/drawing/2014/main" id="{4B27E0A3-55F1-72DA-7F9D-14EABEC78646}"/>
              </a:ext>
            </a:extLst>
          </p:cNvPr>
          <p:cNvSpPr/>
          <p:nvPr/>
        </p:nvSpPr>
        <p:spPr>
          <a:xfrm>
            <a:off x="4809995" y="1601300"/>
            <a:ext cx="7004256" cy="687119"/>
          </a:xfrm>
          <a:prstGeom prst="round2SameRect">
            <a:avLst>
              <a:gd name="adj1" fmla="val 19786"/>
              <a:gd name="adj2" fmla="val 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C1D0681E-F721-6BFB-B885-EB8BC6D5FB85}"/>
              </a:ext>
            </a:extLst>
          </p:cNvPr>
          <p:cNvSpPr/>
          <p:nvPr/>
        </p:nvSpPr>
        <p:spPr>
          <a:xfrm>
            <a:off x="4809995" y="1601299"/>
            <a:ext cx="7004256" cy="4632963"/>
          </a:xfrm>
          <a:prstGeom prst="roundRect">
            <a:avLst>
              <a:gd name="adj" fmla="val 450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3B345163-973E-AFFB-0A81-1D22AA35DE62}"/>
              </a:ext>
            </a:extLst>
          </p:cNvPr>
          <p:cNvSpPr txBox="1"/>
          <p:nvPr/>
        </p:nvSpPr>
        <p:spPr>
          <a:xfrm>
            <a:off x="5069867" y="1729415"/>
            <a:ext cx="2251596" cy="430887"/>
          </a:xfrm>
          <a:prstGeom prst="rect">
            <a:avLst/>
          </a:prstGeom>
          <a:noFill/>
        </p:spPr>
        <p:txBody>
          <a:bodyPr wrap="square" rtlCol="0">
            <a:spAutoFit/>
          </a:bodyPr>
          <a:lstStyle/>
          <a:p>
            <a:r>
              <a:rPr lang="zh-CN" altLang="en-US" sz="2200" b="1" dirty="0">
                <a:solidFill>
                  <a:schemeClr val="bg1"/>
                </a:solidFill>
                <a:latin typeface="+mj-ea"/>
                <a:ea typeface="+mj-ea"/>
              </a:rPr>
              <a:t>提取区域子图</a:t>
            </a:r>
          </a:p>
        </p:txBody>
      </p:sp>
      <p:sp>
        <p:nvSpPr>
          <p:cNvPr id="11" name="文本框 10">
            <a:extLst>
              <a:ext uri="{FF2B5EF4-FFF2-40B4-BE49-F238E27FC236}">
                <a16:creationId xmlns:a16="http://schemas.microsoft.com/office/drawing/2014/main" id="{F39D7498-00C1-F989-AFA5-04930503AA68}"/>
              </a:ext>
            </a:extLst>
          </p:cNvPr>
          <p:cNvSpPr txBox="1"/>
          <p:nvPr/>
        </p:nvSpPr>
        <p:spPr>
          <a:xfrm>
            <a:off x="5013336" y="2323859"/>
            <a:ext cx="6696064" cy="3743782"/>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pPr>
            <a:r>
              <a:rPr lang="en-US" altLang="zh-CN" sz="1600" dirty="0"/>
              <a:t>P</a:t>
            </a:r>
            <a:r>
              <a:rPr lang="en-US" altLang="zh-CN" sz="1100" dirty="0"/>
              <a:t>V</a:t>
            </a:r>
            <a:r>
              <a:rPr lang="en-US" altLang="zh-CN" sz="1600" dirty="0"/>
              <a:t> </a:t>
            </a:r>
            <a:r>
              <a:rPr lang="zh-CN" altLang="en-US" sz="1600" dirty="0"/>
              <a:t>和 </a:t>
            </a:r>
            <a:r>
              <a:rPr lang="en-US" altLang="zh-CN" sz="1600" dirty="0"/>
              <a:t>P</a:t>
            </a:r>
            <a:r>
              <a:rPr lang="en-US" altLang="zh-CN" sz="1100" dirty="0"/>
              <a:t>E </a:t>
            </a:r>
            <a:r>
              <a:rPr lang="zh-CN" altLang="en-US" sz="1600" dirty="0"/>
              <a:t>分别表示</a:t>
            </a:r>
            <a:r>
              <a:rPr lang="zh-CN" altLang="en-US" sz="1600" b="1" dirty="0"/>
              <a:t>边和节点的类型</a:t>
            </a:r>
            <a:endParaRPr lang="en-US" altLang="zh-CN" sz="1600" b="1" dirty="0"/>
          </a:p>
          <a:p>
            <a:pPr marL="285750" indent="-285750">
              <a:lnSpc>
                <a:spcPct val="150000"/>
              </a:lnSpc>
              <a:buClr>
                <a:schemeClr val="accent1"/>
              </a:buClr>
              <a:buFont typeface="Wingdings" panose="05000000000000000000" pitchFamily="2" charset="2"/>
              <a:buChar char="p"/>
            </a:pPr>
            <a:r>
              <a:rPr lang="en-US" altLang="zh-CN" sz="1600" dirty="0"/>
              <a:t>θ </a:t>
            </a:r>
            <a:r>
              <a:rPr lang="zh-CN" altLang="en-US" sz="1600" dirty="0"/>
              <a:t>表示子图提取的</a:t>
            </a:r>
            <a:r>
              <a:rPr lang="zh-CN" altLang="en-US" sz="1600" b="1" dirty="0"/>
              <a:t>终止节点类型</a:t>
            </a:r>
            <a:endParaRPr lang="en-US" altLang="zh-CN" sz="1600" b="1" dirty="0"/>
          </a:p>
          <a:p>
            <a:pPr marL="285750" indent="-285750">
              <a:lnSpc>
                <a:spcPct val="150000"/>
              </a:lnSpc>
              <a:buClr>
                <a:schemeClr val="accent1"/>
              </a:buClr>
              <a:buFont typeface="Wingdings" panose="05000000000000000000" pitchFamily="2" charset="2"/>
              <a:buChar char="p"/>
            </a:pPr>
            <a:r>
              <a:rPr lang="zh-CN" altLang="en-US" sz="1600" dirty="0">
                <a:effectLst/>
              </a:rPr>
              <a:t>在预训练阶段，区域子图包含所有的节点和边的类型，目的是为了全面表征一个区域的信息</a:t>
            </a:r>
            <a:endParaRPr lang="en-US" altLang="zh-CN" sz="1600" dirty="0">
              <a:effectLst/>
            </a:endParaRPr>
          </a:p>
          <a:p>
            <a:pPr marL="285750" indent="-285750">
              <a:lnSpc>
                <a:spcPct val="150000"/>
              </a:lnSpc>
              <a:buClr>
                <a:schemeClr val="accent1"/>
              </a:buClr>
              <a:buFont typeface="Wingdings" panose="05000000000000000000" pitchFamily="2" charset="2"/>
              <a:buChar char="p"/>
            </a:pPr>
            <a:endParaRPr lang="en-US" altLang="zh-CN" sz="1600" dirty="0"/>
          </a:p>
          <a:p>
            <a:pPr marL="285750" indent="-285750">
              <a:lnSpc>
                <a:spcPct val="150000"/>
              </a:lnSpc>
              <a:buClr>
                <a:schemeClr val="accent1"/>
              </a:buClr>
              <a:buFont typeface="Wingdings" panose="05000000000000000000" pitchFamily="2" charset="2"/>
              <a:buChar char="p"/>
            </a:pPr>
            <a:r>
              <a:rPr lang="zh-CN" altLang="en-US" sz="1600" dirty="0">
                <a:effectLst/>
              </a:rPr>
              <a:t>提取</a:t>
            </a:r>
            <a:r>
              <a:rPr lang="zh-CN" altLang="en-US" sz="1600" dirty="0"/>
              <a:t>逻辑（区域子图表示为 </a:t>
            </a:r>
            <a:r>
              <a:rPr lang="en-US" altLang="zh-CN" sz="1600" dirty="0"/>
              <a:t>g</a:t>
            </a:r>
            <a:r>
              <a:rPr lang="en-US" altLang="zh-CN" sz="1200" dirty="0"/>
              <a:t>r</a:t>
            </a:r>
            <a:r>
              <a:rPr lang="en-US" altLang="zh-CN" sz="1600" dirty="0"/>
              <a:t> = (</a:t>
            </a:r>
            <a:r>
              <a:rPr lang="en-US" altLang="zh-CN" sz="1600" dirty="0" err="1"/>
              <a:t>Vr</a:t>
            </a:r>
            <a:r>
              <a:rPr lang="en-US" altLang="zh-CN" sz="1600" dirty="0"/>
              <a:t> , Er , P</a:t>
            </a:r>
            <a:r>
              <a:rPr lang="en-US" altLang="zh-CN" sz="1100" dirty="0"/>
              <a:t>V</a:t>
            </a:r>
            <a:r>
              <a:rPr lang="en-US" altLang="zh-CN" sz="1600" dirty="0"/>
              <a:t> , P</a:t>
            </a:r>
            <a:r>
              <a:rPr lang="en-US" altLang="zh-CN" sz="1100" dirty="0"/>
              <a:t>E</a:t>
            </a:r>
            <a:r>
              <a:rPr lang="en-US" altLang="zh-CN" sz="1600" dirty="0"/>
              <a:t> )</a:t>
            </a:r>
            <a:r>
              <a:rPr lang="zh-CN" altLang="en-US" sz="1600" dirty="0"/>
              <a:t>：</a:t>
            </a:r>
            <a:endParaRPr lang="en-US" altLang="zh-CN" sz="1600" dirty="0"/>
          </a:p>
          <a:p>
            <a:pPr marL="800100" lvl="1" indent="-342900">
              <a:lnSpc>
                <a:spcPct val="150000"/>
              </a:lnSpc>
              <a:buClr>
                <a:schemeClr val="accent1"/>
              </a:buClr>
              <a:buFont typeface="+mj-lt"/>
              <a:buAutoNum type="arabicPeriod"/>
            </a:pPr>
            <a:r>
              <a:rPr lang="zh-CN" altLang="en-US" sz="1600" dirty="0"/>
              <a:t>使用从区域 </a:t>
            </a:r>
            <a:r>
              <a:rPr lang="en-US" altLang="zh-CN" sz="1600" dirty="0"/>
              <a:t>r </a:t>
            </a:r>
            <a:r>
              <a:rPr lang="zh-CN" altLang="en-US" sz="1600" dirty="0"/>
              <a:t>开始的</a:t>
            </a:r>
            <a:r>
              <a:rPr lang="zh-CN" altLang="en-US" sz="1600" b="1" dirty="0"/>
              <a:t>广度优先搜索</a:t>
            </a:r>
            <a:r>
              <a:rPr lang="zh-CN" altLang="en-US" sz="1600" dirty="0"/>
              <a:t>来扩展子图；</a:t>
            </a:r>
            <a:endParaRPr lang="en-US" altLang="zh-CN" sz="1600" dirty="0"/>
          </a:p>
          <a:p>
            <a:pPr marL="800100" lvl="1" indent="-342900">
              <a:lnSpc>
                <a:spcPct val="150000"/>
              </a:lnSpc>
              <a:buClr>
                <a:schemeClr val="accent1"/>
              </a:buClr>
              <a:buFont typeface="+mj-lt"/>
              <a:buAutoNum type="arabicPeriod"/>
            </a:pPr>
            <a:r>
              <a:rPr lang="zh-CN" altLang="en-US" sz="1600" dirty="0"/>
              <a:t>每次迭代会探索边 </a:t>
            </a:r>
            <a:r>
              <a:rPr lang="en-US" altLang="zh-CN" sz="1600" dirty="0"/>
              <a:t>e (u, v) </a:t>
            </a:r>
            <a:r>
              <a:rPr lang="zh-CN" altLang="en-US" sz="1600" dirty="0"/>
              <a:t>，其中 </a:t>
            </a:r>
            <a:r>
              <a:rPr lang="en-US" altLang="zh-CN" sz="1600" dirty="0"/>
              <a:t>u </a:t>
            </a:r>
            <a:r>
              <a:rPr lang="zh-CN" altLang="en-US" sz="1600" dirty="0"/>
              <a:t>在 </a:t>
            </a:r>
            <a:r>
              <a:rPr lang="en-US" altLang="zh-CN" sz="1600" dirty="0" err="1"/>
              <a:t>Vr</a:t>
            </a:r>
            <a:r>
              <a:rPr lang="en-US" altLang="zh-CN" sz="1600" dirty="0"/>
              <a:t> </a:t>
            </a:r>
            <a:r>
              <a:rPr lang="zh-CN" altLang="en-US" sz="1600" dirty="0"/>
              <a:t>内，</a:t>
            </a:r>
            <a:r>
              <a:rPr lang="en-US" altLang="zh-CN" sz="1600" dirty="0"/>
              <a:t>v </a:t>
            </a:r>
            <a:r>
              <a:rPr lang="zh-CN" altLang="en-US" sz="1600" dirty="0"/>
              <a:t>尚未在 </a:t>
            </a:r>
            <a:r>
              <a:rPr lang="en-US" altLang="zh-CN" sz="1600" dirty="0" err="1"/>
              <a:t>Vr</a:t>
            </a:r>
            <a:r>
              <a:rPr lang="en-US" altLang="zh-CN" sz="1600" dirty="0"/>
              <a:t> </a:t>
            </a:r>
            <a:r>
              <a:rPr lang="zh-CN" altLang="en-US" sz="1600" dirty="0"/>
              <a:t>内；</a:t>
            </a:r>
            <a:endParaRPr lang="en-US" altLang="zh-CN" sz="1600" dirty="0"/>
          </a:p>
          <a:p>
            <a:pPr marL="800100" lvl="1" indent="-342900">
              <a:lnSpc>
                <a:spcPct val="150000"/>
              </a:lnSpc>
              <a:buClr>
                <a:schemeClr val="accent1"/>
              </a:buClr>
              <a:buFont typeface="+mj-lt"/>
              <a:buAutoNum type="arabicPeriod"/>
            </a:pPr>
            <a:r>
              <a:rPr lang="zh-CN" altLang="en-US" sz="1600" dirty="0"/>
              <a:t>检查边 </a:t>
            </a:r>
            <a:r>
              <a:rPr lang="en-US" altLang="zh-CN" sz="1600" dirty="0"/>
              <a:t>e </a:t>
            </a:r>
            <a:r>
              <a:rPr lang="zh-CN" altLang="en-US" sz="1600" dirty="0"/>
              <a:t>的类型是否在 </a:t>
            </a:r>
            <a:r>
              <a:rPr lang="en-US" altLang="zh-CN" sz="1600" dirty="0"/>
              <a:t>P</a:t>
            </a:r>
            <a:r>
              <a:rPr lang="en-US" altLang="zh-CN" sz="1100" dirty="0"/>
              <a:t>E</a:t>
            </a:r>
            <a:r>
              <a:rPr lang="en-US" altLang="zh-CN" sz="1600" dirty="0"/>
              <a:t> </a:t>
            </a:r>
            <a:r>
              <a:rPr lang="zh-CN" altLang="en-US" sz="1600" dirty="0"/>
              <a:t>内，以及尚未在 </a:t>
            </a:r>
            <a:r>
              <a:rPr lang="en-US" altLang="zh-CN" sz="1600" dirty="0" err="1"/>
              <a:t>Vr</a:t>
            </a:r>
            <a:r>
              <a:rPr lang="en-US" altLang="zh-CN" sz="1600" dirty="0"/>
              <a:t> </a:t>
            </a:r>
            <a:r>
              <a:rPr lang="zh-CN" altLang="en-US" sz="1600" dirty="0"/>
              <a:t>内的 </a:t>
            </a:r>
            <a:r>
              <a:rPr lang="en-US" altLang="zh-CN" sz="1600" dirty="0"/>
              <a:t>v </a:t>
            </a:r>
            <a:r>
              <a:rPr lang="zh-CN" altLang="en-US" sz="1600" dirty="0"/>
              <a:t>是否不在终止类型 </a:t>
            </a:r>
            <a:r>
              <a:rPr lang="en-US" altLang="zh-CN" sz="1600" dirty="0"/>
              <a:t>θ </a:t>
            </a:r>
            <a:r>
              <a:rPr lang="zh-CN" altLang="en-US" sz="1600" dirty="0"/>
              <a:t>中。</a:t>
            </a:r>
            <a:endParaRPr lang="en-US" altLang="zh-CN" sz="1600" dirty="0"/>
          </a:p>
        </p:txBody>
      </p:sp>
      <p:sp>
        <p:nvSpPr>
          <p:cNvPr id="12" name="blackboard_290719">
            <a:extLst>
              <a:ext uri="{FF2B5EF4-FFF2-40B4-BE49-F238E27FC236}">
                <a16:creationId xmlns:a16="http://schemas.microsoft.com/office/drawing/2014/main" id="{AF088626-665D-884B-8D85-CD1DA0F6FB12}"/>
              </a:ext>
            </a:extLst>
          </p:cNvPr>
          <p:cNvSpPr>
            <a:spLocks noChangeAspect="1"/>
          </p:cNvSpPr>
          <p:nvPr/>
        </p:nvSpPr>
        <p:spPr>
          <a:xfrm>
            <a:off x="11097695" y="1764857"/>
            <a:ext cx="360506" cy="360000"/>
          </a:xfrm>
          <a:custGeom>
            <a:avLst/>
            <a:gdLst>
              <a:gd name="connsiteX0" fmla="*/ 597741 w 607614"/>
              <a:gd name="connsiteY0" fmla="*/ 424733 h 606761"/>
              <a:gd name="connsiteX1" fmla="*/ 607614 w 607614"/>
              <a:gd name="connsiteY1" fmla="*/ 434593 h 606761"/>
              <a:gd name="connsiteX2" fmla="*/ 607614 w 607614"/>
              <a:gd name="connsiteY2" fmla="*/ 606761 h 606761"/>
              <a:gd name="connsiteX3" fmla="*/ 435215 w 607614"/>
              <a:gd name="connsiteY3" fmla="*/ 606761 h 606761"/>
              <a:gd name="connsiteX4" fmla="*/ 425342 w 607614"/>
              <a:gd name="connsiteY4" fmla="*/ 596901 h 606761"/>
              <a:gd name="connsiteX5" fmla="*/ 435215 w 607614"/>
              <a:gd name="connsiteY5" fmla="*/ 586283 h 606761"/>
              <a:gd name="connsiteX6" fmla="*/ 587109 w 607614"/>
              <a:gd name="connsiteY6" fmla="*/ 586283 h 606761"/>
              <a:gd name="connsiteX7" fmla="*/ 587109 w 607614"/>
              <a:gd name="connsiteY7" fmla="*/ 434593 h 606761"/>
              <a:gd name="connsiteX8" fmla="*/ 597741 w 607614"/>
              <a:gd name="connsiteY8" fmla="*/ 424733 h 606761"/>
              <a:gd name="connsiteX9" fmla="*/ 9873 w 607614"/>
              <a:gd name="connsiteY9" fmla="*/ 424733 h 606761"/>
              <a:gd name="connsiteX10" fmla="*/ 20505 w 607614"/>
              <a:gd name="connsiteY10" fmla="*/ 434593 h 606761"/>
              <a:gd name="connsiteX11" fmla="*/ 20505 w 607614"/>
              <a:gd name="connsiteY11" fmla="*/ 586283 h 606761"/>
              <a:gd name="connsiteX12" fmla="*/ 182268 w 607614"/>
              <a:gd name="connsiteY12" fmla="*/ 586283 h 606761"/>
              <a:gd name="connsiteX13" fmla="*/ 192141 w 607614"/>
              <a:gd name="connsiteY13" fmla="*/ 596901 h 606761"/>
              <a:gd name="connsiteX14" fmla="*/ 182268 w 607614"/>
              <a:gd name="connsiteY14" fmla="*/ 606761 h 606761"/>
              <a:gd name="connsiteX15" fmla="*/ 0 w 607614"/>
              <a:gd name="connsiteY15" fmla="*/ 606761 h 606761"/>
              <a:gd name="connsiteX16" fmla="*/ 0 w 607614"/>
              <a:gd name="connsiteY16" fmla="*/ 434593 h 606761"/>
              <a:gd name="connsiteX17" fmla="*/ 9873 w 607614"/>
              <a:gd name="connsiteY17" fmla="*/ 424733 h 606761"/>
              <a:gd name="connsiteX18" fmla="*/ 303807 w 607614"/>
              <a:gd name="connsiteY18" fmla="*/ 151690 h 606761"/>
              <a:gd name="connsiteX19" fmla="*/ 313679 w 607614"/>
              <a:gd name="connsiteY19" fmla="*/ 161550 h 606761"/>
              <a:gd name="connsiteX20" fmla="*/ 313679 w 607614"/>
              <a:gd name="connsiteY20" fmla="*/ 293521 h 606761"/>
              <a:gd name="connsiteX21" fmla="*/ 445808 w 607614"/>
              <a:gd name="connsiteY21" fmla="*/ 293521 h 606761"/>
              <a:gd name="connsiteX22" fmla="*/ 455680 w 607614"/>
              <a:gd name="connsiteY22" fmla="*/ 303381 h 606761"/>
              <a:gd name="connsiteX23" fmla="*/ 445808 w 607614"/>
              <a:gd name="connsiteY23" fmla="*/ 313241 h 606761"/>
              <a:gd name="connsiteX24" fmla="*/ 313679 w 607614"/>
              <a:gd name="connsiteY24" fmla="*/ 313241 h 606761"/>
              <a:gd name="connsiteX25" fmla="*/ 313679 w 607614"/>
              <a:gd name="connsiteY25" fmla="*/ 445211 h 606761"/>
              <a:gd name="connsiteX26" fmla="*/ 303807 w 607614"/>
              <a:gd name="connsiteY26" fmla="*/ 455071 h 606761"/>
              <a:gd name="connsiteX27" fmla="*/ 293935 w 607614"/>
              <a:gd name="connsiteY27" fmla="*/ 445211 h 606761"/>
              <a:gd name="connsiteX28" fmla="*/ 293935 w 607614"/>
              <a:gd name="connsiteY28" fmla="*/ 313241 h 606761"/>
              <a:gd name="connsiteX29" fmla="*/ 161806 w 607614"/>
              <a:gd name="connsiteY29" fmla="*/ 313241 h 606761"/>
              <a:gd name="connsiteX30" fmla="*/ 151934 w 607614"/>
              <a:gd name="connsiteY30" fmla="*/ 303381 h 606761"/>
              <a:gd name="connsiteX31" fmla="*/ 161806 w 607614"/>
              <a:gd name="connsiteY31" fmla="*/ 293521 h 606761"/>
              <a:gd name="connsiteX32" fmla="*/ 293935 w 607614"/>
              <a:gd name="connsiteY32" fmla="*/ 293521 h 606761"/>
              <a:gd name="connsiteX33" fmla="*/ 293935 w 607614"/>
              <a:gd name="connsiteY33" fmla="*/ 161550 h 606761"/>
              <a:gd name="connsiteX34" fmla="*/ 303807 w 607614"/>
              <a:gd name="connsiteY34" fmla="*/ 151690 h 606761"/>
              <a:gd name="connsiteX35" fmla="*/ 435215 w 607614"/>
              <a:gd name="connsiteY35" fmla="*/ 0 h 606761"/>
              <a:gd name="connsiteX36" fmla="*/ 607614 w 607614"/>
              <a:gd name="connsiteY36" fmla="*/ 0 h 606761"/>
              <a:gd name="connsiteX37" fmla="*/ 607614 w 607614"/>
              <a:gd name="connsiteY37" fmla="*/ 182037 h 606761"/>
              <a:gd name="connsiteX38" fmla="*/ 597741 w 607614"/>
              <a:gd name="connsiteY38" fmla="*/ 191897 h 606761"/>
              <a:gd name="connsiteX39" fmla="*/ 587109 w 607614"/>
              <a:gd name="connsiteY39" fmla="*/ 182037 h 606761"/>
              <a:gd name="connsiteX40" fmla="*/ 587109 w 607614"/>
              <a:gd name="connsiteY40" fmla="*/ 20479 h 606761"/>
              <a:gd name="connsiteX41" fmla="*/ 435215 w 607614"/>
              <a:gd name="connsiteY41" fmla="*/ 20479 h 606761"/>
              <a:gd name="connsiteX42" fmla="*/ 425342 w 607614"/>
              <a:gd name="connsiteY42" fmla="*/ 9860 h 606761"/>
              <a:gd name="connsiteX43" fmla="*/ 435215 w 607614"/>
              <a:gd name="connsiteY43" fmla="*/ 0 h 606761"/>
              <a:gd name="connsiteX44" fmla="*/ 0 w 607614"/>
              <a:gd name="connsiteY44" fmla="*/ 0 h 606761"/>
              <a:gd name="connsiteX45" fmla="*/ 182268 w 607614"/>
              <a:gd name="connsiteY45" fmla="*/ 0 h 606761"/>
              <a:gd name="connsiteX46" fmla="*/ 192141 w 607614"/>
              <a:gd name="connsiteY46" fmla="*/ 9860 h 606761"/>
              <a:gd name="connsiteX47" fmla="*/ 182268 w 607614"/>
              <a:gd name="connsiteY47" fmla="*/ 20479 h 606761"/>
              <a:gd name="connsiteX48" fmla="*/ 20505 w 607614"/>
              <a:gd name="connsiteY48" fmla="*/ 20479 h 606761"/>
              <a:gd name="connsiteX49" fmla="*/ 20505 w 607614"/>
              <a:gd name="connsiteY49" fmla="*/ 182037 h 606761"/>
              <a:gd name="connsiteX50" fmla="*/ 9873 w 607614"/>
              <a:gd name="connsiteY50" fmla="*/ 191897 h 606761"/>
              <a:gd name="connsiteX51" fmla="*/ 0 w 607614"/>
              <a:gd name="connsiteY51" fmla="*/ 182037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606761">
                <a:moveTo>
                  <a:pt x="597741" y="424733"/>
                </a:moveTo>
                <a:cubicBezTo>
                  <a:pt x="603057" y="424733"/>
                  <a:pt x="607614" y="429284"/>
                  <a:pt x="607614" y="434593"/>
                </a:cubicBezTo>
                <a:lnTo>
                  <a:pt x="607614" y="606761"/>
                </a:lnTo>
                <a:lnTo>
                  <a:pt x="435215" y="606761"/>
                </a:lnTo>
                <a:cubicBezTo>
                  <a:pt x="429899" y="606761"/>
                  <a:pt x="425342" y="602211"/>
                  <a:pt x="425342" y="596901"/>
                </a:cubicBezTo>
                <a:cubicBezTo>
                  <a:pt x="425342" y="590834"/>
                  <a:pt x="429899" y="586283"/>
                  <a:pt x="435215" y="586283"/>
                </a:cubicBezTo>
                <a:lnTo>
                  <a:pt x="587109" y="586283"/>
                </a:lnTo>
                <a:lnTo>
                  <a:pt x="587109" y="434593"/>
                </a:lnTo>
                <a:cubicBezTo>
                  <a:pt x="587109" y="429284"/>
                  <a:pt x="591665" y="424733"/>
                  <a:pt x="597741" y="424733"/>
                </a:cubicBezTo>
                <a:close/>
                <a:moveTo>
                  <a:pt x="9873" y="424733"/>
                </a:moveTo>
                <a:cubicBezTo>
                  <a:pt x="15948" y="424733"/>
                  <a:pt x="20505" y="429284"/>
                  <a:pt x="20505" y="434593"/>
                </a:cubicBezTo>
                <a:lnTo>
                  <a:pt x="20505" y="586283"/>
                </a:lnTo>
                <a:lnTo>
                  <a:pt x="182268" y="586283"/>
                </a:lnTo>
                <a:cubicBezTo>
                  <a:pt x="187585" y="586283"/>
                  <a:pt x="192141" y="590834"/>
                  <a:pt x="192141" y="596901"/>
                </a:cubicBezTo>
                <a:cubicBezTo>
                  <a:pt x="192141" y="602211"/>
                  <a:pt x="187585" y="606761"/>
                  <a:pt x="182268" y="606761"/>
                </a:cubicBezTo>
                <a:lnTo>
                  <a:pt x="0" y="606761"/>
                </a:lnTo>
                <a:lnTo>
                  <a:pt x="0" y="434593"/>
                </a:lnTo>
                <a:cubicBezTo>
                  <a:pt x="0" y="429284"/>
                  <a:pt x="4556" y="424733"/>
                  <a:pt x="9873" y="424733"/>
                </a:cubicBezTo>
                <a:close/>
                <a:moveTo>
                  <a:pt x="303807" y="151690"/>
                </a:moveTo>
                <a:cubicBezTo>
                  <a:pt x="309123" y="151690"/>
                  <a:pt x="313679" y="156241"/>
                  <a:pt x="313679" y="161550"/>
                </a:cubicBezTo>
                <a:lnTo>
                  <a:pt x="313679" y="293521"/>
                </a:lnTo>
                <a:lnTo>
                  <a:pt x="445808" y="293521"/>
                </a:lnTo>
                <a:cubicBezTo>
                  <a:pt x="451124" y="293521"/>
                  <a:pt x="455680" y="298072"/>
                  <a:pt x="455680" y="303381"/>
                </a:cubicBezTo>
                <a:cubicBezTo>
                  <a:pt x="455680" y="308690"/>
                  <a:pt x="451124" y="313241"/>
                  <a:pt x="445808" y="313241"/>
                </a:cubicBezTo>
                <a:lnTo>
                  <a:pt x="313679" y="313241"/>
                </a:lnTo>
                <a:lnTo>
                  <a:pt x="313679" y="445211"/>
                </a:lnTo>
                <a:cubicBezTo>
                  <a:pt x="313679" y="450521"/>
                  <a:pt x="309123" y="455071"/>
                  <a:pt x="303807" y="455071"/>
                </a:cubicBezTo>
                <a:cubicBezTo>
                  <a:pt x="298492" y="455071"/>
                  <a:pt x="293935" y="450521"/>
                  <a:pt x="293935" y="445211"/>
                </a:cubicBezTo>
                <a:lnTo>
                  <a:pt x="293935" y="313241"/>
                </a:lnTo>
                <a:lnTo>
                  <a:pt x="161806" y="313241"/>
                </a:lnTo>
                <a:cubicBezTo>
                  <a:pt x="156490" y="313241"/>
                  <a:pt x="151934" y="308690"/>
                  <a:pt x="151934" y="303381"/>
                </a:cubicBezTo>
                <a:cubicBezTo>
                  <a:pt x="151934" y="298072"/>
                  <a:pt x="156490" y="293521"/>
                  <a:pt x="161806" y="293521"/>
                </a:cubicBezTo>
                <a:lnTo>
                  <a:pt x="293935" y="293521"/>
                </a:lnTo>
                <a:lnTo>
                  <a:pt x="293935" y="161550"/>
                </a:lnTo>
                <a:cubicBezTo>
                  <a:pt x="293935" y="156241"/>
                  <a:pt x="298492" y="151690"/>
                  <a:pt x="303807" y="151690"/>
                </a:cubicBezTo>
                <a:close/>
                <a:moveTo>
                  <a:pt x="435215" y="0"/>
                </a:moveTo>
                <a:lnTo>
                  <a:pt x="607614" y="0"/>
                </a:lnTo>
                <a:lnTo>
                  <a:pt x="607614" y="182037"/>
                </a:lnTo>
                <a:cubicBezTo>
                  <a:pt x="607614" y="187346"/>
                  <a:pt x="603057" y="191897"/>
                  <a:pt x="597741" y="191897"/>
                </a:cubicBezTo>
                <a:cubicBezTo>
                  <a:pt x="591665" y="191897"/>
                  <a:pt x="587109" y="187346"/>
                  <a:pt x="587109" y="182037"/>
                </a:cubicBezTo>
                <a:lnTo>
                  <a:pt x="587109" y="20479"/>
                </a:lnTo>
                <a:lnTo>
                  <a:pt x="435215" y="20479"/>
                </a:lnTo>
                <a:cubicBezTo>
                  <a:pt x="429899" y="20479"/>
                  <a:pt x="425342" y="15928"/>
                  <a:pt x="425342" y="9860"/>
                </a:cubicBezTo>
                <a:cubicBezTo>
                  <a:pt x="425342" y="4551"/>
                  <a:pt x="429899" y="0"/>
                  <a:pt x="435215" y="0"/>
                </a:cubicBezTo>
                <a:close/>
                <a:moveTo>
                  <a:pt x="0" y="0"/>
                </a:moveTo>
                <a:lnTo>
                  <a:pt x="182268" y="0"/>
                </a:lnTo>
                <a:cubicBezTo>
                  <a:pt x="187585" y="0"/>
                  <a:pt x="192141" y="4551"/>
                  <a:pt x="192141" y="9860"/>
                </a:cubicBezTo>
                <a:cubicBezTo>
                  <a:pt x="192141" y="15928"/>
                  <a:pt x="187585" y="20479"/>
                  <a:pt x="182268" y="20479"/>
                </a:cubicBezTo>
                <a:lnTo>
                  <a:pt x="20505" y="20479"/>
                </a:lnTo>
                <a:lnTo>
                  <a:pt x="20505" y="182037"/>
                </a:lnTo>
                <a:cubicBezTo>
                  <a:pt x="20505" y="187346"/>
                  <a:pt x="15948" y="191897"/>
                  <a:pt x="9873" y="191897"/>
                </a:cubicBezTo>
                <a:cubicBezTo>
                  <a:pt x="4556" y="191897"/>
                  <a:pt x="0" y="187346"/>
                  <a:pt x="0" y="1820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accent1"/>
              </a:solidFill>
            </a:endParaRPr>
          </a:p>
        </p:txBody>
      </p:sp>
    </p:spTree>
    <p:extLst>
      <p:ext uri="{BB962C8B-B14F-4D97-AF65-F5344CB8AC3E}">
        <p14:creationId xmlns:p14="http://schemas.microsoft.com/office/powerpoint/2010/main" val="405772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121F9-19B6-3B87-1B73-7E84C14425C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EF952D3-ED85-4C6D-626D-A25613351D14}"/>
              </a:ext>
            </a:extLst>
          </p:cNvPr>
          <p:cNvSpPr/>
          <p:nvPr/>
        </p:nvSpPr>
        <p:spPr>
          <a:xfrm>
            <a:off x="832981" y="2115323"/>
            <a:ext cx="4077221" cy="29835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87CCE2E5-C7F2-1FDA-261E-0E7E0ABD54C4}"/>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748FEE5-8FEE-7774-A74A-A1B7C3CB8B72}"/>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CDB1A4BB-29CD-5D52-D316-C6C3BD552551}"/>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BFE00549-19B2-B2B3-7A54-EFAC86E10380}"/>
              </a:ext>
            </a:extLst>
          </p:cNvPr>
          <p:cNvSpPr>
            <a:spLocks noGrp="1"/>
          </p:cNvSpPr>
          <p:nvPr>
            <p:ph type="sldNum" sz="quarter" idx="12"/>
          </p:nvPr>
        </p:nvSpPr>
        <p:spPr/>
        <p:txBody>
          <a:bodyPr/>
          <a:lstStyle/>
          <a:p>
            <a:fld id="{85D2FA34-3331-43EB-8D25-5E71EBC8F04D}" type="slidenum">
              <a:rPr lang="zh-CN" altLang="en-US" smtClean="0"/>
              <a:t>11</a:t>
            </a:fld>
            <a:endParaRPr lang="zh-CN" altLang="en-US"/>
          </a:p>
        </p:txBody>
      </p:sp>
      <p:pic>
        <p:nvPicPr>
          <p:cNvPr id="6" name="图片 5">
            <a:extLst>
              <a:ext uri="{FF2B5EF4-FFF2-40B4-BE49-F238E27FC236}">
                <a16:creationId xmlns:a16="http://schemas.microsoft.com/office/drawing/2014/main" id="{AAEA97F1-5034-C1CF-E90A-61F33A535A4A}"/>
              </a:ext>
            </a:extLst>
          </p:cNvPr>
          <p:cNvPicPr>
            <a:picLocks noChangeAspect="1"/>
          </p:cNvPicPr>
          <p:nvPr/>
        </p:nvPicPr>
        <p:blipFill>
          <a:blip r:embed="rId2"/>
          <a:stretch>
            <a:fillRect/>
          </a:stretch>
        </p:blipFill>
        <p:spPr>
          <a:xfrm>
            <a:off x="703319" y="2013350"/>
            <a:ext cx="4031527" cy="28688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a:extLst>
              <a:ext uri="{FF2B5EF4-FFF2-40B4-BE49-F238E27FC236}">
                <a16:creationId xmlns:a16="http://schemas.microsoft.com/office/drawing/2014/main" id="{9EC4125B-007E-9ED1-0191-7F644197B1FD}"/>
              </a:ext>
            </a:extLst>
          </p:cNvPr>
          <p:cNvSpPr txBox="1"/>
          <p:nvPr/>
        </p:nvSpPr>
        <p:spPr>
          <a:xfrm>
            <a:off x="5462837" y="1384775"/>
            <a:ext cx="1926002" cy="430887"/>
          </a:xfrm>
          <a:prstGeom prst="rect">
            <a:avLst/>
          </a:prstGeom>
          <a:noFill/>
        </p:spPr>
        <p:txBody>
          <a:bodyPr wrap="square" rtlCol="0">
            <a:spAutoFit/>
          </a:bodyPr>
          <a:lstStyle/>
          <a:p>
            <a:r>
              <a:rPr lang="zh-CN" altLang="en-US" sz="2200" b="1" dirty="0">
                <a:solidFill>
                  <a:schemeClr val="accent1"/>
                </a:solidFill>
                <a:latin typeface="+mj-ea"/>
                <a:ea typeface="+mj-ea"/>
              </a:rPr>
              <a:t>区域子图编码</a:t>
            </a:r>
          </a:p>
        </p:txBody>
      </p:sp>
      <p:cxnSp>
        <p:nvCxnSpPr>
          <p:cNvPr id="8" name="直接连接符 7">
            <a:extLst>
              <a:ext uri="{FF2B5EF4-FFF2-40B4-BE49-F238E27FC236}">
                <a16:creationId xmlns:a16="http://schemas.microsoft.com/office/drawing/2014/main" id="{8FD4DD2A-EDFE-DAAA-2FCA-9293D28A9FE7}"/>
              </a:ext>
            </a:extLst>
          </p:cNvPr>
          <p:cNvCxnSpPr>
            <a:cxnSpLocks/>
          </p:cNvCxnSpPr>
          <p:nvPr/>
        </p:nvCxnSpPr>
        <p:spPr>
          <a:xfrm>
            <a:off x="5462837" y="1859029"/>
            <a:ext cx="5704116"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1B22F66-17D9-8780-296F-EC29B77EF04F}"/>
              </a:ext>
            </a:extLst>
          </p:cNvPr>
          <p:cNvSpPr txBox="1"/>
          <p:nvPr/>
        </p:nvSpPr>
        <p:spPr>
          <a:xfrm>
            <a:off x="5462837" y="2010350"/>
            <a:ext cx="5654012" cy="4223913"/>
          </a:xfrm>
          <a:prstGeom prst="rect">
            <a:avLst/>
          </a:prstGeom>
          <a:noFill/>
        </p:spPr>
        <p:txBody>
          <a:bodyPr wrap="square" rtlCol="0">
            <a:spAutoFit/>
          </a:bodyPr>
          <a:lstStyle/>
          <a:p>
            <a:pPr>
              <a:lnSpc>
                <a:spcPct val="130000"/>
              </a:lnSpc>
              <a:buClr>
                <a:schemeClr val="accent1"/>
              </a:buClr>
            </a:pPr>
            <a:r>
              <a:rPr lang="zh-CN" altLang="en-US" sz="1600" dirty="0"/>
              <a:t>采用异构图编码器 </a:t>
            </a:r>
            <a:r>
              <a:rPr lang="en-US" altLang="zh-CN" sz="1600" dirty="0" err="1"/>
              <a:t>gEnc</a:t>
            </a:r>
            <a:r>
              <a:rPr lang="en-US" altLang="zh-CN" sz="1600" dirty="0"/>
              <a:t>(·) </a:t>
            </a:r>
            <a:r>
              <a:rPr lang="zh-CN" altLang="en-US" sz="1600" dirty="0"/>
              <a:t>来将子图转化为子图上下文嵌入，</a:t>
            </a:r>
            <a:r>
              <a:rPr lang="zh-CN" altLang="en-US" sz="1600" dirty="0">
                <a:effectLst/>
              </a:rPr>
              <a:t>编码器选择 </a:t>
            </a:r>
            <a:r>
              <a:rPr lang="en-US" altLang="zh-CN" sz="1600" dirty="0">
                <a:effectLst/>
              </a:rPr>
              <a:t>HGT [17] </a:t>
            </a:r>
            <a:r>
              <a:rPr lang="zh-CN" altLang="en-US" sz="1600" dirty="0">
                <a:effectLst/>
              </a:rPr>
              <a:t>作为子图节点编码器</a:t>
            </a:r>
          </a:p>
          <a:p>
            <a:pPr>
              <a:lnSpc>
                <a:spcPct val="130000"/>
              </a:lnSpc>
              <a:buClr>
                <a:schemeClr val="accent1"/>
              </a:buClr>
            </a:pPr>
            <a:endParaRPr lang="en-US" altLang="zh-CN" sz="1600" dirty="0"/>
          </a:p>
          <a:p>
            <a:pPr marL="342900" indent="-342900">
              <a:lnSpc>
                <a:spcPct val="130000"/>
              </a:lnSpc>
              <a:buClr>
                <a:schemeClr val="accent1"/>
              </a:buClr>
              <a:buFont typeface="+mj-lt"/>
              <a:buAutoNum type="arabicPeriod"/>
            </a:pPr>
            <a:r>
              <a:rPr lang="zh-CN" altLang="en-US" sz="1600" dirty="0"/>
              <a:t>先获取子图每个节点的嵌入</a:t>
            </a:r>
            <a:endParaRPr lang="en-US" altLang="zh-CN" sz="1600" dirty="0"/>
          </a:p>
          <a:p>
            <a:pPr marL="342900" indent="-342900">
              <a:lnSpc>
                <a:spcPct val="130000"/>
              </a:lnSpc>
              <a:buClr>
                <a:schemeClr val="accent1"/>
              </a:buClr>
              <a:buFont typeface="+mj-lt"/>
              <a:buAutoNum type="arabicPeriod"/>
            </a:pPr>
            <a:r>
              <a:rPr lang="zh-CN" altLang="en-US" sz="1600" dirty="0">
                <a:effectLst/>
              </a:rPr>
              <a:t>通过两步聚集，进一步获取每个子图的图级嵌入</a:t>
            </a:r>
            <a:endParaRPr lang="en-US" altLang="zh-CN" sz="1600" dirty="0">
              <a:effectLst/>
            </a:endParaRPr>
          </a:p>
          <a:p>
            <a:pPr marL="800100" lvl="1" indent="-342900">
              <a:lnSpc>
                <a:spcPct val="130000"/>
              </a:lnSpc>
              <a:buClr>
                <a:schemeClr val="accent1"/>
              </a:buClr>
              <a:buFont typeface="+mj-lt"/>
              <a:buAutoNum type="alphaLcPeriod"/>
            </a:pPr>
            <a:r>
              <a:rPr lang="zh-CN" altLang="en-US" sz="1600" dirty="0">
                <a:effectLst/>
              </a:rPr>
              <a:t>使用 </a:t>
            </a:r>
            <a:r>
              <a:rPr lang="en-US" altLang="zh-CN" sz="1600" dirty="0">
                <a:effectLst/>
              </a:rPr>
              <a:t>SUM(·) </a:t>
            </a:r>
            <a:r>
              <a:rPr lang="zh-CN" altLang="en-US" sz="1600" dirty="0">
                <a:effectLst/>
              </a:rPr>
              <a:t>函数聚集相同类型节点的表征，以整合实体数量对表征的影响，得到节点</a:t>
            </a:r>
            <a:r>
              <a:rPr lang="en-US" altLang="zh-CN" sz="1600" dirty="0">
                <a:effectLst/>
              </a:rPr>
              <a:t>-</a:t>
            </a:r>
            <a:r>
              <a:rPr lang="zh-CN" altLang="en-US" sz="1600" dirty="0">
                <a:effectLst/>
              </a:rPr>
              <a:t>类型嵌入：</a:t>
            </a:r>
            <a:endParaRPr lang="en-US" altLang="zh-CN" sz="1600" dirty="0">
              <a:effectLst/>
            </a:endParaRPr>
          </a:p>
          <a:p>
            <a:pPr marL="800100" lvl="1" indent="-342900">
              <a:lnSpc>
                <a:spcPct val="130000"/>
              </a:lnSpc>
              <a:buClr>
                <a:schemeClr val="accent1"/>
              </a:buClr>
              <a:buFont typeface="+mj-lt"/>
              <a:buAutoNum type="alphaLcPeriod"/>
            </a:pPr>
            <a:endParaRPr lang="en-US" altLang="zh-CN" sz="1600" dirty="0"/>
          </a:p>
          <a:p>
            <a:pPr marL="800100" lvl="1" indent="-342900">
              <a:lnSpc>
                <a:spcPct val="130000"/>
              </a:lnSpc>
              <a:buClr>
                <a:schemeClr val="accent1"/>
              </a:buClr>
              <a:buFont typeface="+mj-lt"/>
              <a:buAutoNum type="alphaLcPeriod"/>
            </a:pPr>
            <a:endParaRPr lang="en-US" altLang="zh-CN" sz="1600" dirty="0">
              <a:effectLst/>
            </a:endParaRPr>
          </a:p>
          <a:p>
            <a:pPr marL="800100" lvl="1" indent="-342900">
              <a:lnSpc>
                <a:spcPct val="130000"/>
              </a:lnSpc>
              <a:buClr>
                <a:schemeClr val="accent1"/>
              </a:buClr>
              <a:buFont typeface="+mj-lt"/>
              <a:buAutoNum type="alphaLcPeriod"/>
            </a:pPr>
            <a:endParaRPr lang="en-US" altLang="zh-CN" sz="1600" dirty="0"/>
          </a:p>
          <a:p>
            <a:pPr marL="800100" lvl="1" indent="-342900">
              <a:lnSpc>
                <a:spcPct val="130000"/>
              </a:lnSpc>
              <a:buClr>
                <a:schemeClr val="accent1"/>
              </a:buClr>
              <a:buFont typeface="+mj-lt"/>
              <a:buAutoNum type="alphaLcPeriod"/>
            </a:pPr>
            <a:r>
              <a:rPr lang="zh-CN" altLang="en-US" sz="1600" dirty="0">
                <a:effectLst/>
              </a:rPr>
              <a:t>拼接</a:t>
            </a:r>
            <a:r>
              <a:rPr lang="zh-CN" altLang="en-US" sz="1600" dirty="0"/>
              <a:t>所有节点</a:t>
            </a:r>
            <a:r>
              <a:rPr lang="en-US" altLang="zh-CN" sz="1600" dirty="0"/>
              <a:t>-</a:t>
            </a:r>
            <a:r>
              <a:rPr lang="zh-CN" altLang="en-US" sz="1600" dirty="0"/>
              <a:t>类型表征，并使用线性层对它们进行编码</a:t>
            </a:r>
            <a:endParaRPr lang="zh-CN" altLang="en-US" sz="1600" dirty="0">
              <a:effectLst/>
            </a:endParaRPr>
          </a:p>
          <a:p>
            <a:pPr>
              <a:lnSpc>
                <a:spcPct val="130000"/>
              </a:lnSpc>
              <a:buClr>
                <a:schemeClr val="accent1"/>
              </a:buClr>
            </a:pPr>
            <a:endParaRPr lang="en-US" altLang="zh-CN" sz="1600" dirty="0"/>
          </a:p>
        </p:txBody>
      </p:sp>
      <p:pic>
        <p:nvPicPr>
          <p:cNvPr id="1026" name="Picture 2">
            <a:extLst>
              <a:ext uri="{FF2B5EF4-FFF2-40B4-BE49-F238E27FC236}">
                <a16:creationId xmlns:a16="http://schemas.microsoft.com/office/drawing/2014/main" id="{E3DA1D8F-91E2-E86D-BCD8-9D4C3970E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5838" y="4395088"/>
            <a:ext cx="3171535" cy="70379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0716A4C3-79EC-5689-708D-3FF9D8EA97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8898" y="5942882"/>
            <a:ext cx="3038475" cy="70485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E494519-1EAA-C192-0E70-38F3DAF690B5}"/>
              </a:ext>
            </a:extLst>
          </p:cNvPr>
          <p:cNvSpPr txBox="1"/>
          <p:nvPr/>
        </p:nvSpPr>
        <p:spPr>
          <a:xfrm>
            <a:off x="357170" y="5564530"/>
            <a:ext cx="5162033" cy="730777"/>
          </a:xfrm>
          <a:prstGeom prst="rect">
            <a:avLst/>
          </a:prstGeom>
          <a:noFill/>
        </p:spPr>
        <p:txBody>
          <a:bodyPr wrap="square">
            <a:spAutoFit/>
          </a:bodyPr>
          <a:lstStyle/>
          <a:p>
            <a:pPr marL="285750" indent="-285750">
              <a:lnSpc>
                <a:spcPct val="120000"/>
              </a:lnSpc>
              <a:buClr>
                <a:schemeClr val="accent1"/>
              </a:buClr>
              <a:buFont typeface="Wingdings" panose="05000000000000000000" pitchFamily="2" charset="2"/>
              <a:buChar char="p"/>
              <a:defRPr/>
            </a:pPr>
            <a:r>
              <a:rPr kumimoji="0" lang="zh-CN" altLang="en-US" sz="1800" b="0" i="0" u="none" strike="noStrike" kern="1200" cap="none" spc="0" normalizeH="0" baseline="0" noProof="0" dirty="0">
                <a:ln>
                  <a:noFill/>
                </a:ln>
                <a:effectLst/>
                <a:uLnTx/>
                <a:uFillTx/>
                <a:latin typeface="+mn-ea"/>
                <a:cs typeface="+mn-cs"/>
              </a:rPr>
              <a:t>输入</a:t>
            </a:r>
            <a:r>
              <a:rPr lang="zh-CN" altLang="en-US" dirty="0">
                <a:latin typeface="+mn-ea"/>
              </a:rPr>
              <a:t>：</a:t>
            </a:r>
            <a:r>
              <a:rPr lang="en-US" altLang="zh-CN" dirty="0" err="1">
                <a:latin typeface="+mn-ea"/>
              </a:rPr>
              <a:t>TransR</a:t>
            </a:r>
            <a:r>
              <a:rPr lang="zh-CN" altLang="en-US" dirty="0">
                <a:latin typeface="+mn-ea"/>
              </a:rPr>
              <a:t>生成的全局初始嵌入（区域子图）</a:t>
            </a:r>
            <a:endParaRPr lang="en-US" altLang="zh-CN" dirty="0">
              <a:latin typeface="+mn-ea"/>
            </a:endParaRPr>
          </a:p>
          <a:p>
            <a:pPr marL="285750" indent="-285750">
              <a:lnSpc>
                <a:spcPct val="120000"/>
              </a:lnSpc>
              <a:buClr>
                <a:schemeClr val="accent1"/>
              </a:buClr>
              <a:buFont typeface="Wingdings" panose="05000000000000000000" pitchFamily="2" charset="2"/>
              <a:buChar char="p"/>
              <a:defRPr/>
            </a:pPr>
            <a:r>
              <a:rPr lang="zh-CN" altLang="en-US" dirty="0"/>
              <a:t>输出：子图的上下文嵌入</a:t>
            </a:r>
            <a:endParaRPr lang="en-US" altLang="zh-CN" dirty="0"/>
          </a:p>
        </p:txBody>
      </p:sp>
    </p:spTree>
    <p:extLst>
      <p:ext uri="{BB962C8B-B14F-4D97-AF65-F5344CB8AC3E}">
        <p14:creationId xmlns:p14="http://schemas.microsoft.com/office/powerpoint/2010/main" val="3923266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2775F-104A-5382-BDAE-85DBA1E0BA96}"/>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C63EE56-8E03-E486-342A-DE7140A6EBC9}"/>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54364B0-AAEA-28BB-AA7B-63BCECD113BB}"/>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A2F1C1FE-2A4F-3586-9178-F190D67602FF}"/>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1BEE9D16-A3DF-B360-9F3B-BAD878F0FFF1}"/>
              </a:ext>
            </a:extLst>
          </p:cNvPr>
          <p:cNvSpPr>
            <a:spLocks noGrp="1"/>
          </p:cNvSpPr>
          <p:nvPr>
            <p:ph type="sldNum" sz="quarter" idx="12"/>
          </p:nvPr>
        </p:nvSpPr>
        <p:spPr/>
        <p:txBody>
          <a:bodyPr/>
          <a:lstStyle/>
          <a:p>
            <a:fld id="{85D2FA34-3331-43EB-8D25-5E71EBC8F04D}" type="slidenum">
              <a:rPr lang="zh-CN" altLang="en-US" smtClean="0"/>
              <a:t>12</a:t>
            </a:fld>
            <a:endParaRPr lang="zh-CN" altLang="en-US"/>
          </a:p>
        </p:txBody>
      </p:sp>
      <p:pic>
        <p:nvPicPr>
          <p:cNvPr id="4" name="图片 3">
            <a:extLst>
              <a:ext uri="{FF2B5EF4-FFF2-40B4-BE49-F238E27FC236}">
                <a16:creationId xmlns:a16="http://schemas.microsoft.com/office/drawing/2014/main" id="{83D46A79-1C72-8A72-94D6-0B3C05920A1A}"/>
              </a:ext>
            </a:extLst>
          </p:cNvPr>
          <p:cNvPicPr>
            <a:picLocks noChangeAspect="1"/>
          </p:cNvPicPr>
          <p:nvPr/>
        </p:nvPicPr>
        <p:blipFill>
          <a:blip r:embed="rId2"/>
          <a:stretch>
            <a:fillRect/>
          </a:stretch>
        </p:blipFill>
        <p:spPr>
          <a:xfrm>
            <a:off x="2164734" y="1052409"/>
            <a:ext cx="7862532" cy="25642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文本框 4">
            <a:extLst>
              <a:ext uri="{FF2B5EF4-FFF2-40B4-BE49-F238E27FC236}">
                <a16:creationId xmlns:a16="http://schemas.microsoft.com/office/drawing/2014/main" id="{4784ACD2-A22B-C014-854D-4F36E443AD7F}"/>
              </a:ext>
            </a:extLst>
          </p:cNvPr>
          <p:cNvSpPr txBox="1"/>
          <p:nvPr/>
        </p:nvSpPr>
        <p:spPr>
          <a:xfrm>
            <a:off x="516409" y="3796486"/>
            <a:ext cx="2270632" cy="430887"/>
          </a:xfrm>
          <a:prstGeom prst="rect">
            <a:avLst/>
          </a:prstGeom>
          <a:noFill/>
        </p:spPr>
        <p:txBody>
          <a:bodyPr wrap="square" rtlCol="0">
            <a:spAutoFit/>
          </a:bodyPr>
          <a:lstStyle/>
          <a:p>
            <a:r>
              <a:rPr lang="zh-CN" altLang="en-US" sz="2200" b="1" dirty="0">
                <a:solidFill>
                  <a:schemeClr val="accent1"/>
                </a:solidFill>
                <a:latin typeface="+mj-ea"/>
                <a:ea typeface="+mj-ea"/>
              </a:rPr>
              <a:t>多视图表征学习</a:t>
            </a:r>
          </a:p>
        </p:txBody>
      </p:sp>
      <p:cxnSp>
        <p:nvCxnSpPr>
          <p:cNvPr id="6" name="直接连接符 5">
            <a:extLst>
              <a:ext uri="{FF2B5EF4-FFF2-40B4-BE49-F238E27FC236}">
                <a16:creationId xmlns:a16="http://schemas.microsoft.com/office/drawing/2014/main" id="{C7416301-E6D7-B5F9-A41A-578DEC2E934A}"/>
              </a:ext>
            </a:extLst>
          </p:cNvPr>
          <p:cNvCxnSpPr>
            <a:cxnSpLocks/>
          </p:cNvCxnSpPr>
          <p:nvPr/>
        </p:nvCxnSpPr>
        <p:spPr>
          <a:xfrm>
            <a:off x="516409" y="4270740"/>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E1D0F00-E5F3-8229-D63B-6276A4C1E663}"/>
              </a:ext>
            </a:extLst>
          </p:cNvPr>
          <p:cNvSpPr txBox="1"/>
          <p:nvPr/>
        </p:nvSpPr>
        <p:spPr>
          <a:xfrm>
            <a:off x="603766" y="4407212"/>
            <a:ext cx="10619555" cy="1650901"/>
          </a:xfrm>
          <a:prstGeom prst="rect">
            <a:avLst/>
          </a:prstGeom>
          <a:noFill/>
        </p:spPr>
        <p:txBody>
          <a:bodyPr wrap="square" rtlCol="0">
            <a:spAutoFit/>
          </a:bodyPr>
          <a:lstStyle/>
          <a:p>
            <a:pPr>
              <a:lnSpc>
                <a:spcPct val="200000"/>
              </a:lnSpc>
              <a:buClr>
                <a:schemeClr val="accent1"/>
              </a:buClr>
              <a:defRPr/>
            </a:pPr>
            <a:r>
              <a:rPr lang="zh-CN" altLang="en-US" sz="1600" dirty="0"/>
              <a:t>使用空间邻近性、区域卫星图像、区域交通信息来学习区域表征</a:t>
            </a:r>
            <a:endParaRPr lang="en-US" altLang="zh-CN" sz="1600" dirty="0"/>
          </a:p>
          <a:p>
            <a:pPr marL="342900" indent="-342900">
              <a:lnSpc>
                <a:spcPct val="150000"/>
              </a:lnSpc>
              <a:buClr>
                <a:schemeClr val="accent1"/>
              </a:buClr>
              <a:buFont typeface="+mj-lt"/>
              <a:buAutoNum type="arabicPeriod"/>
              <a:defRPr/>
            </a:pPr>
            <a:r>
              <a:rPr lang="zh-CN" altLang="en-US" sz="1600" dirty="0"/>
              <a:t>采用三元组网络来</a:t>
            </a:r>
            <a:r>
              <a:rPr lang="zh-CN" altLang="en-US" sz="1600" b="1" dirty="0"/>
              <a:t>捕获空间邻近性</a:t>
            </a:r>
            <a:endParaRPr lang="en-US" altLang="zh-CN" sz="1600" b="1" dirty="0"/>
          </a:p>
          <a:p>
            <a:pPr marL="342900" indent="-342900">
              <a:lnSpc>
                <a:spcPct val="150000"/>
              </a:lnSpc>
              <a:buClr>
                <a:schemeClr val="accent1"/>
              </a:buClr>
              <a:buFont typeface="+mj-lt"/>
              <a:buAutoNum type="arabicPeriod"/>
              <a:defRPr/>
            </a:pPr>
            <a:r>
              <a:rPr lang="zh-CN" altLang="en-US" sz="1600" dirty="0"/>
              <a:t>采用预训练的视觉模型来提取区域卫星图像的</a:t>
            </a:r>
            <a:r>
              <a:rPr lang="zh-CN" altLang="en-US" sz="1600" b="1" dirty="0"/>
              <a:t>视觉特征</a:t>
            </a:r>
            <a:endParaRPr lang="en-US" altLang="zh-CN" sz="1600" b="1" dirty="0"/>
          </a:p>
          <a:p>
            <a:pPr marL="342900" indent="-342900">
              <a:lnSpc>
                <a:spcPct val="150000"/>
              </a:lnSpc>
              <a:buClr>
                <a:schemeClr val="accent1"/>
              </a:buClr>
              <a:buFont typeface="+mj-lt"/>
              <a:buAutoNum type="arabicPeriod"/>
              <a:defRPr/>
            </a:pPr>
            <a:r>
              <a:rPr lang="zh-CN" altLang="en-US" sz="1600" dirty="0"/>
              <a:t>使用编码器（文中没提到）进行</a:t>
            </a:r>
            <a:r>
              <a:rPr lang="zh-CN" altLang="en-US" sz="1600" b="1" dirty="0"/>
              <a:t>人流量编码</a:t>
            </a:r>
          </a:p>
        </p:txBody>
      </p:sp>
      <p:sp>
        <p:nvSpPr>
          <p:cNvPr id="2" name="文本框 1">
            <a:extLst>
              <a:ext uri="{FF2B5EF4-FFF2-40B4-BE49-F238E27FC236}">
                <a16:creationId xmlns:a16="http://schemas.microsoft.com/office/drawing/2014/main" id="{2D678330-A138-5013-4DD2-2AFF16C73D0F}"/>
              </a:ext>
            </a:extLst>
          </p:cNvPr>
          <p:cNvSpPr txBox="1"/>
          <p:nvPr/>
        </p:nvSpPr>
        <p:spPr>
          <a:xfrm>
            <a:off x="7299040" y="4924834"/>
            <a:ext cx="4289194" cy="1063176"/>
          </a:xfrm>
          <a:prstGeom prst="rect">
            <a:avLst/>
          </a:prstGeom>
          <a:noFill/>
        </p:spPr>
        <p:txBody>
          <a:bodyPr wrap="square">
            <a:spAutoFit/>
          </a:bodyPr>
          <a:lstStyle/>
          <a:p>
            <a:pPr marL="285750" indent="-285750">
              <a:lnSpc>
                <a:spcPct val="120000"/>
              </a:lnSpc>
              <a:buClr>
                <a:schemeClr val="accent1"/>
              </a:buClr>
              <a:buFont typeface="Wingdings" panose="05000000000000000000" pitchFamily="2" charset="2"/>
              <a:buChar char="p"/>
              <a:defRPr/>
            </a:pPr>
            <a:r>
              <a:rPr kumimoji="0" lang="zh-CN" altLang="en-US" sz="1800" b="0" i="0" u="none" strike="noStrike" kern="1200" cap="none" spc="0" normalizeH="0" baseline="0" noProof="0" dirty="0">
                <a:ln>
                  <a:noFill/>
                </a:ln>
                <a:effectLst/>
                <a:uLnTx/>
                <a:uFillTx/>
                <a:latin typeface="+mn-ea"/>
                <a:cs typeface="+mn-cs"/>
              </a:rPr>
              <a:t>输入：卫星图像、流动性信息、子图上下文嵌入</a:t>
            </a:r>
            <a:endParaRPr lang="en-US" altLang="zh-CN" dirty="0"/>
          </a:p>
          <a:p>
            <a:pPr marL="285750" indent="-285750">
              <a:lnSpc>
                <a:spcPct val="120000"/>
              </a:lnSpc>
              <a:buClr>
                <a:schemeClr val="accent1"/>
              </a:buClr>
              <a:buFont typeface="Wingdings" panose="05000000000000000000" pitchFamily="2" charset="2"/>
              <a:buChar char="p"/>
              <a:defRPr/>
            </a:pPr>
            <a:r>
              <a:rPr lang="zh-CN" altLang="en-US" dirty="0"/>
              <a:t>输出：区域嵌入</a:t>
            </a:r>
          </a:p>
        </p:txBody>
      </p:sp>
    </p:spTree>
    <p:extLst>
      <p:ext uri="{BB962C8B-B14F-4D97-AF65-F5344CB8AC3E}">
        <p14:creationId xmlns:p14="http://schemas.microsoft.com/office/powerpoint/2010/main" val="4003733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97E0-0DDA-2961-8AC8-B720EC697D0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4611164C-0A10-D98A-2639-2DF6013615C1}"/>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44B7AD92-4AB4-B06C-3DF2-19005AE4C290}"/>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01A278F0-6A16-A554-2408-67E51ABE4EBC}"/>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B41D17A8-FEEA-E64A-D5CA-77A2A9D281DD}"/>
              </a:ext>
            </a:extLst>
          </p:cNvPr>
          <p:cNvSpPr>
            <a:spLocks noGrp="1"/>
          </p:cNvSpPr>
          <p:nvPr>
            <p:ph type="sldNum" sz="quarter" idx="12"/>
          </p:nvPr>
        </p:nvSpPr>
        <p:spPr/>
        <p:txBody>
          <a:bodyPr/>
          <a:lstStyle/>
          <a:p>
            <a:fld id="{85D2FA34-3331-43EB-8D25-5E71EBC8F04D}" type="slidenum">
              <a:rPr lang="zh-CN" altLang="en-US" smtClean="0"/>
              <a:t>13</a:t>
            </a:fld>
            <a:endParaRPr lang="zh-CN" altLang="en-US"/>
          </a:p>
        </p:txBody>
      </p:sp>
      <p:sp>
        <p:nvSpPr>
          <p:cNvPr id="5" name="文本框 4">
            <a:extLst>
              <a:ext uri="{FF2B5EF4-FFF2-40B4-BE49-F238E27FC236}">
                <a16:creationId xmlns:a16="http://schemas.microsoft.com/office/drawing/2014/main" id="{E8614B31-F90B-AD47-7B9A-5F689CC42F95}"/>
              </a:ext>
            </a:extLst>
          </p:cNvPr>
          <p:cNvSpPr txBox="1"/>
          <p:nvPr/>
        </p:nvSpPr>
        <p:spPr>
          <a:xfrm>
            <a:off x="516408" y="3796486"/>
            <a:ext cx="3748703" cy="430887"/>
          </a:xfrm>
          <a:prstGeom prst="rect">
            <a:avLst/>
          </a:prstGeom>
          <a:noFill/>
        </p:spPr>
        <p:txBody>
          <a:bodyPr wrap="square" rtlCol="0">
            <a:spAutoFit/>
          </a:bodyPr>
          <a:lstStyle/>
          <a:p>
            <a:r>
              <a:rPr lang="zh-CN" altLang="en-US" sz="2200" b="1" dirty="0">
                <a:solidFill>
                  <a:schemeClr val="accent1"/>
                </a:solidFill>
                <a:latin typeface="+mj-ea"/>
                <a:ea typeface="+mj-ea"/>
              </a:rPr>
              <a:t>三元组网络捕获空间邻近性</a:t>
            </a:r>
          </a:p>
        </p:txBody>
      </p:sp>
      <p:cxnSp>
        <p:nvCxnSpPr>
          <p:cNvPr id="6" name="直接连接符 5">
            <a:extLst>
              <a:ext uri="{FF2B5EF4-FFF2-40B4-BE49-F238E27FC236}">
                <a16:creationId xmlns:a16="http://schemas.microsoft.com/office/drawing/2014/main" id="{F147E0B2-50A1-54BC-54F7-2D3CAA60697C}"/>
              </a:ext>
            </a:extLst>
          </p:cNvPr>
          <p:cNvCxnSpPr>
            <a:cxnSpLocks/>
          </p:cNvCxnSpPr>
          <p:nvPr/>
        </p:nvCxnSpPr>
        <p:spPr>
          <a:xfrm>
            <a:off x="516409" y="4270740"/>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039ECA7-5F66-70FC-D6C6-2DF3C8760D6C}"/>
              </a:ext>
            </a:extLst>
          </p:cNvPr>
          <p:cNvSpPr txBox="1"/>
          <p:nvPr/>
        </p:nvSpPr>
        <p:spPr>
          <a:xfrm>
            <a:off x="603766" y="4407212"/>
            <a:ext cx="10619555" cy="1897122"/>
          </a:xfrm>
          <a:prstGeom prst="rect">
            <a:avLst/>
          </a:prstGeom>
          <a:noFill/>
        </p:spPr>
        <p:txBody>
          <a:bodyPr wrap="square" rtlCol="0">
            <a:spAutoFit/>
          </a:bodyPr>
          <a:lstStyle/>
          <a:p>
            <a:pPr marL="342900" indent="-342900">
              <a:lnSpc>
                <a:spcPct val="150000"/>
              </a:lnSpc>
              <a:buClr>
                <a:schemeClr val="accent1"/>
              </a:buClr>
              <a:buFont typeface="+mj-lt"/>
              <a:buAutoNum type="arabicPeriod"/>
              <a:defRPr/>
            </a:pPr>
            <a:r>
              <a:rPr lang="zh-CN" altLang="en-US" sz="1600" dirty="0"/>
              <a:t>选定一个锚点样本，构造正样本和负样本</a:t>
            </a:r>
            <a:endParaRPr lang="en-US" altLang="zh-CN" sz="1600" dirty="0"/>
          </a:p>
          <a:p>
            <a:pPr marL="342900" indent="-342900">
              <a:lnSpc>
                <a:spcPct val="150000"/>
              </a:lnSpc>
              <a:buClr>
                <a:schemeClr val="accent1"/>
              </a:buClr>
              <a:buFont typeface="+mj-lt"/>
              <a:buAutoNum type="arabicPeriod"/>
              <a:defRPr/>
            </a:pPr>
            <a:r>
              <a:rPr lang="zh-CN" altLang="en-US" sz="1600" dirty="0"/>
              <a:t>将锚点样本和正负样本输入到 </a:t>
            </a:r>
            <a:r>
              <a:rPr lang="en-US" altLang="zh-CN" sz="1600" dirty="0" err="1"/>
              <a:t>gEnc</a:t>
            </a:r>
            <a:r>
              <a:rPr lang="en-US" altLang="zh-CN" sz="1600" dirty="0"/>
              <a:t>(·) </a:t>
            </a:r>
            <a:r>
              <a:rPr lang="zh-CN" altLang="en-US" sz="1600" dirty="0"/>
              <a:t>分别获得三个向量表示</a:t>
            </a:r>
            <a:endParaRPr lang="en-US" altLang="zh-CN" sz="1600" dirty="0"/>
          </a:p>
          <a:p>
            <a:pPr marL="342900" indent="-342900">
              <a:lnSpc>
                <a:spcPct val="150000"/>
              </a:lnSpc>
              <a:buClr>
                <a:schemeClr val="accent1"/>
              </a:buClr>
              <a:buFont typeface="+mj-lt"/>
              <a:buAutoNum type="arabicPeriod"/>
              <a:defRPr/>
            </a:pPr>
            <a:r>
              <a:rPr lang="zh-CN" altLang="en-US" sz="1600" dirty="0"/>
              <a:t>计算三元组损失，作用：</a:t>
            </a:r>
            <a:endParaRPr lang="en-US" altLang="zh-CN" sz="1600" dirty="0"/>
          </a:p>
          <a:p>
            <a:pPr marL="800100" lvl="1" indent="-342900">
              <a:lnSpc>
                <a:spcPct val="150000"/>
              </a:lnSpc>
              <a:buClr>
                <a:schemeClr val="accent1"/>
              </a:buClr>
              <a:buFont typeface="+mj-lt"/>
              <a:buAutoNum type="alphaLcPeriod"/>
              <a:defRPr/>
            </a:pPr>
            <a:r>
              <a:rPr lang="zh-CN" altLang="en-US" sz="1600" b="1" dirty="0"/>
              <a:t>最小化</a:t>
            </a:r>
            <a:r>
              <a:rPr lang="zh-CN" altLang="en-US" sz="1600" dirty="0">
                <a:highlight>
                  <a:srgbClr val="FFFF00"/>
                </a:highlight>
              </a:rPr>
              <a:t>相邻</a:t>
            </a:r>
            <a:r>
              <a:rPr lang="zh-CN" altLang="en-US" sz="1600" dirty="0"/>
              <a:t>区域的距离</a:t>
            </a:r>
            <a:endParaRPr lang="en-US" altLang="zh-CN" sz="1600" dirty="0"/>
          </a:p>
          <a:p>
            <a:pPr marL="800100" lvl="1" indent="-342900">
              <a:lnSpc>
                <a:spcPct val="150000"/>
              </a:lnSpc>
              <a:buClr>
                <a:schemeClr val="accent1"/>
              </a:buClr>
              <a:buFont typeface="+mj-lt"/>
              <a:buAutoNum type="alphaLcPeriod"/>
              <a:defRPr/>
            </a:pPr>
            <a:r>
              <a:rPr lang="zh-CN" altLang="en-US" sz="1600" b="1" dirty="0"/>
              <a:t>最大化</a:t>
            </a:r>
            <a:r>
              <a:rPr lang="zh-CN" altLang="en-US" sz="1600" dirty="0">
                <a:highlight>
                  <a:srgbClr val="FFFF00"/>
                </a:highlight>
              </a:rPr>
              <a:t>不相邻</a:t>
            </a:r>
            <a:r>
              <a:rPr lang="zh-CN" altLang="en-US" sz="1600" dirty="0"/>
              <a:t>区域的距离</a:t>
            </a:r>
          </a:p>
        </p:txBody>
      </p:sp>
      <p:pic>
        <p:nvPicPr>
          <p:cNvPr id="3" name="图片 2">
            <a:extLst>
              <a:ext uri="{FF2B5EF4-FFF2-40B4-BE49-F238E27FC236}">
                <a16:creationId xmlns:a16="http://schemas.microsoft.com/office/drawing/2014/main" id="{AC5AF893-0A44-2156-789B-87C9D2029CC3}"/>
              </a:ext>
            </a:extLst>
          </p:cNvPr>
          <p:cNvPicPr>
            <a:picLocks noChangeAspect="1"/>
          </p:cNvPicPr>
          <p:nvPr/>
        </p:nvPicPr>
        <p:blipFill>
          <a:blip r:embed="rId2"/>
          <a:stretch>
            <a:fillRect/>
          </a:stretch>
        </p:blipFill>
        <p:spPr>
          <a:xfrm>
            <a:off x="5561556" y="5486975"/>
            <a:ext cx="4930104" cy="817359"/>
          </a:xfrm>
          <a:prstGeom prst="rect">
            <a:avLst/>
          </a:prstGeom>
        </p:spPr>
      </p:pic>
      <p:pic>
        <p:nvPicPr>
          <p:cNvPr id="10" name="图片 9">
            <a:extLst>
              <a:ext uri="{FF2B5EF4-FFF2-40B4-BE49-F238E27FC236}">
                <a16:creationId xmlns:a16="http://schemas.microsoft.com/office/drawing/2014/main" id="{8992C943-D162-6D90-D26B-D6B6DD3EA832}"/>
              </a:ext>
            </a:extLst>
          </p:cNvPr>
          <p:cNvPicPr>
            <a:picLocks noChangeAspect="1"/>
          </p:cNvPicPr>
          <p:nvPr/>
        </p:nvPicPr>
        <p:blipFill>
          <a:blip r:embed="rId3"/>
          <a:stretch>
            <a:fillRect/>
          </a:stretch>
        </p:blipFill>
        <p:spPr>
          <a:xfrm>
            <a:off x="2793624" y="1034753"/>
            <a:ext cx="6604751" cy="25681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45450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C6CF5-C68D-A31E-A50E-7972227A6916}"/>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88856B95-9C6F-A81E-E550-FD127B6198B0}"/>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E57330F-3865-3637-4501-2BD91CE36B41}"/>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07CA8485-D215-271B-D101-340CDAF33648}"/>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17F4CEB8-6916-37AC-8496-7440D4BA3912}"/>
              </a:ext>
            </a:extLst>
          </p:cNvPr>
          <p:cNvSpPr>
            <a:spLocks noGrp="1"/>
          </p:cNvSpPr>
          <p:nvPr>
            <p:ph type="sldNum" sz="quarter" idx="12"/>
          </p:nvPr>
        </p:nvSpPr>
        <p:spPr/>
        <p:txBody>
          <a:bodyPr/>
          <a:lstStyle/>
          <a:p>
            <a:fld id="{85D2FA34-3331-43EB-8D25-5E71EBC8F04D}" type="slidenum">
              <a:rPr lang="zh-CN" altLang="en-US" smtClean="0"/>
              <a:t>14</a:t>
            </a:fld>
            <a:endParaRPr lang="zh-CN" altLang="en-US"/>
          </a:p>
        </p:txBody>
      </p:sp>
      <p:sp>
        <p:nvSpPr>
          <p:cNvPr id="8" name="文本框 7">
            <a:extLst>
              <a:ext uri="{FF2B5EF4-FFF2-40B4-BE49-F238E27FC236}">
                <a16:creationId xmlns:a16="http://schemas.microsoft.com/office/drawing/2014/main" id="{90766D52-BB73-C1B1-134E-17191CB7C574}"/>
              </a:ext>
            </a:extLst>
          </p:cNvPr>
          <p:cNvSpPr txBox="1"/>
          <p:nvPr/>
        </p:nvSpPr>
        <p:spPr>
          <a:xfrm>
            <a:off x="3121822" y="2316948"/>
            <a:ext cx="8051392" cy="2266454"/>
          </a:xfrm>
          <a:prstGeom prst="rect">
            <a:avLst/>
          </a:prstGeom>
          <a:noFill/>
        </p:spPr>
        <p:txBody>
          <a:bodyPr wrap="square" rtlCol="0">
            <a:spAutoFit/>
          </a:bodyPr>
          <a:lstStyle/>
          <a:p>
            <a:pPr marL="342900" indent="-342900">
              <a:lnSpc>
                <a:spcPct val="150000"/>
              </a:lnSpc>
              <a:buClr>
                <a:schemeClr val="accent1"/>
              </a:buClr>
              <a:buFont typeface="+mj-lt"/>
              <a:buAutoNum type="arabicPeriod"/>
              <a:defRPr/>
            </a:pPr>
            <a:r>
              <a:rPr lang="zh-CN" altLang="en-US" sz="1600" dirty="0"/>
              <a:t>采用 </a:t>
            </a:r>
            <a:r>
              <a:rPr lang="en-US" altLang="zh-CN" sz="1600" dirty="0" err="1"/>
              <a:t>ResNet</a:t>
            </a:r>
            <a:r>
              <a:rPr lang="en-US" altLang="zh-CN" sz="1600" dirty="0"/>
              <a:t> [14] </a:t>
            </a:r>
            <a:r>
              <a:rPr lang="zh-CN" altLang="en-US" sz="1600" dirty="0"/>
              <a:t>提取每个区域图像的视觉特征；</a:t>
            </a:r>
            <a:endParaRPr lang="en-US" altLang="zh-CN" sz="1600" dirty="0"/>
          </a:p>
          <a:p>
            <a:pPr marL="342900" indent="-342900">
              <a:lnSpc>
                <a:spcPct val="150000"/>
              </a:lnSpc>
              <a:buClr>
                <a:schemeClr val="accent1"/>
              </a:buClr>
              <a:buFont typeface="+mj-lt"/>
              <a:buAutoNum type="arabicPeriod"/>
              <a:defRPr/>
            </a:pPr>
            <a:r>
              <a:rPr lang="zh-CN" altLang="en-US" sz="1600" dirty="0"/>
              <a:t>通过平均该区域内多个图像的特征来提取出该区域的综合视觉表征；</a:t>
            </a:r>
            <a:endParaRPr lang="en-US" altLang="zh-CN" sz="1600" dirty="0"/>
          </a:p>
          <a:p>
            <a:pPr marL="342900" indent="-342900">
              <a:lnSpc>
                <a:spcPct val="150000"/>
              </a:lnSpc>
              <a:buClr>
                <a:schemeClr val="accent1"/>
              </a:buClr>
              <a:buFont typeface="+mj-lt"/>
              <a:buAutoNum type="arabicPeriod"/>
              <a:defRPr/>
            </a:pPr>
            <a:r>
              <a:rPr lang="zh-CN" altLang="en-US" sz="1600" dirty="0"/>
              <a:t>利用</a:t>
            </a:r>
            <a:r>
              <a:rPr lang="zh-CN" altLang="en-US" sz="1600" b="1" dirty="0"/>
              <a:t>线性层</a:t>
            </a:r>
            <a:r>
              <a:rPr lang="zh-CN" altLang="en-US" sz="1600" dirty="0"/>
              <a:t>，将视觉特征投影到区域属性的表征空间中；</a:t>
            </a:r>
            <a:endParaRPr lang="en-US" altLang="zh-CN" sz="1600" dirty="0"/>
          </a:p>
          <a:p>
            <a:pPr marL="342900" indent="-342900">
              <a:lnSpc>
                <a:spcPct val="150000"/>
              </a:lnSpc>
              <a:buClr>
                <a:schemeClr val="accent1"/>
              </a:buClr>
              <a:buFont typeface="+mj-lt"/>
              <a:buAutoNum type="arabicPeriod"/>
              <a:defRPr/>
            </a:pPr>
            <a:endParaRPr lang="en-US" altLang="zh-CN" sz="1600" dirty="0"/>
          </a:p>
          <a:p>
            <a:pPr marL="342900" indent="-342900">
              <a:lnSpc>
                <a:spcPct val="150000"/>
              </a:lnSpc>
              <a:buClr>
                <a:schemeClr val="accent1"/>
              </a:buClr>
              <a:buFont typeface="+mj-lt"/>
              <a:buAutoNum type="arabicPeriod"/>
              <a:defRPr/>
            </a:pPr>
            <a:endParaRPr lang="en-US" altLang="zh-CN" sz="1600" dirty="0"/>
          </a:p>
          <a:p>
            <a:pPr marL="342900" indent="-342900">
              <a:lnSpc>
                <a:spcPct val="150000"/>
              </a:lnSpc>
              <a:buClr>
                <a:schemeClr val="accent1"/>
              </a:buClr>
              <a:buFont typeface="+mj-lt"/>
              <a:buAutoNum type="arabicPeriod"/>
              <a:defRPr/>
            </a:pPr>
            <a:r>
              <a:rPr lang="zh-CN" altLang="en-US" sz="1600" dirty="0"/>
              <a:t>使用</a:t>
            </a:r>
            <a:r>
              <a:rPr lang="zh-CN" altLang="en-US" sz="1600" b="1" dirty="0"/>
              <a:t>对比损失</a:t>
            </a:r>
            <a:r>
              <a:rPr lang="zh-CN" altLang="en-US" sz="1600" dirty="0"/>
              <a:t>，将视觉表征与子图区域表征对齐。</a:t>
            </a:r>
            <a:endParaRPr lang="en-US" altLang="zh-CN" sz="1600" dirty="0"/>
          </a:p>
        </p:txBody>
      </p:sp>
      <p:pic>
        <p:nvPicPr>
          <p:cNvPr id="5121" name="Picture 1">
            <a:extLst>
              <a:ext uri="{FF2B5EF4-FFF2-40B4-BE49-F238E27FC236}">
                <a16:creationId xmlns:a16="http://schemas.microsoft.com/office/drawing/2014/main" id="{C4735E3A-D6B4-896B-B8F8-F1717DD31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419" y="3466542"/>
            <a:ext cx="2342150" cy="72657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F087A82C-31D1-834C-03CC-04BA653649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1858" y="4838643"/>
            <a:ext cx="421957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43FAA6BF-0387-9B1D-BDF9-9881EA431AC8}"/>
              </a:ext>
            </a:extLst>
          </p:cNvPr>
          <p:cNvPicPr>
            <a:picLocks noChangeAspect="1"/>
          </p:cNvPicPr>
          <p:nvPr/>
        </p:nvPicPr>
        <p:blipFill>
          <a:blip r:embed="rId4"/>
          <a:stretch>
            <a:fillRect/>
          </a:stretch>
        </p:blipFill>
        <p:spPr>
          <a:xfrm>
            <a:off x="767840" y="2677450"/>
            <a:ext cx="1600000" cy="2304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文本框 14">
            <a:extLst>
              <a:ext uri="{FF2B5EF4-FFF2-40B4-BE49-F238E27FC236}">
                <a16:creationId xmlns:a16="http://schemas.microsoft.com/office/drawing/2014/main" id="{2449A24A-97E4-805A-826B-1A86C36EEB2A}"/>
              </a:ext>
            </a:extLst>
          </p:cNvPr>
          <p:cNvSpPr txBox="1"/>
          <p:nvPr/>
        </p:nvSpPr>
        <p:spPr>
          <a:xfrm>
            <a:off x="516408" y="1429072"/>
            <a:ext cx="4318639" cy="430887"/>
          </a:xfrm>
          <a:prstGeom prst="rect">
            <a:avLst/>
          </a:prstGeom>
          <a:noFill/>
        </p:spPr>
        <p:txBody>
          <a:bodyPr wrap="square" rtlCol="0">
            <a:spAutoFit/>
          </a:bodyPr>
          <a:lstStyle/>
          <a:p>
            <a:r>
              <a:rPr lang="zh-CN" altLang="en-US" sz="2200" b="1" dirty="0">
                <a:solidFill>
                  <a:schemeClr val="accent1"/>
                </a:solidFill>
                <a:latin typeface="+mj-ea"/>
                <a:ea typeface="+mj-ea"/>
              </a:rPr>
              <a:t>提取区域卫星图像的视觉特征</a:t>
            </a:r>
          </a:p>
        </p:txBody>
      </p:sp>
      <p:cxnSp>
        <p:nvCxnSpPr>
          <p:cNvPr id="16" name="直接连接符 15">
            <a:extLst>
              <a:ext uri="{FF2B5EF4-FFF2-40B4-BE49-F238E27FC236}">
                <a16:creationId xmlns:a16="http://schemas.microsoft.com/office/drawing/2014/main" id="{A9178BF6-2757-8E24-4B32-ED35A49140B2}"/>
              </a:ext>
            </a:extLst>
          </p:cNvPr>
          <p:cNvCxnSpPr>
            <a:cxnSpLocks/>
          </p:cNvCxnSpPr>
          <p:nvPr/>
        </p:nvCxnSpPr>
        <p:spPr>
          <a:xfrm>
            <a:off x="516409" y="1903326"/>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014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09CB7-E6EC-02EF-998E-CD20AC449601}"/>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3BFF5A21-28ED-44D1-97E9-DBB8B14D7EA9}"/>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0AC4BEF1-73D4-BE61-993D-60A395544079}"/>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81626984-1F6A-B4BE-46CB-ECC2BEAD1FD9}"/>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F8000A98-9882-3E9C-5CA2-E425AE9BFFE0}"/>
              </a:ext>
            </a:extLst>
          </p:cNvPr>
          <p:cNvSpPr>
            <a:spLocks noGrp="1"/>
          </p:cNvSpPr>
          <p:nvPr>
            <p:ph type="sldNum" sz="quarter" idx="12"/>
          </p:nvPr>
        </p:nvSpPr>
        <p:spPr/>
        <p:txBody>
          <a:bodyPr/>
          <a:lstStyle/>
          <a:p>
            <a:fld id="{85D2FA34-3331-43EB-8D25-5E71EBC8F04D}" type="slidenum">
              <a:rPr lang="zh-CN" altLang="en-US" smtClean="0"/>
              <a:t>15</a:t>
            </a:fld>
            <a:endParaRPr lang="zh-CN" altLang="en-US"/>
          </a:p>
        </p:txBody>
      </p:sp>
      <p:sp>
        <p:nvSpPr>
          <p:cNvPr id="8" name="文本框 7">
            <a:extLst>
              <a:ext uri="{FF2B5EF4-FFF2-40B4-BE49-F238E27FC236}">
                <a16:creationId xmlns:a16="http://schemas.microsoft.com/office/drawing/2014/main" id="{4A4442DA-8E7F-E05C-F79D-46D68FCD6D81}"/>
              </a:ext>
            </a:extLst>
          </p:cNvPr>
          <p:cNvSpPr txBox="1"/>
          <p:nvPr/>
        </p:nvSpPr>
        <p:spPr>
          <a:xfrm>
            <a:off x="3021615" y="2248750"/>
            <a:ext cx="8223337" cy="3743782"/>
          </a:xfrm>
          <a:prstGeom prst="rect">
            <a:avLst/>
          </a:prstGeom>
          <a:noFill/>
        </p:spPr>
        <p:txBody>
          <a:bodyPr wrap="square" rtlCol="0">
            <a:spAutoFit/>
          </a:bodyPr>
          <a:lstStyle/>
          <a:p>
            <a:pPr marL="342900" indent="-342900">
              <a:lnSpc>
                <a:spcPct val="150000"/>
              </a:lnSpc>
              <a:buClr>
                <a:schemeClr val="accent1"/>
              </a:buClr>
              <a:buFont typeface="+mj-lt"/>
              <a:buAutoNum type="arabicPeriod"/>
              <a:defRPr/>
            </a:pPr>
            <a:r>
              <a:rPr lang="zh-CN" altLang="en-US" sz="1600" dirty="0"/>
              <a:t>使用编码器（没说用的什么）对 </a:t>
            </a:r>
            <a:r>
              <a:rPr lang="en-US" altLang="zh-CN" sz="1600" dirty="0"/>
              <a:t>inflow </a:t>
            </a:r>
            <a:r>
              <a:rPr lang="zh-CN" altLang="en-US" sz="1600" dirty="0"/>
              <a:t>和 </a:t>
            </a:r>
            <a:r>
              <a:rPr lang="en-US" altLang="zh-CN" sz="1600" dirty="0"/>
              <a:t>outflow </a:t>
            </a:r>
            <a:r>
              <a:rPr lang="zh-CN" altLang="en-US" sz="1600" dirty="0"/>
              <a:t>特征进行编码，以获得低维嵌入：</a:t>
            </a:r>
            <a:endParaRPr lang="en-US" altLang="zh-CN" sz="1600" dirty="0"/>
          </a:p>
          <a:p>
            <a:pPr marL="342900" indent="-342900">
              <a:lnSpc>
                <a:spcPct val="150000"/>
              </a:lnSpc>
              <a:buClr>
                <a:schemeClr val="accent1"/>
              </a:buClr>
              <a:buFont typeface="+mj-lt"/>
              <a:buAutoNum type="arabicPeriod"/>
              <a:defRPr/>
            </a:pPr>
            <a:endParaRPr lang="en-US" altLang="zh-CN" sz="1600" dirty="0"/>
          </a:p>
          <a:p>
            <a:pPr marL="342900" indent="-342900">
              <a:lnSpc>
                <a:spcPct val="150000"/>
              </a:lnSpc>
              <a:buClr>
                <a:schemeClr val="accent1"/>
              </a:buClr>
              <a:buFont typeface="+mj-lt"/>
              <a:buAutoNum type="arabicPeriod"/>
              <a:defRPr/>
            </a:pPr>
            <a:r>
              <a:rPr lang="zh-CN" altLang="en-US" sz="1600" dirty="0"/>
              <a:t>重构出发（源）流量和到达（目标）流量的分布</a:t>
            </a:r>
            <a:endParaRPr lang="en-US" altLang="zh-CN" sz="1600" dirty="0"/>
          </a:p>
          <a:p>
            <a:pPr marL="800100" lvl="1" indent="-342900">
              <a:lnSpc>
                <a:spcPct val="150000"/>
              </a:lnSpc>
              <a:buClr>
                <a:schemeClr val="accent1"/>
              </a:buClr>
              <a:buFont typeface="+mj-lt"/>
              <a:buAutoNum type="alphaLcPeriod"/>
              <a:defRPr/>
            </a:pPr>
            <a:r>
              <a:rPr lang="zh-CN" altLang="en-US" sz="1600" dirty="0"/>
              <a:t>计算源流量和目标流量的分布，</a:t>
            </a:r>
            <a:r>
              <a:rPr lang="en-US" altLang="zh-CN" sz="1600" dirty="0" err="1"/>
              <a:t>mij</a:t>
            </a:r>
            <a:r>
              <a:rPr lang="en-US" altLang="zh-CN" sz="1600" dirty="0"/>
              <a:t> </a:t>
            </a:r>
            <a:r>
              <a:rPr lang="zh-CN" altLang="en-US" sz="1600" dirty="0"/>
              <a:t>表示从区域 </a:t>
            </a:r>
            <a:r>
              <a:rPr lang="en-US" altLang="zh-CN" sz="1600" dirty="0" err="1"/>
              <a:t>i</a:t>
            </a:r>
            <a:r>
              <a:rPr lang="en-US" altLang="zh-CN" sz="1600" dirty="0"/>
              <a:t> </a:t>
            </a:r>
            <a:r>
              <a:rPr lang="zh-CN" altLang="en-US" sz="1600" dirty="0"/>
              <a:t>到区域 </a:t>
            </a:r>
            <a:r>
              <a:rPr lang="en-US" altLang="zh-CN" sz="1600" dirty="0"/>
              <a:t>j </a:t>
            </a:r>
            <a:r>
              <a:rPr lang="zh-CN" altLang="en-US" sz="1600" dirty="0"/>
              <a:t>的行程数量；</a:t>
            </a:r>
            <a:endParaRPr lang="en-US" altLang="zh-CN" sz="1600" dirty="0"/>
          </a:p>
          <a:p>
            <a:pPr marL="800100" lvl="1" indent="-342900">
              <a:lnSpc>
                <a:spcPct val="150000"/>
              </a:lnSpc>
              <a:buClr>
                <a:schemeClr val="accent1"/>
              </a:buClr>
              <a:buFont typeface="+mj-lt"/>
              <a:buAutoNum type="alphaLcPeriod"/>
              <a:defRPr/>
            </a:pPr>
            <a:endParaRPr lang="en-US" altLang="zh-CN" sz="1600" dirty="0"/>
          </a:p>
          <a:p>
            <a:pPr marL="800100" lvl="1" indent="-342900">
              <a:lnSpc>
                <a:spcPct val="150000"/>
              </a:lnSpc>
              <a:buClr>
                <a:schemeClr val="accent1"/>
              </a:buClr>
              <a:buFont typeface="+mj-lt"/>
              <a:buAutoNum type="alphaLcPeriod"/>
              <a:defRPr/>
            </a:pPr>
            <a:r>
              <a:rPr lang="zh-CN" altLang="en-US" sz="1600" dirty="0"/>
              <a:t>计算重构的源流量和目的流量分布；</a:t>
            </a:r>
            <a:endParaRPr lang="en-US" altLang="zh-CN" sz="1600" dirty="0"/>
          </a:p>
          <a:p>
            <a:pPr marL="800100" lvl="1" indent="-342900">
              <a:lnSpc>
                <a:spcPct val="150000"/>
              </a:lnSpc>
              <a:buClr>
                <a:schemeClr val="accent1"/>
              </a:buClr>
              <a:buFont typeface="+mj-lt"/>
              <a:buAutoNum type="alphaLcPeriod"/>
              <a:defRPr/>
            </a:pPr>
            <a:endParaRPr lang="en-US" altLang="zh-CN" sz="1600" dirty="0"/>
          </a:p>
          <a:p>
            <a:pPr marL="800100" lvl="1" indent="-342900">
              <a:lnSpc>
                <a:spcPct val="150000"/>
              </a:lnSpc>
              <a:buClr>
                <a:schemeClr val="accent1"/>
              </a:buClr>
              <a:buFont typeface="+mj-lt"/>
              <a:buAutoNum type="alphaLcPeriod"/>
              <a:defRPr/>
            </a:pPr>
            <a:endParaRPr lang="en-US" altLang="zh-CN" sz="1600" dirty="0"/>
          </a:p>
          <a:p>
            <a:pPr marL="800100" lvl="1" indent="-342900">
              <a:lnSpc>
                <a:spcPct val="150000"/>
              </a:lnSpc>
              <a:buClr>
                <a:schemeClr val="accent1"/>
              </a:buClr>
              <a:buFont typeface="+mj-lt"/>
              <a:buAutoNum type="alphaLcPeriod"/>
              <a:defRPr/>
            </a:pPr>
            <a:r>
              <a:rPr lang="zh-CN" altLang="en-US" sz="1600" dirty="0"/>
              <a:t>通过优化下列损失函数，将真实分布和重构分布进行比较，来学习 </a:t>
            </a:r>
            <a:r>
              <a:rPr lang="en-US" altLang="zh-CN" sz="1600" dirty="0"/>
              <a:t>inflow </a:t>
            </a:r>
            <a:r>
              <a:rPr lang="zh-CN" altLang="en-US" sz="1600" dirty="0"/>
              <a:t>和 </a:t>
            </a:r>
            <a:r>
              <a:rPr lang="en-US" altLang="zh-CN" sz="1600" dirty="0"/>
              <a:t>outflow </a:t>
            </a:r>
            <a:r>
              <a:rPr lang="zh-CN" altLang="en-US" sz="1600" dirty="0"/>
              <a:t>嵌入。</a:t>
            </a:r>
          </a:p>
        </p:txBody>
      </p:sp>
      <p:pic>
        <p:nvPicPr>
          <p:cNvPr id="6145" name="Picture 1">
            <a:extLst>
              <a:ext uri="{FF2B5EF4-FFF2-40B4-BE49-F238E27FC236}">
                <a16:creationId xmlns:a16="http://schemas.microsoft.com/office/drawing/2014/main" id="{DB71383C-AD90-D422-A9C8-004E3BECC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2209" y="2655062"/>
            <a:ext cx="1552575" cy="35242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AD876A71-5DD0-9FC8-33DA-77EE058CF7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2222" y="2659824"/>
            <a:ext cx="1485900" cy="3429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53BFC01-E8A4-0598-C1CB-561CA3CA3D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9008" y="3765036"/>
            <a:ext cx="1676400" cy="36195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a:extLst>
              <a:ext uri="{FF2B5EF4-FFF2-40B4-BE49-F238E27FC236}">
                <a16:creationId xmlns:a16="http://schemas.microsoft.com/office/drawing/2014/main" id="{970F5AC8-66D9-2F38-D4E0-54171DA8F1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2278" y="4495197"/>
            <a:ext cx="2638425" cy="68580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1F203FC3-D484-93DC-77AA-2F1A035FBDEA}"/>
              </a:ext>
            </a:extLst>
          </p:cNvPr>
          <p:cNvPicPr>
            <a:picLocks noChangeAspect="1"/>
          </p:cNvPicPr>
          <p:nvPr/>
        </p:nvPicPr>
        <p:blipFill>
          <a:blip r:embed="rId6"/>
          <a:stretch>
            <a:fillRect/>
          </a:stretch>
        </p:blipFill>
        <p:spPr>
          <a:xfrm>
            <a:off x="645448" y="2561907"/>
            <a:ext cx="1666667" cy="22761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150" name="Picture 6">
            <a:extLst>
              <a:ext uri="{FF2B5EF4-FFF2-40B4-BE49-F238E27FC236}">
                <a16:creationId xmlns:a16="http://schemas.microsoft.com/office/drawing/2014/main" id="{31040C94-7553-B696-5F22-96581E3E52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6552" y="3741223"/>
            <a:ext cx="1685925" cy="40957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a:extLst>
              <a:ext uri="{FF2B5EF4-FFF2-40B4-BE49-F238E27FC236}">
                <a16:creationId xmlns:a16="http://schemas.microsoft.com/office/drawing/2014/main" id="{3CF91B3D-AB86-21D3-B612-B74B6248645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33283" y="4485672"/>
            <a:ext cx="2676525" cy="7048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4B652FDC-D243-4863-CAEA-4700AE83483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11731" y="5773357"/>
            <a:ext cx="3733800" cy="8953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9E70EC43-B8B2-216E-C227-D0298F2D90A7}"/>
              </a:ext>
            </a:extLst>
          </p:cNvPr>
          <p:cNvSpPr txBox="1"/>
          <p:nvPr/>
        </p:nvSpPr>
        <p:spPr>
          <a:xfrm>
            <a:off x="516408" y="1429072"/>
            <a:ext cx="4318639" cy="430887"/>
          </a:xfrm>
          <a:prstGeom prst="rect">
            <a:avLst/>
          </a:prstGeom>
          <a:noFill/>
        </p:spPr>
        <p:txBody>
          <a:bodyPr wrap="square" rtlCol="0">
            <a:spAutoFit/>
          </a:bodyPr>
          <a:lstStyle/>
          <a:p>
            <a:r>
              <a:rPr lang="zh-CN" altLang="en-US" sz="2200" b="1" dirty="0">
                <a:solidFill>
                  <a:schemeClr val="accent1"/>
                </a:solidFill>
                <a:latin typeface="+mj-ea"/>
                <a:ea typeface="+mj-ea"/>
              </a:rPr>
              <a:t>人流量编码</a:t>
            </a:r>
          </a:p>
        </p:txBody>
      </p:sp>
      <p:cxnSp>
        <p:nvCxnSpPr>
          <p:cNvPr id="10" name="直接连接符 9">
            <a:extLst>
              <a:ext uri="{FF2B5EF4-FFF2-40B4-BE49-F238E27FC236}">
                <a16:creationId xmlns:a16="http://schemas.microsoft.com/office/drawing/2014/main" id="{1B217465-A388-F8B2-F313-85496BF6FDCB}"/>
              </a:ext>
            </a:extLst>
          </p:cNvPr>
          <p:cNvCxnSpPr>
            <a:cxnSpLocks/>
          </p:cNvCxnSpPr>
          <p:nvPr/>
        </p:nvCxnSpPr>
        <p:spPr>
          <a:xfrm>
            <a:off x="516409" y="1903326"/>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081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370B1-B986-3C80-9F31-15EDCE98931A}"/>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24AD17F-98ED-D4D7-9A7D-1FC0479A5CB3}"/>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9B1BB21-B88B-983D-DA66-B743B8289052}"/>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B5EAD145-29FA-DF2C-9756-D9196EA5C9C1}"/>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10AFAF13-056A-3742-A58E-A73F57F2C6F6}"/>
              </a:ext>
            </a:extLst>
          </p:cNvPr>
          <p:cNvSpPr>
            <a:spLocks noGrp="1"/>
          </p:cNvSpPr>
          <p:nvPr>
            <p:ph type="sldNum" sz="quarter" idx="12"/>
          </p:nvPr>
        </p:nvSpPr>
        <p:spPr/>
        <p:txBody>
          <a:bodyPr/>
          <a:lstStyle/>
          <a:p>
            <a:fld id="{85D2FA34-3331-43EB-8D25-5E71EBC8F04D}" type="slidenum">
              <a:rPr lang="zh-CN" altLang="en-US" smtClean="0"/>
              <a:t>16</a:t>
            </a:fld>
            <a:endParaRPr lang="zh-CN" altLang="en-US"/>
          </a:p>
        </p:txBody>
      </p:sp>
      <p:pic>
        <p:nvPicPr>
          <p:cNvPr id="4" name="图片 3">
            <a:extLst>
              <a:ext uri="{FF2B5EF4-FFF2-40B4-BE49-F238E27FC236}">
                <a16:creationId xmlns:a16="http://schemas.microsoft.com/office/drawing/2014/main" id="{1724B2DF-A179-72C7-B189-178D822753B3}"/>
              </a:ext>
            </a:extLst>
          </p:cNvPr>
          <p:cNvPicPr>
            <a:picLocks noChangeAspect="1"/>
          </p:cNvPicPr>
          <p:nvPr/>
        </p:nvPicPr>
        <p:blipFill>
          <a:blip r:embed="rId2"/>
          <a:stretch>
            <a:fillRect/>
          </a:stretch>
        </p:blipFill>
        <p:spPr>
          <a:xfrm>
            <a:off x="2164734" y="1052409"/>
            <a:ext cx="7862532" cy="25642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文本框 4">
            <a:extLst>
              <a:ext uri="{FF2B5EF4-FFF2-40B4-BE49-F238E27FC236}">
                <a16:creationId xmlns:a16="http://schemas.microsoft.com/office/drawing/2014/main" id="{0867252D-EA9E-2349-DFDE-9A072993E968}"/>
              </a:ext>
            </a:extLst>
          </p:cNvPr>
          <p:cNvSpPr txBox="1"/>
          <p:nvPr/>
        </p:nvSpPr>
        <p:spPr>
          <a:xfrm>
            <a:off x="516409" y="3796486"/>
            <a:ext cx="2270632" cy="430887"/>
          </a:xfrm>
          <a:prstGeom prst="rect">
            <a:avLst/>
          </a:prstGeom>
          <a:noFill/>
        </p:spPr>
        <p:txBody>
          <a:bodyPr wrap="square" rtlCol="0">
            <a:spAutoFit/>
          </a:bodyPr>
          <a:lstStyle/>
          <a:p>
            <a:r>
              <a:rPr lang="zh-CN" altLang="en-US" sz="2200" b="1" dirty="0">
                <a:solidFill>
                  <a:schemeClr val="accent1"/>
                </a:solidFill>
                <a:latin typeface="+mj-ea"/>
                <a:ea typeface="+mj-ea"/>
              </a:rPr>
              <a:t>多视图融合</a:t>
            </a:r>
          </a:p>
        </p:txBody>
      </p:sp>
      <p:cxnSp>
        <p:nvCxnSpPr>
          <p:cNvPr id="6" name="直接连接符 5">
            <a:extLst>
              <a:ext uri="{FF2B5EF4-FFF2-40B4-BE49-F238E27FC236}">
                <a16:creationId xmlns:a16="http://schemas.microsoft.com/office/drawing/2014/main" id="{51EB8FC3-E956-1A8D-8559-2065078EC4BC}"/>
              </a:ext>
            </a:extLst>
          </p:cNvPr>
          <p:cNvCxnSpPr>
            <a:cxnSpLocks/>
          </p:cNvCxnSpPr>
          <p:nvPr/>
        </p:nvCxnSpPr>
        <p:spPr>
          <a:xfrm>
            <a:off x="516409" y="4270740"/>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EEF42460-58C4-4F6C-8735-7EBC73DFBCD3}"/>
              </a:ext>
            </a:extLst>
          </p:cNvPr>
          <p:cNvSpPr txBox="1"/>
          <p:nvPr/>
        </p:nvSpPr>
        <p:spPr>
          <a:xfrm>
            <a:off x="603766" y="4407212"/>
            <a:ext cx="10619555" cy="2266454"/>
          </a:xfrm>
          <a:prstGeom prst="rect">
            <a:avLst/>
          </a:prstGeom>
          <a:noFill/>
        </p:spPr>
        <p:txBody>
          <a:bodyPr wrap="square" rtlCol="0">
            <a:spAutoFit/>
          </a:bodyPr>
          <a:lstStyle/>
          <a:p>
            <a:pPr marL="342900" indent="-342900">
              <a:lnSpc>
                <a:spcPct val="150000"/>
              </a:lnSpc>
              <a:buClr>
                <a:schemeClr val="accent1"/>
              </a:buClr>
              <a:buFont typeface="+mj-lt"/>
              <a:buAutoNum type="arabicPeriod"/>
              <a:defRPr/>
            </a:pPr>
            <a:r>
              <a:rPr lang="zh-CN" altLang="en-US" sz="1600" dirty="0"/>
              <a:t>采用融合层来集成四种嵌入：</a:t>
            </a:r>
            <a:endParaRPr lang="en-US" altLang="zh-CN" sz="1600" dirty="0"/>
          </a:p>
          <a:p>
            <a:pPr lvl="1">
              <a:lnSpc>
                <a:spcPct val="150000"/>
              </a:lnSpc>
              <a:buClr>
                <a:schemeClr val="accent1"/>
              </a:buClr>
              <a:defRPr/>
            </a:pPr>
            <a:r>
              <a:rPr lang="en-US" altLang="zh-CN" sz="1600" dirty="0"/>
              <a:t>[·] </a:t>
            </a:r>
            <a:r>
              <a:rPr lang="zh-CN" altLang="en-US" sz="1600" dirty="0"/>
              <a:t>表示拼接（</a:t>
            </a:r>
            <a:r>
              <a:rPr lang="en-US" altLang="zh-CN" sz="1600" dirty="0"/>
              <a:t>concatenation</a:t>
            </a:r>
            <a:r>
              <a:rPr lang="zh-CN" altLang="en-US" sz="1600" dirty="0"/>
              <a:t>）操作，</a:t>
            </a:r>
            <a:r>
              <a:rPr lang="en-US" altLang="zh-CN" sz="1600" dirty="0"/>
              <a:t>W </a:t>
            </a:r>
            <a:r>
              <a:rPr lang="zh-CN" altLang="en-US" sz="1600" dirty="0"/>
              <a:t>和 </a:t>
            </a:r>
            <a:r>
              <a:rPr lang="en-US" altLang="zh-CN" sz="1600" dirty="0"/>
              <a:t>b </a:t>
            </a:r>
            <a:r>
              <a:rPr lang="zh-CN" altLang="en-US" sz="1600" dirty="0"/>
              <a:t>是可训练权重</a:t>
            </a:r>
            <a:endParaRPr lang="en-US" altLang="zh-CN" sz="1600" dirty="0"/>
          </a:p>
          <a:p>
            <a:pPr marL="342900" indent="-342900">
              <a:lnSpc>
                <a:spcPct val="150000"/>
              </a:lnSpc>
              <a:buClr>
                <a:schemeClr val="accent1"/>
              </a:buClr>
              <a:buFont typeface="+mj-lt"/>
              <a:buAutoNum type="arabicPeriod"/>
              <a:defRPr/>
            </a:pPr>
            <a:r>
              <a:rPr lang="zh-CN" altLang="en-US" sz="1600" dirty="0"/>
              <a:t>用损失函数来训练融合层：</a:t>
            </a:r>
            <a:endParaRPr lang="en-US" altLang="zh-CN" sz="1600" dirty="0"/>
          </a:p>
          <a:p>
            <a:pPr marL="342900" indent="-342900">
              <a:lnSpc>
                <a:spcPct val="150000"/>
              </a:lnSpc>
              <a:buClr>
                <a:schemeClr val="accent1"/>
              </a:buClr>
              <a:buFont typeface="+mj-lt"/>
              <a:buAutoNum type="arabicPeriod"/>
              <a:defRPr/>
            </a:pPr>
            <a:endParaRPr lang="en-US" altLang="zh-CN" sz="1600" dirty="0"/>
          </a:p>
          <a:p>
            <a:pPr marL="342900" indent="-342900">
              <a:lnSpc>
                <a:spcPct val="150000"/>
              </a:lnSpc>
              <a:buClr>
                <a:schemeClr val="accent1"/>
              </a:buClr>
              <a:buFont typeface="+mj-lt"/>
              <a:buAutoNum type="arabicPeriod"/>
              <a:defRPr/>
            </a:pPr>
            <a:r>
              <a:rPr lang="zh-CN" altLang="en-US" sz="1600" dirty="0"/>
              <a:t>最终的 </a:t>
            </a:r>
            <a:r>
              <a:rPr lang="en-US" altLang="zh-CN" sz="1600" dirty="0"/>
              <a:t>loss </a:t>
            </a:r>
            <a:r>
              <a:rPr lang="zh-CN" altLang="en-US" sz="1600" dirty="0"/>
              <a:t>计算如下：</a:t>
            </a:r>
            <a:endParaRPr lang="en-US" altLang="zh-CN" sz="1600" dirty="0"/>
          </a:p>
          <a:p>
            <a:pPr lvl="1">
              <a:lnSpc>
                <a:spcPct val="150000"/>
              </a:lnSpc>
              <a:buClr>
                <a:schemeClr val="accent1"/>
              </a:buClr>
              <a:defRPr/>
            </a:pPr>
            <a:r>
              <a:rPr lang="en-US" altLang="zh-CN" sz="1600" dirty="0"/>
              <a:t>μ </a:t>
            </a:r>
            <a:r>
              <a:rPr lang="zh-CN" altLang="en-US" sz="1600" dirty="0"/>
              <a:t>用来平衡融合损失的权重</a:t>
            </a:r>
          </a:p>
        </p:txBody>
      </p:sp>
      <p:pic>
        <p:nvPicPr>
          <p:cNvPr id="7169" name="Picture 1">
            <a:extLst>
              <a:ext uri="{FF2B5EF4-FFF2-40B4-BE49-F238E27FC236}">
                <a16:creationId xmlns:a16="http://schemas.microsoft.com/office/drawing/2014/main" id="{DC2EE2E8-E9CA-40F8-452B-2E1863FE9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2860" y="4526101"/>
            <a:ext cx="3019425" cy="2667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75640425-E46B-385E-8CDE-DC210A761B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2860" y="5215041"/>
            <a:ext cx="2952750" cy="59055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a:extLst>
              <a:ext uri="{FF2B5EF4-FFF2-40B4-BE49-F238E27FC236}">
                <a16:creationId xmlns:a16="http://schemas.microsoft.com/office/drawing/2014/main" id="{AE8FAF10-C808-33E6-046F-4BC1B5C619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2860" y="5942062"/>
            <a:ext cx="2705100" cy="35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63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53101-0902-8E36-89F6-EF3D9E905D6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5EAC3F36-9B16-1522-430D-F6126044538A}"/>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D8A9E91-4D36-A492-4F86-7AC449B656F4}"/>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5B3DD89B-F32B-A097-6BA4-B0EC16446491}"/>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21F1D9D7-F36A-E496-4D72-FDF8C7373A6D}"/>
              </a:ext>
            </a:extLst>
          </p:cNvPr>
          <p:cNvSpPr>
            <a:spLocks noGrp="1"/>
          </p:cNvSpPr>
          <p:nvPr>
            <p:ph type="sldNum" sz="quarter" idx="12"/>
          </p:nvPr>
        </p:nvSpPr>
        <p:spPr/>
        <p:txBody>
          <a:bodyPr/>
          <a:lstStyle/>
          <a:p>
            <a:fld id="{85D2FA34-3331-43EB-8D25-5E71EBC8F04D}" type="slidenum">
              <a:rPr lang="zh-CN" altLang="en-US" smtClean="0"/>
              <a:t>17</a:t>
            </a:fld>
            <a:endParaRPr lang="zh-CN" altLang="en-US"/>
          </a:p>
        </p:txBody>
      </p:sp>
      <p:pic>
        <p:nvPicPr>
          <p:cNvPr id="3" name="图片 2">
            <a:extLst>
              <a:ext uri="{FF2B5EF4-FFF2-40B4-BE49-F238E27FC236}">
                <a16:creationId xmlns:a16="http://schemas.microsoft.com/office/drawing/2014/main" id="{375BDF14-E981-3A3A-0AC6-FEA6837E571F}"/>
              </a:ext>
            </a:extLst>
          </p:cNvPr>
          <p:cNvPicPr>
            <a:picLocks noChangeAspect="1"/>
          </p:cNvPicPr>
          <p:nvPr/>
        </p:nvPicPr>
        <p:blipFill>
          <a:blip r:embed="rId2"/>
          <a:stretch>
            <a:fillRect/>
          </a:stretch>
        </p:blipFill>
        <p:spPr>
          <a:xfrm>
            <a:off x="5194404" y="1847477"/>
            <a:ext cx="6724996" cy="37276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矩形: 圆顶角 5">
            <a:extLst>
              <a:ext uri="{FF2B5EF4-FFF2-40B4-BE49-F238E27FC236}">
                <a16:creationId xmlns:a16="http://schemas.microsoft.com/office/drawing/2014/main" id="{AE0CF480-D945-5075-5437-8063A9CBCA57}"/>
              </a:ext>
            </a:extLst>
          </p:cNvPr>
          <p:cNvSpPr/>
          <p:nvPr/>
        </p:nvSpPr>
        <p:spPr>
          <a:xfrm>
            <a:off x="391422" y="1816089"/>
            <a:ext cx="4505834" cy="687119"/>
          </a:xfrm>
          <a:prstGeom prst="round2SameRect">
            <a:avLst>
              <a:gd name="adj1" fmla="val 19786"/>
              <a:gd name="adj2" fmla="val 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0990E359-D773-135E-99F4-E2D87C80640B}"/>
              </a:ext>
            </a:extLst>
          </p:cNvPr>
          <p:cNvSpPr/>
          <p:nvPr/>
        </p:nvSpPr>
        <p:spPr>
          <a:xfrm>
            <a:off x="391422" y="1816089"/>
            <a:ext cx="4505834" cy="3789708"/>
          </a:xfrm>
          <a:prstGeom prst="roundRect">
            <a:avLst>
              <a:gd name="adj" fmla="val 450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42B8B10-6603-D921-2BC6-B0737CA92DF2}"/>
              </a:ext>
            </a:extLst>
          </p:cNvPr>
          <p:cNvSpPr txBox="1"/>
          <p:nvPr/>
        </p:nvSpPr>
        <p:spPr>
          <a:xfrm>
            <a:off x="651294" y="1944204"/>
            <a:ext cx="2251596" cy="430887"/>
          </a:xfrm>
          <a:prstGeom prst="rect">
            <a:avLst/>
          </a:prstGeom>
          <a:noFill/>
        </p:spPr>
        <p:txBody>
          <a:bodyPr wrap="square" rtlCol="0">
            <a:spAutoFit/>
          </a:bodyPr>
          <a:lstStyle/>
          <a:p>
            <a:r>
              <a:rPr lang="zh-CN" altLang="en-US" sz="2200" b="1" dirty="0">
                <a:solidFill>
                  <a:schemeClr val="bg1"/>
                </a:solidFill>
                <a:latin typeface="+mj-ea"/>
                <a:ea typeface="+mj-ea"/>
              </a:rPr>
              <a:t>提示学习</a:t>
            </a:r>
          </a:p>
        </p:txBody>
      </p:sp>
      <p:sp>
        <p:nvSpPr>
          <p:cNvPr id="9" name="blackboard_290719">
            <a:extLst>
              <a:ext uri="{FF2B5EF4-FFF2-40B4-BE49-F238E27FC236}">
                <a16:creationId xmlns:a16="http://schemas.microsoft.com/office/drawing/2014/main" id="{1849C8FA-7EC3-AA6C-3CEA-12267102BD2D}"/>
              </a:ext>
            </a:extLst>
          </p:cNvPr>
          <p:cNvSpPr>
            <a:spLocks noChangeAspect="1"/>
          </p:cNvSpPr>
          <p:nvPr/>
        </p:nvSpPr>
        <p:spPr>
          <a:xfrm>
            <a:off x="4328685" y="1979646"/>
            <a:ext cx="360506" cy="360000"/>
          </a:xfrm>
          <a:custGeom>
            <a:avLst/>
            <a:gdLst>
              <a:gd name="connsiteX0" fmla="*/ 597741 w 607614"/>
              <a:gd name="connsiteY0" fmla="*/ 424733 h 606761"/>
              <a:gd name="connsiteX1" fmla="*/ 607614 w 607614"/>
              <a:gd name="connsiteY1" fmla="*/ 434593 h 606761"/>
              <a:gd name="connsiteX2" fmla="*/ 607614 w 607614"/>
              <a:gd name="connsiteY2" fmla="*/ 606761 h 606761"/>
              <a:gd name="connsiteX3" fmla="*/ 435215 w 607614"/>
              <a:gd name="connsiteY3" fmla="*/ 606761 h 606761"/>
              <a:gd name="connsiteX4" fmla="*/ 425342 w 607614"/>
              <a:gd name="connsiteY4" fmla="*/ 596901 h 606761"/>
              <a:gd name="connsiteX5" fmla="*/ 435215 w 607614"/>
              <a:gd name="connsiteY5" fmla="*/ 586283 h 606761"/>
              <a:gd name="connsiteX6" fmla="*/ 587109 w 607614"/>
              <a:gd name="connsiteY6" fmla="*/ 586283 h 606761"/>
              <a:gd name="connsiteX7" fmla="*/ 587109 w 607614"/>
              <a:gd name="connsiteY7" fmla="*/ 434593 h 606761"/>
              <a:gd name="connsiteX8" fmla="*/ 597741 w 607614"/>
              <a:gd name="connsiteY8" fmla="*/ 424733 h 606761"/>
              <a:gd name="connsiteX9" fmla="*/ 9873 w 607614"/>
              <a:gd name="connsiteY9" fmla="*/ 424733 h 606761"/>
              <a:gd name="connsiteX10" fmla="*/ 20505 w 607614"/>
              <a:gd name="connsiteY10" fmla="*/ 434593 h 606761"/>
              <a:gd name="connsiteX11" fmla="*/ 20505 w 607614"/>
              <a:gd name="connsiteY11" fmla="*/ 586283 h 606761"/>
              <a:gd name="connsiteX12" fmla="*/ 182268 w 607614"/>
              <a:gd name="connsiteY12" fmla="*/ 586283 h 606761"/>
              <a:gd name="connsiteX13" fmla="*/ 192141 w 607614"/>
              <a:gd name="connsiteY13" fmla="*/ 596901 h 606761"/>
              <a:gd name="connsiteX14" fmla="*/ 182268 w 607614"/>
              <a:gd name="connsiteY14" fmla="*/ 606761 h 606761"/>
              <a:gd name="connsiteX15" fmla="*/ 0 w 607614"/>
              <a:gd name="connsiteY15" fmla="*/ 606761 h 606761"/>
              <a:gd name="connsiteX16" fmla="*/ 0 w 607614"/>
              <a:gd name="connsiteY16" fmla="*/ 434593 h 606761"/>
              <a:gd name="connsiteX17" fmla="*/ 9873 w 607614"/>
              <a:gd name="connsiteY17" fmla="*/ 424733 h 606761"/>
              <a:gd name="connsiteX18" fmla="*/ 303807 w 607614"/>
              <a:gd name="connsiteY18" fmla="*/ 151690 h 606761"/>
              <a:gd name="connsiteX19" fmla="*/ 313679 w 607614"/>
              <a:gd name="connsiteY19" fmla="*/ 161550 h 606761"/>
              <a:gd name="connsiteX20" fmla="*/ 313679 w 607614"/>
              <a:gd name="connsiteY20" fmla="*/ 293521 h 606761"/>
              <a:gd name="connsiteX21" fmla="*/ 445808 w 607614"/>
              <a:gd name="connsiteY21" fmla="*/ 293521 h 606761"/>
              <a:gd name="connsiteX22" fmla="*/ 455680 w 607614"/>
              <a:gd name="connsiteY22" fmla="*/ 303381 h 606761"/>
              <a:gd name="connsiteX23" fmla="*/ 445808 w 607614"/>
              <a:gd name="connsiteY23" fmla="*/ 313241 h 606761"/>
              <a:gd name="connsiteX24" fmla="*/ 313679 w 607614"/>
              <a:gd name="connsiteY24" fmla="*/ 313241 h 606761"/>
              <a:gd name="connsiteX25" fmla="*/ 313679 w 607614"/>
              <a:gd name="connsiteY25" fmla="*/ 445211 h 606761"/>
              <a:gd name="connsiteX26" fmla="*/ 303807 w 607614"/>
              <a:gd name="connsiteY26" fmla="*/ 455071 h 606761"/>
              <a:gd name="connsiteX27" fmla="*/ 293935 w 607614"/>
              <a:gd name="connsiteY27" fmla="*/ 445211 h 606761"/>
              <a:gd name="connsiteX28" fmla="*/ 293935 w 607614"/>
              <a:gd name="connsiteY28" fmla="*/ 313241 h 606761"/>
              <a:gd name="connsiteX29" fmla="*/ 161806 w 607614"/>
              <a:gd name="connsiteY29" fmla="*/ 313241 h 606761"/>
              <a:gd name="connsiteX30" fmla="*/ 151934 w 607614"/>
              <a:gd name="connsiteY30" fmla="*/ 303381 h 606761"/>
              <a:gd name="connsiteX31" fmla="*/ 161806 w 607614"/>
              <a:gd name="connsiteY31" fmla="*/ 293521 h 606761"/>
              <a:gd name="connsiteX32" fmla="*/ 293935 w 607614"/>
              <a:gd name="connsiteY32" fmla="*/ 293521 h 606761"/>
              <a:gd name="connsiteX33" fmla="*/ 293935 w 607614"/>
              <a:gd name="connsiteY33" fmla="*/ 161550 h 606761"/>
              <a:gd name="connsiteX34" fmla="*/ 303807 w 607614"/>
              <a:gd name="connsiteY34" fmla="*/ 151690 h 606761"/>
              <a:gd name="connsiteX35" fmla="*/ 435215 w 607614"/>
              <a:gd name="connsiteY35" fmla="*/ 0 h 606761"/>
              <a:gd name="connsiteX36" fmla="*/ 607614 w 607614"/>
              <a:gd name="connsiteY36" fmla="*/ 0 h 606761"/>
              <a:gd name="connsiteX37" fmla="*/ 607614 w 607614"/>
              <a:gd name="connsiteY37" fmla="*/ 182037 h 606761"/>
              <a:gd name="connsiteX38" fmla="*/ 597741 w 607614"/>
              <a:gd name="connsiteY38" fmla="*/ 191897 h 606761"/>
              <a:gd name="connsiteX39" fmla="*/ 587109 w 607614"/>
              <a:gd name="connsiteY39" fmla="*/ 182037 h 606761"/>
              <a:gd name="connsiteX40" fmla="*/ 587109 w 607614"/>
              <a:gd name="connsiteY40" fmla="*/ 20479 h 606761"/>
              <a:gd name="connsiteX41" fmla="*/ 435215 w 607614"/>
              <a:gd name="connsiteY41" fmla="*/ 20479 h 606761"/>
              <a:gd name="connsiteX42" fmla="*/ 425342 w 607614"/>
              <a:gd name="connsiteY42" fmla="*/ 9860 h 606761"/>
              <a:gd name="connsiteX43" fmla="*/ 435215 w 607614"/>
              <a:gd name="connsiteY43" fmla="*/ 0 h 606761"/>
              <a:gd name="connsiteX44" fmla="*/ 0 w 607614"/>
              <a:gd name="connsiteY44" fmla="*/ 0 h 606761"/>
              <a:gd name="connsiteX45" fmla="*/ 182268 w 607614"/>
              <a:gd name="connsiteY45" fmla="*/ 0 h 606761"/>
              <a:gd name="connsiteX46" fmla="*/ 192141 w 607614"/>
              <a:gd name="connsiteY46" fmla="*/ 9860 h 606761"/>
              <a:gd name="connsiteX47" fmla="*/ 182268 w 607614"/>
              <a:gd name="connsiteY47" fmla="*/ 20479 h 606761"/>
              <a:gd name="connsiteX48" fmla="*/ 20505 w 607614"/>
              <a:gd name="connsiteY48" fmla="*/ 20479 h 606761"/>
              <a:gd name="connsiteX49" fmla="*/ 20505 w 607614"/>
              <a:gd name="connsiteY49" fmla="*/ 182037 h 606761"/>
              <a:gd name="connsiteX50" fmla="*/ 9873 w 607614"/>
              <a:gd name="connsiteY50" fmla="*/ 191897 h 606761"/>
              <a:gd name="connsiteX51" fmla="*/ 0 w 607614"/>
              <a:gd name="connsiteY51" fmla="*/ 182037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14" h="606761">
                <a:moveTo>
                  <a:pt x="597741" y="424733"/>
                </a:moveTo>
                <a:cubicBezTo>
                  <a:pt x="603057" y="424733"/>
                  <a:pt x="607614" y="429284"/>
                  <a:pt x="607614" y="434593"/>
                </a:cubicBezTo>
                <a:lnTo>
                  <a:pt x="607614" y="606761"/>
                </a:lnTo>
                <a:lnTo>
                  <a:pt x="435215" y="606761"/>
                </a:lnTo>
                <a:cubicBezTo>
                  <a:pt x="429899" y="606761"/>
                  <a:pt x="425342" y="602211"/>
                  <a:pt x="425342" y="596901"/>
                </a:cubicBezTo>
                <a:cubicBezTo>
                  <a:pt x="425342" y="590834"/>
                  <a:pt x="429899" y="586283"/>
                  <a:pt x="435215" y="586283"/>
                </a:cubicBezTo>
                <a:lnTo>
                  <a:pt x="587109" y="586283"/>
                </a:lnTo>
                <a:lnTo>
                  <a:pt x="587109" y="434593"/>
                </a:lnTo>
                <a:cubicBezTo>
                  <a:pt x="587109" y="429284"/>
                  <a:pt x="591665" y="424733"/>
                  <a:pt x="597741" y="424733"/>
                </a:cubicBezTo>
                <a:close/>
                <a:moveTo>
                  <a:pt x="9873" y="424733"/>
                </a:moveTo>
                <a:cubicBezTo>
                  <a:pt x="15948" y="424733"/>
                  <a:pt x="20505" y="429284"/>
                  <a:pt x="20505" y="434593"/>
                </a:cubicBezTo>
                <a:lnTo>
                  <a:pt x="20505" y="586283"/>
                </a:lnTo>
                <a:lnTo>
                  <a:pt x="182268" y="586283"/>
                </a:lnTo>
                <a:cubicBezTo>
                  <a:pt x="187585" y="586283"/>
                  <a:pt x="192141" y="590834"/>
                  <a:pt x="192141" y="596901"/>
                </a:cubicBezTo>
                <a:cubicBezTo>
                  <a:pt x="192141" y="602211"/>
                  <a:pt x="187585" y="606761"/>
                  <a:pt x="182268" y="606761"/>
                </a:cubicBezTo>
                <a:lnTo>
                  <a:pt x="0" y="606761"/>
                </a:lnTo>
                <a:lnTo>
                  <a:pt x="0" y="434593"/>
                </a:lnTo>
                <a:cubicBezTo>
                  <a:pt x="0" y="429284"/>
                  <a:pt x="4556" y="424733"/>
                  <a:pt x="9873" y="424733"/>
                </a:cubicBezTo>
                <a:close/>
                <a:moveTo>
                  <a:pt x="303807" y="151690"/>
                </a:moveTo>
                <a:cubicBezTo>
                  <a:pt x="309123" y="151690"/>
                  <a:pt x="313679" y="156241"/>
                  <a:pt x="313679" y="161550"/>
                </a:cubicBezTo>
                <a:lnTo>
                  <a:pt x="313679" y="293521"/>
                </a:lnTo>
                <a:lnTo>
                  <a:pt x="445808" y="293521"/>
                </a:lnTo>
                <a:cubicBezTo>
                  <a:pt x="451124" y="293521"/>
                  <a:pt x="455680" y="298072"/>
                  <a:pt x="455680" y="303381"/>
                </a:cubicBezTo>
                <a:cubicBezTo>
                  <a:pt x="455680" y="308690"/>
                  <a:pt x="451124" y="313241"/>
                  <a:pt x="445808" y="313241"/>
                </a:cubicBezTo>
                <a:lnTo>
                  <a:pt x="313679" y="313241"/>
                </a:lnTo>
                <a:lnTo>
                  <a:pt x="313679" y="445211"/>
                </a:lnTo>
                <a:cubicBezTo>
                  <a:pt x="313679" y="450521"/>
                  <a:pt x="309123" y="455071"/>
                  <a:pt x="303807" y="455071"/>
                </a:cubicBezTo>
                <a:cubicBezTo>
                  <a:pt x="298492" y="455071"/>
                  <a:pt x="293935" y="450521"/>
                  <a:pt x="293935" y="445211"/>
                </a:cubicBezTo>
                <a:lnTo>
                  <a:pt x="293935" y="313241"/>
                </a:lnTo>
                <a:lnTo>
                  <a:pt x="161806" y="313241"/>
                </a:lnTo>
                <a:cubicBezTo>
                  <a:pt x="156490" y="313241"/>
                  <a:pt x="151934" y="308690"/>
                  <a:pt x="151934" y="303381"/>
                </a:cubicBezTo>
                <a:cubicBezTo>
                  <a:pt x="151934" y="298072"/>
                  <a:pt x="156490" y="293521"/>
                  <a:pt x="161806" y="293521"/>
                </a:cubicBezTo>
                <a:lnTo>
                  <a:pt x="293935" y="293521"/>
                </a:lnTo>
                <a:lnTo>
                  <a:pt x="293935" y="161550"/>
                </a:lnTo>
                <a:cubicBezTo>
                  <a:pt x="293935" y="156241"/>
                  <a:pt x="298492" y="151690"/>
                  <a:pt x="303807" y="151690"/>
                </a:cubicBezTo>
                <a:close/>
                <a:moveTo>
                  <a:pt x="435215" y="0"/>
                </a:moveTo>
                <a:lnTo>
                  <a:pt x="607614" y="0"/>
                </a:lnTo>
                <a:lnTo>
                  <a:pt x="607614" y="182037"/>
                </a:lnTo>
                <a:cubicBezTo>
                  <a:pt x="607614" y="187346"/>
                  <a:pt x="603057" y="191897"/>
                  <a:pt x="597741" y="191897"/>
                </a:cubicBezTo>
                <a:cubicBezTo>
                  <a:pt x="591665" y="191897"/>
                  <a:pt x="587109" y="187346"/>
                  <a:pt x="587109" y="182037"/>
                </a:cubicBezTo>
                <a:lnTo>
                  <a:pt x="587109" y="20479"/>
                </a:lnTo>
                <a:lnTo>
                  <a:pt x="435215" y="20479"/>
                </a:lnTo>
                <a:cubicBezTo>
                  <a:pt x="429899" y="20479"/>
                  <a:pt x="425342" y="15928"/>
                  <a:pt x="425342" y="9860"/>
                </a:cubicBezTo>
                <a:cubicBezTo>
                  <a:pt x="425342" y="4551"/>
                  <a:pt x="429899" y="0"/>
                  <a:pt x="435215" y="0"/>
                </a:cubicBezTo>
                <a:close/>
                <a:moveTo>
                  <a:pt x="0" y="0"/>
                </a:moveTo>
                <a:lnTo>
                  <a:pt x="182268" y="0"/>
                </a:lnTo>
                <a:cubicBezTo>
                  <a:pt x="187585" y="0"/>
                  <a:pt x="192141" y="4551"/>
                  <a:pt x="192141" y="9860"/>
                </a:cubicBezTo>
                <a:cubicBezTo>
                  <a:pt x="192141" y="15928"/>
                  <a:pt x="187585" y="20479"/>
                  <a:pt x="182268" y="20479"/>
                </a:cubicBezTo>
                <a:lnTo>
                  <a:pt x="20505" y="20479"/>
                </a:lnTo>
                <a:lnTo>
                  <a:pt x="20505" y="182037"/>
                </a:lnTo>
                <a:cubicBezTo>
                  <a:pt x="20505" y="187346"/>
                  <a:pt x="15948" y="191897"/>
                  <a:pt x="9873" y="191897"/>
                </a:cubicBezTo>
                <a:cubicBezTo>
                  <a:pt x="4556" y="191897"/>
                  <a:pt x="0" y="187346"/>
                  <a:pt x="0" y="1820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accent1"/>
              </a:solidFill>
            </a:endParaRPr>
          </a:p>
        </p:txBody>
      </p:sp>
      <p:sp>
        <p:nvSpPr>
          <p:cNvPr id="10" name="文本框 9">
            <a:extLst>
              <a:ext uri="{FF2B5EF4-FFF2-40B4-BE49-F238E27FC236}">
                <a16:creationId xmlns:a16="http://schemas.microsoft.com/office/drawing/2014/main" id="{96B22278-6F71-B578-5AC4-97BFFAEE916B}"/>
              </a:ext>
            </a:extLst>
          </p:cNvPr>
          <p:cNvSpPr txBox="1"/>
          <p:nvPr/>
        </p:nvSpPr>
        <p:spPr>
          <a:xfrm>
            <a:off x="467394" y="2697687"/>
            <a:ext cx="4350086" cy="2635786"/>
          </a:xfrm>
          <a:prstGeom prst="rect">
            <a:avLst/>
          </a:prstGeom>
          <a:noFill/>
        </p:spPr>
        <p:txBody>
          <a:bodyPr wrap="square" rtlCol="0">
            <a:spAutoFit/>
          </a:bodyPr>
          <a:lstStyle/>
          <a:p>
            <a:pPr>
              <a:lnSpc>
                <a:spcPct val="150000"/>
              </a:lnSpc>
              <a:buClr>
                <a:schemeClr val="accent1"/>
              </a:buClr>
            </a:pPr>
            <a:r>
              <a:rPr lang="zh-CN" altLang="en-US" sz="1600" dirty="0">
                <a:effectLst/>
              </a:rPr>
              <a:t>获得一般的区域表征后，关键在于如何将特定于任务的知识整合到预训练的表示当中。</a:t>
            </a:r>
            <a:endParaRPr lang="en-US" altLang="zh-CN" sz="1600" dirty="0">
              <a:effectLst/>
            </a:endParaRPr>
          </a:p>
          <a:p>
            <a:pPr>
              <a:lnSpc>
                <a:spcPct val="150000"/>
              </a:lnSpc>
              <a:buClr>
                <a:schemeClr val="accent1"/>
              </a:buClr>
            </a:pPr>
            <a:endParaRPr lang="en-US" altLang="zh-CN" sz="1600" dirty="0"/>
          </a:p>
          <a:p>
            <a:pPr>
              <a:lnSpc>
                <a:spcPct val="150000"/>
              </a:lnSpc>
              <a:buClr>
                <a:schemeClr val="accent1"/>
              </a:buClr>
            </a:pPr>
            <a:r>
              <a:rPr lang="zh-CN" altLang="en-US" sz="1600" dirty="0">
                <a:effectLst/>
              </a:rPr>
              <a:t>本文采用两种方法：</a:t>
            </a:r>
            <a:endParaRPr lang="en-US" altLang="zh-CN" sz="1600" dirty="0">
              <a:effectLst/>
            </a:endParaRPr>
          </a:p>
          <a:p>
            <a:pPr marL="285750" indent="-285750">
              <a:lnSpc>
                <a:spcPct val="150000"/>
              </a:lnSpc>
              <a:buClr>
                <a:schemeClr val="accent1"/>
              </a:buClr>
              <a:buFont typeface="Wingdings" panose="05000000000000000000" pitchFamily="2" charset="2"/>
              <a:buChar char="p"/>
            </a:pPr>
            <a:r>
              <a:rPr lang="zh-CN" altLang="en-US" sz="1600" dirty="0"/>
              <a:t>手动设计的提示（基于显式领域知识设计）</a:t>
            </a:r>
            <a:endParaRPr lang="en-US" altLang="zh-CN" sz="1600" dirty="0"/>
          </a:p>
          <a:p>
            <a:pPr marL="285750" indent="-285750">
              <a:lnSpc>
                <a:spcPct val="150000"/>
              </a:lnSpc>
              <a:buClr>
                <a:schemeClr val="accent1"/>
              </a:buClr>
              <a:buFont typeface="Wingdings" panose="05000000000000000000" pitchFamily="2" charset="2"/>
              <a:buChar char="p"/>
            </a:pPr>
            <a:r>
              <a:rPr lang="zh-CN" altLang="en-US" sz="1600" dirty="0">
                <a:effectLst/>
              </a:rPr>
              <a:t>任务可学习的提示（提取隐式的任务特定知识）</a:t>
            </a:r>
          </a:p>
        </p:txBody>
      </p:sp>
    </p:spTree>
    <p:extLst>
      <p:ext uri="{BB962C8B-B14F-4D97-AF65-F5344CB8AC3E}">
        <p14:creationId xmlns:p14="http://schemas.microsoft.com/office/powerpoint/2010/main" val="4257416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4EBA8-2899-401A-0AF8-9D81EBE9A667}"/>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D4A987C-C9AE-A886-CF3E-21EC9A0F92FC}"/>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C666005-7EED-18E9-45FF-A974DDAC2A13}"/>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A3A2B735-E7DB-325C-D219-3D311FB4A2BE}"/>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6E29EC4E-E7FB-1E13-DAF2-5D49A0446572}"/>
              </a:ext>
            </a:extLst>
          </p:cNvPr>
          <p:cNvSpPr>
            <a:spLocks noGrp="1"/>
          </p:cNvSpPr>
          <p:nvPr>
            <p:ph type="sldNum" sz="quarter" idx="12"/>
          </p:nvPr>
        </p:nvSpPr>
        <p:spPr/>
        <p:txBody>
          <a:bodyPr/>
          <a:lstStyle/>
          <a:p>
            <a:fld id="{85D2FA34-3331-43EB-8D25-5E71EBC8F04D}" type="slidenum">
              <a:rPr lang="zh-CN" altLang="en-US" smtClean="0"/>
              <a:t>18</a:t>
            </a:fld>
            <a:endParaRPr lang="zh-CN" altLang="en-US"/>
          </a:p>
        </p:txBody>
      </p:sp>
      <p:pic>
        <p:nvPicPr>
          <p:cNvPr id="3" name="图片 2">
            <a:extLst>
              <a:ext uri="{FF2B5EF4-FFF2-40B4-BE49-F238E27FC236}">
                <a16:creationId xmlns:a16="http://schemas.microsoft.com/office/drawing/2014/main" id="{D0493FAB-ECEA-E793-6705-9528F6E7450D}"/>
              </a:ext>
            </a:extLst>
          </p:cNvPr>
          <p:cNvPicPr>
            <a:picLocks noChangeAspect="1"/>
          </p:cNvPicPr>
          <p:nvPr/>
        </p:nvPicPr>
        <p:blipFill>
          <a:blip r:embed="rId2"/>
          <a:stretch>
            <a:fillRect/>
          </a:stretch>
        </p:blipFill>
        <p:spPr>
          <a:xfrm>
            <a:off x="1873033" y="965836"/>
            <a:ext cx="8445934" cy="25083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文本框 3">
            <a:extLst>
              <a:ext uri="{FF2B5EF4-FFF2-40B4-BE49-F238E27FC236}">
                <a16:creationId xmlns:a16="http://schemas.microsoft.com/office/drawing/2014/main" id="{EA748013-C858-1AEE-68EA-34CEDC5CBF65}"/>
              </a:ext>
            </a:extLst>
          </p:cNvPr>
          <p:cNvSpPr txBox="1"/>
          <p:nvPr/>
        </p:nvSpPr>
        <p:spPr>
          <a:xfrm>
            <a:off x="516408" y="3741253"/>
            <a:ext cx="5579591" cy="430887"/>
          </a:xfrm>
          <a:prstGeom prst="rect">
            <a:avLst/>
          </a:prstGeom>
          <a:noFill/>
        </p:spPr>
        <p:txBody>
          <a:bodyPr wrap="square" rtlCol="0">
            <a:spAutoFit/>
          </a:bodyPr>
          <a:lstStyle/>
          <a:p>
            <a:r>
              <a:rPr lang="zh-CN" altLang="en-US" sz="2200" b="1" dirty="0">
                <a:solidFill>
                  <a:schemeClr val="accent1"/>
                </a:solidFill>
                <a:latin typeface="+mj-ea"/>
                <a:ea typeface="+mj-ea"/>
              </a:rPr>
              <a:t>手动设计的提示</a:t>
            </a:r>
          </a:p>
        </p:txBody>
      </p:sp>
      <p:cxnSp>
        <p:nvCxnSpPr>
          <p:cNvPr id="5" name="直接连接符 4">
            <a:extLst>
              <a:ext uri="{FF2B5EF4-FFF2-40B4-BE49-F238E27FC236}">
                <a16:creationId xmlns:a16="http://schemas.microsoft.com/office/drawing/2014/main" id="{188C7224-D2FB-AE4F-3C37-FBCA36055E3A}"/>
              </a:ext>
            </a:extLst>
          </p:cNvPr>
          <p:cNvCxnSpPr>
            <a:cxnSpLocks/>
          </p:cNvCxnSpPr>
          <p:nvPr/>
        </p:nvCxnSpPr>
        <p:spPr>
          <a:xfrm>
            <a:off x="516409" y="4215507"/>
            <a:ext cx="10757016"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BC1A3067-CDFC-AA64-F8C5-2775431D21D5}"/>
              </a:ext>
            </a:extLst>
          </p:cNvPr>
          <p:cNvSpPr txBox="1"/>
          <p:nvPr/>
        </p:nvSpPr>
        <p:spPr>
          <a:xfrm>
            <a:off x="603766" y="4351979"/>
            <a:ext cx="10619555" cy="1897122"/>
          </a:xfrm>
          <a:prstGeom prst="rect">
            <a:avLst/>
          </a:prstGeom>
          <a:noFill/>
        </p:spPr>
        <p:txBody>
          <a:bodyPr wrap="square" rtlCol="0">
            <a:spAutoFit/>
          </a:bodyPr>
          <a:lstStyle/>
          <a:p>
            <a:pPr>
              <a:lnSpc>
                <a:spcPct val="150000"/>
              </a:lnSpc>
              <a:buClr>
                <a:schemeClr val="accent1"/>
              </a:buClr>
              <a:defRPr/>
            </a:pPr>
            <a:r>
              <a:rPr lang="zh-CN" altLang="en-US" sz="1600" b="1" dirty="0"/>
              <a:t>采用调整区域子图结构的方法</a:t>
            </a:r>
            <a:endParaRPr lang="en-US" altLang="zh-CN" sz="1600" b="1" dirty="0"/>
          </a:p>
          <a:p>
            <a:pPr marL="342900" indent="-342900">
              <a:lnSpc>
                <a:spcPct val="150000"/>
              </a:lnSpc>
              <a:buClr>
                <a:schemeClr val="accent1"/>
              </a:buClr>
              <a:buFont typeface="+mj-lt"/>
              <a:buAutoNum type="arabicPeriod"/>
              <a:defRPr/>
            </a:pPr>
            <a:r>
              <a:rPr lang="zh-CN" altLang="en-US" sz="1600" dirty="0"/>
              <a:t>首先定义一组特定于任务的权重 </a:t>
            </a:r>
            <a:r>
              <a:rPr lang="en-US" altLang="zh-CN" sz="1600" dirty="0" err="1"/>
              <a:t>Wtask</a:t>
            </a:r>
            <a:r>
              <a:rPr lang="en-US" altLang="zh-CN" sz="1600" dirty="0"/>
              <a:t> </a:t>
            </a:r>
            <a:r>
              <a:rPr lang="zh-CN" altLang="en-US" sz="1600" dirty="0"/>
              <a:t>，该权重反映了各种类型的实体对下游任务的重要性</a:t>
            </a:r>
            <a:endParaRPr lang="en-US" altLang="zh-CN" sz="1600" dirty="0"/>
          </a:p>
          <a:p>
            <a:pPr lvl="1">
              <a:lnSpc>
                <a:spcPct val="150000"/>
              </a:lnSpc>
              <a:buClr>
                <a:schemeClr val="accent1"/>
              </a:buClr>
              <a:defRPr/>
            </a:pPr>
            <a:r>
              <a:rPr lang="en-US" altLang="zh-CN" sz="1600" dirty="0"/>
              <a:t>                                        w</a:t>
            </a:r>
            <a:r>
              <a:rPr lang="el-GR" altLang="zh-CN" sz="1600" baseline="-25000" dirty="0"/>
              <a:t>τ</a:t>
            </a:r>
            <a:r>
              <a:rPr lang="en-US" altLang="zh-CN" sz="1600" baseline="-25000" dirty="0" err="1"/>
              <a:t>i</a:t>
            </a:r>
            <a:r>
              <a:rPr lang="en-US" altLang="zh-CN" sz="1600" dirty="0"/>
              <a:t> ∈ [0, 1]</a:t>
            </a:r>
          </a:p>
          <a:p>
            <a:pPr marL="342900" indent="-342900">
              <a:lnSpc>
                <a:spcPct val="150000"/>
              </a:lnSpc>
              <a:buClr>
                <a:schemeClr val="accent1"/>
              </a:buClr>
              <a:buFont typeface="+mj-lt"/>
              <a:buAutoNum type="arabicPeriod"/>
              <a:defRPr/>
            </a:pPr>
            <a:r>
              <a:rPr lang="zh-CN" altLang="en-US" sz="1600" dirty="0"/>
              <a:t>根据权重，删除子图中的部分节点和边</a:t>
            </a:r>
            <a:endParaRPr lang="en-US" altLang="zh-CN" sz="1600" dirty="0"/>
          </a:p>
          <a:p>
            <a:pPr marL="342900" indent="-342900">
              <a:lnSpc>
                <a:spcPct val="150000"/>
              </a:lnSpc>
              <a:buClr>
                <a:schemeClr val="accent1"/>
              </a:buClr>
              <a:buFont typeface="+mj-lt"/>
              <a:buAutoNum type="arabicPeriod"/>
              <a:defRPr/>
            </a:pPr>
            <a:r>
              <a:rPr lang="zh-CN" altLang="en-US" sz="1600" dirty="0"/>
              <a:t>将调整后的子图输入到预训练的 </a:t>
            </a:r>
            <a:r>
              <a:rPr lang="en-US" altLang="zh-CN" sz="1600" dirty="0"/>
              <a:t>GURP </a:t>
            </a:r>
            <a:r>
              <a:rPr lang="zh-CN" altLang="en-US" sz="1600" dirty="0"/>
              <a:t>以生成特定于任务的嵌入</a:t>
            </a:r>
            <a:endParaRPr lang="en-US" altLang="zh-CN" sz="1600" dirty="0"/>
          </a:p>
        </p:txBody>
      </p:sp>
      <p:pic>
        <p:nvPicPr>
          <p:cNvPr id="1025" name="Picture 1">
            <a:extLst>
              <a:ext uri="{FF2B5EF4-FFF2-40B4-BE49-F238E27FC236}">
                <a16:creationId xmlns:a16="http://schemas.microsoft.com/office/drawing/2014/main" id="{79148FF1-DB82-8C80-F9FD-B081CA832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822" y="5157406"/>
            <a:ext cx="2295525" cy="34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797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688AB-9FDA-C8FD-2BD0-72F045783B76}"/>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AC51C2A1-E969-4C13-E2D3-005A384894A0}"/>
              </a:ext>
            </a:extLst>
          </p:cNvPr>
          <p:cNvPicPr>
            <a:picLocks noChangeAspect="1"/>
          </p:cNvPicPr>
          <p:nvPr/>
        </p:nvPicPr>
        <p:blipFill>
          <a:blip r:embed="rId2"/>
          <a:stretch>
            <a:fillRect/>
          </a:stretch>
        </p:blipFill>
        <p:spPr>
          <a:xfrm>
            <a:off x="7212409" y="1898809"/>
            <a:ext cx="4601319" cy="31300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7" name="直接连接符 16">
            <a:extLst>
              <a:ext uri="{FF2B5EF4-FFF2-40B4-BE49-F238E27FC236}">
                <a16:creationId xmlns:a16="http://schemas.microsoft.com/office/drawing/2014/main" id="{91476D99-1CBC-C677-5B35-72377A8EA487}"/>
              </a:ext>
            </a:extLst>
          </p:cNvPr>
          <p:cNvCxnSpPr>
            <a:stCxn id="23" idx="3"/>
          </p:cNvCxnSpPr>
          <p:nvPr/>
        </p:nvCxnSpPr>
        <p:spPr>
          <a:xfrm flipV="1">
            <a:off x="3349367" y="623737"/>
            <a:ext cx="751445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BA86FD2-B4F7-D740-B179-BEF5D4BE27C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D3682D83-4C76-A39C-95EC-D5EA5E1DA67B}"/>
              </a:ext>
            </a:extLst>
          </p:cNvPr>
          <p:cNvSpPr txBox="1"/>
          <p:nvPr/>
        </p:nvSpPr>
        <p:spPr>
          <a:xfrm>
            <a:off x="1010265" y="410905"/>
            <a:ext cx="2339102" cy="461665"/>
          </a:xfrm>
          <a:prstGeom prst="rect">
            <a:avLst/>
          </a:prstGeom>
          <a:noFill/>
        </p:spPr>
        <p:txBody>
          <a:bodyPr wrap="none" rtlCol="0">
            <a:spAutoFit/>
          </a:bodyPr>
          <a:lstStyle/>
          <a:p>
            <a:r>
              <a:rPr lang="zh-CN" altLang="en-US" sz="2400" b="1" dirty="0">
                <a:latin typeface="+mj-ea"/>
                <a:ea typeface="+mj-ea"/>
              </a:rPr>
              <a:t>总体框架及细节</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E0CFB8BD-0C17-6A5B-1323-87D0857EDDF7}"/>
              </a:ext>
            </a:extLst>
          </p:cNvPr>
          <p:cNvSpPr>
            <a:spLocks noGrp="1"/>
          </p:cNvSpPr>
          <p:nvPr>
            <p:ph type="sldNum" sz="quarter" idx="12"/>
          </p:nvPr>
        </p:nvSpPr>
        <p:spPr/>
        <p:txBody>
          <a:bodyPr/>
          <a:lstStyle/>
          <a:p>
            <a:fld id="{85D2FA34-3331-43EB-8D25-5E71EBC8F04D}" type="slidenum">
              <a:rPr lang="zh-CN" altLang="en-US" smtClean="0"/>
              <a:t>19</a:t>
            </a:fld>
            <a:endParaRPr lang="zh-CN" altLang="en-US"/>
          </a:p>
        </p:txBody>
      </p:sp>
      <p:sp>
        <p:nvSpPr>
          <p:cNvPr id="4" name="文本框 3">
            <a:extLst>
              <a:ext uri="{FF2B5EF4-FFF2-40B4-BE49-F238E27FC236}">
                <a16:creationId xmlns:a16="http://schemas.microsoft.com/office/drawing/2014/main" id="{2668E686-182F-7023-B6C1-4E1E20E037DB}"/>
              </a:ext>
            </a:extLst>
          </p:cNvPr>
          <p:cNvSpPr txBox="1"/>
          <p:nvPr/>
        </p:nvSpPr>
        <p:spPr>
          <a:xfrm>
            <a:off x="516409" y="1280344"/>
            <a:ext cx="2270632" cy="430887"/>
          </a:xfrm>
          <a:prstGeom prst="rect">
            <a:avLst/>
          </a:prstGeom>
          <a:noFill/>
        </p:spPr>
        <p:txBody>
          <a:bodyPr wrap="square" rtlCol="0">
            <a:spAutoFit/>
          </a:bodyPr>
          <a:lstStyle/>
          <a:p>
            <a:r>
              <a:rPr lang="zh-CN" altLang="en-US" sz="2200" b="1" dirty="0">
                <a:solidFill>
                  <a:schemeClr val="accent1"/>
                </a:solidFill>
                <a:latin typeface="+mj-ea"/>
                <a:ea typeface="+mj-ea"/>
              </a:rPr>
              <a:t>任务可学习提示</a:t>
            </a:r>
          </a:p>
        </p:txBody>
      </p:sp>
      <p:cxnSp>
        <p:nvCxnSpPr>
          <p:cNvPr id="5" name="直接连接符 4">
            <a:extLst>
              <a:ext uri="{FF2B5EF4-FFF2-40B4-BE49-F238E27FC236}">
                <a16:creationId xmlns:a16="http://schemas.microsoft.com/office/drawing/2014/main" id="{2067DEAF-3C26-A922-0B73-05D1628395AC}"/>
              </a:ext>
            </a:extLst>
          </p:cNvPr>
          <p:cNvCxnSpPr>
            <a:cxnSpLocks/>
          </p:cNvCxnSpPr>
          <p:nvPr/>
        </p:nvCxnSpPr>
        <p:spPr>
          <a:xfrm>
            <a:off x="516409" y="1754598"/>
            <a:ext cx="619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6DF6139-5586-3600-A128-55FF6D4742A7}"/>
              </a:ext>
            </a:extLst>
          </p:cNvPr>
          <p:cNvSpPr txBox="1"/>
          <p:nvPr/>
        </p:nvSpPr>
        <p:spPr>
          <a:xfrm>
            <a:off x="482600" y="1841975"/>
            <a:ext cx="6274141" cy="3743782"/>
          </a:xfrm>
          <a:prstGeom prst="rect">
            <a:avLst/>
          </a:prstGeom>
          <a:noFill/>
        </p:spPr>
        <p:txBody>
          <a:bodyPr wrap="square" rtlCol="0">
            <a:spAutoFit/>
          </a:bodyPr>
          <a:lstStyle/>
          <a:p>
            <a:pPr>
              <a:lnSpc>
                <a:spcPct val="150000"/>
              </a:lnSpc>
              <a:buClr>
                <a:schemeClr val="accent1"/>
              </a:buClr>
              <a:defRPr/>
            </a:pPr>
            <a:r>
              <a:rPr lang="zh-CN" altLang="en-US" sz="1600" b="1" dirty="0"/>
              <a:t>用提示图来描述任务对不同区域的适应性，引入图核方法 </a:t>
            </a:r>
            <a:r>
              <a:rPr lang="en-US" altLang="zh-CN" sz="1600" b="1" dirty="0"/>
              <a:t>[7,33,44] </a:t>
            </a:r>
            <a:r>
              <a:rPr lang="zh-CN" altLang="en-US" sz="1600" b="1" dirty="0"/>
              <a:t>来评估提示图和区域子图之间的相似性</a:t>
            </a:r>
            <a:endParaRPr lang="en-US" altLang="zh-CN" sz="1600" b="1" dirty="0"/>
          </a:p>
          <a:p>
            <a:pPr marL="342900" indent="-342900">
              <a:lnSpc>
                <a:spcPct val="150000"/>
              </a:lnSpc>
              <a:buClr>
                <a:schemeClr val="accent1"/>
              </a:buClr>
              <a:buFont typeface="+mj-lt"/>
              <a:buAutoNum type="arabicPeriod"/>
              <a:defRPr/>
            </a:pPr>
            <a:r>
              <a:rPr lang="zh-CN" altLang="en-US" sz="1600" dirty="0"/>
              <a:t>对每个区域子图 </a:t>
            </a:r>
            <a:r>
              <a:rPr lang="en-US" altLang="zh-CN" sz="1600" dirty="0"/>
              <a:t>gr </a:t>
            </a:r>
            <a:r>
              <a:rPr lang="zh-CN" altLang="en-US" sz="1600" dirty="0"/>
              <a:t>，利用属性图核函数 </a:t>
            </a:r>
            <a:r>
              <a:rPr lang="en-US" altLang="zh-CN" sz="1600" dirty="0" err="1"/>
              <a:t>Kp</a:t>
            </a:r>
            <a:r>
              <a:rPr lang="en-US" altLang="zh-CN" sz="1600" dirty="0"/>
              <a:t> (·, ·) </a:t>
            </a:r>
            <a:r>
              <a:rPr lang="zh-CN" altLang="en-US" sz="1600" dirty="0"/>
              <a:t>来衡量 </a:t>
            </a:r>
            <a:r>
              <a:rPr lang="en-US" altLang="zh-CN" sz="1600" dirty="0"/>
              <a:t>gr </a:t>
            </a:r>
            <a:r>
              <a:rPr lang="zh-CN" altLang="en-US" sz="1600" dirty="0"/>
              <a:t>和每个提示图之间的相似性。</a:t>
            </a:r>
            <a:endParaRPr lang="en-US" altLang="zh-CN" sz="1600" dirty="0"/>
          </a:p>
          <a:p>
            <a:pPr marL="800100" lvl="1" indent="-342900">
              <a:lnSpc>
                <a:spcPct val="150000"/>
              </a:lnSpc>
              <a:buClr>
                <a:schemeClr val="accent1"/>
              </a:buClr>
              <a:buFont typeface="+mj-lt"/>
              <a:buAutoNum type="alphaLcPeriod"/>
              <a:defRPr/>
            </a:pPr>
            <a:r>
              <a:rPr lang="zh-CN" altLang="en-US" sz="1600" dirty="0"/>
              <a:t>采用 </a:t>
            </a:r>
            <a:r>
              <a:rPr lang="en-US" altLang="zh-CN" sz="1600" dirty="0"/>
              <a:t>P </a:t>
            </a:r>
            <a:r>
              <a:rPr lang="zh-CN" altLang="en-US" sz="1600" dirty="0"/>
              <a:t>步随机游走核来计算区域子图和每个提示图之间的核值</a:t>
            </a:r>
            <a:endParaRPr lang="en-US" altLang="zh-CN" sz="1600" dirty="0"/>
          </a:p>
          <a:p>
            <a:pPr marL="800100" lvl="1" indent="-342900">
              <a:lnSpc>
                <a:spcPct val="150000"/>
              </a:lnSpc>
              <a:buClr>
                <a:schemeClr val="accent1"/>
              </a:buClr>
              <a:buFont typeface="+mj-lt"/>
              <a:buAutoNum type="alphaLcPeriod"/>
              <a:defRPr/>
            </a:pPr>
            <a:r>
              <a:rPr lang="zh-CN" altLang="en-US" sz="1600" dirty="0"/>
              <a:t>这些值连接起来形成每个区域的 </a:t>
            </a:r>
            <a:r>
              <a:rPr lang="en-US" altLang="zh-CN" sz="1600" dirty="0"/>
              <a:t>m </a:t>
            </a:r>
            <a:r>
              <a:rPr lang="zh-CN" altLang="en-US" sz="1600" dirty="0"/>
              <a:t>维提示向量</a:t>
            </a:r>
            <a:endParaRPr lang="en-US" altLang="zh-CN" sz="1600" dirty="0"/>
          </a:p>
          <a:p>
            <a:pPr marL="342900" indent="-342900">
              <a:lnSpc>
                <a:spcPct val="150000"/>
              </a:lnSpc>
              <a:buClr>
                <a:schemeClr val="accent1"/>
              </a:buClr>
              <a:buFont typeface="+mj-lt"/>
              <a:buAutoNum type="arabicPeriod"/>
              <a:defRPr/>
            </a:pPr>
            <a:r>
              <a:rPr lang="zh-CN" altLang="en-US" sz="1600" dirty="0"/>
              <a:t>将提示向量连接到预训练的区域表征之前，形成新的嵌入</a:t>
            </a:r>
            <a:endParaRPr lang="en-US" altLang="zh-CN" sz="1600" dirty="0"/>
          </a:p>
          <a:p>
            <a:pPr marL="342900" indent="-342900">
              <a:lnSpc>
                <a:spcPct val="150000"/>
              </a:lnSpc>
              <a:buClr>
                <a:schemeClr val="accent1"/>
              </a:buClr>
              <a:buFont typeface="+mj-lt"/>
              <a:buAutoNum type="arabicPeriod"/>
              <a:defRPr/>
            </a:pPr>
            <a:r>
              <a:rPr lang="zh-CN" altLang="en-US" sz="1600" dirty="0"/>
              <a:t>新的嵌入被输入到线性层中</a:t>
            </a:r>
            <a:endParaRPr lang="en-US" altLang="zh-CN" sz="1600" dirty="0"/>
          </a:p>
          <a:p>
            <a:pPr marL="342900" indent="-342900">
              <a:lnSpc>
                <a:spcPct val="150000"/>
              </a:lnSpc>
              <a:buClr>
                <a:schemeClr val="accent1"/>
              </a:buClr>
              <a:buFont typeface="+mj-lt"/>
              <a:buAutoNum type="arabicPeriod"/>
              <a:defRPr/>
            </a:pPr>
            <a:r>
              <a:rPr lang="zh-CN" altLang="en-US" sz="1600" dirty="0"/>
              <a:t>使用简单的 </a:t>
            </a:r>
            <a:r>
              <a:rPr lang="en-US" altLang="zh-CN" sz="1600" dirty="0"/>
              <a:t>MSE </a:t>
            </a:r>
            <a:r>
              <a:rPr lang="zh-CN" altLang="en-US" sz="1600" dirty="0"/>
              <a:t>损失函数，来获得最终的提示表征：</a:t>
            </a:r>
            <a:endParaRPr lang="en-US" altLang="zh-CN" sz="1600" dirty="0"/>
          </a:p>
        </p:txBody>
      </p:sp>
      <p:pic>
        <p:nvPicPr>
          <p:cNvPr id="2049" name="Picture 1">
            <a:extLst>
              <a:ext uri="{FF2B5EF4-FFF2-40B4-BE49-F238E27FC236}">
                <a16:creationId xmlns:a16="http://schemas.microsoft.com/office/drawing/2014/main" id="{70417690-BA7D-D174-2D31-6A379FB12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526" y="5669779"/>
            <a:ext cx="3009900" cy="68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779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3298E-5637-2739-2831-27356D0FDF6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905326E-CC38-EA11-2F7B-BD56EC564A5A}"/>
              </a:ext>
            </a:extLst>
          </p:cNvPr>
          <p:cNvSpPr/>
          <p:nvPr/>
        </p:nvSpPr>
        <p:spPr>
          <a:xfrm>
            <a:off x="4934267" y="160735"/>
            <a:ext cx="2323467" cy="13184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7388E06-990F-34F1-E72E-8F89097EB5D6}"/>
              </a:ext>
            </a:extLst>
          </p:cNvPr>
          <p:cNvSpPr txBox="1"/>
          <p:nvPr/>
        </p:nvSpPr>
        <p:spPr>
          <a:xfrm>
            <a:off x="5490706" y="466005"/>
            <a:ext cx="1287532" cy="707886"/>
          </a:xfrm>
          <a:prstGeom prst="rect">
            <a:avLst/>
          </a:prstGeom>
          <a:noFill/>
        </p:spPr>
        <p:txBody>
          <a:bodyPr wrap="none" rtlCol="0">
            <a:spAutoFit/>
          </a:bodyPr>
          <a:lstStyle/>
          <a:p>
            <a:r>
              <a:rPr lang="zh-CN" altLang="en-US" sz="4000" b="1" spc="300">
                <a:solidFill>
                  <a:schemeClr val="bg1"/>
                </a:solidFill>
                <a:latin typeface="+mj-ea"/>
                <a:ea typeface="+mj-ea"/>
              </a:rPr>
              <a:t>目录</a:t>
            </a:r>
          </a:p>
        </p:txBody>
      </p:sp>
      <p:sp>
        <p:nvSpPr>
          <p:cNvPr id="33" name="矩形: 圆角 32">
            <a:extLst>
              <a:ext uri="{FF2B5EF4-FFF2-40B4-BE49-F238E27FC236}">
                <a16:creationId xmlns:a16="http://schemas.microsoft.com/office/drawing/2014/main" id="{0CFABB36-82E9-B5D4-47C0-7DA5966F9029}"/>
              </a:ext>
            </a:extLst>
          </p:cNvPr>
          <p:cNvSpPr/>
          <p:nvPr/>
        </p:nvSpPr>
        <p:spPr>
          <a:xfrm>
            <a:off x="2267281" y="2892026"/>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01</a:t>
            </a:r>
            <a:endParaRPr lang="zh-CN" altLang="en-US" sz="2800" b="1">
              <a:latin typeface="+mj-ea"/>
              <a:ea typeface="+mj-ea"/>
            </a:endParaRPr>
          </a:p>
        </p:txBody>
      </p:sp>
      <p:sp>
        <p:nvSpPr>
          <p:cNvPr id="46" name="文本框 45">
            <a:extLst>
              <a:ext uri="{FF2B5EF4-FFF2-40B4-BE49-F238E27FC236}">
                <a16:creationId xmlns:a16="http://schemas.microsoft.com/office/drawing/2014/main" id="{DBD1FC79-A536-2AD7-448C-0A26BBD0F70B}"/>
              </a:ext>
            </a:extLst>
          </p:cNvPr>
          <p:cNvSpPr txBox="1"/>
          <p:nvPr/>
        </p:nvSpPr>
        <p:spPr>
          <a:xfrm>
            <a:off x="3010231" y="4160261"/>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总体框架及细节</a:t>
            </a:r>
            <a:endParaRPr lang="en-US" altLang="zh-CN" dirty="0"/>
          </a:p>
        </p:txBody>
      </p:sp>
      <p:sp>
        <p:nvSpPr>
          <p:cNvPr id="47" name="矩形: 圆角 46">
            <a:extLst>
              <a:ext uri="{FF2B5EF4-FFF2-40B4-BE49-F238E27FC236}">
                <a16:creationId xmlns:a16="http://schemas.microsoft.com/office/drawing/2014/main" id="{C6818659-706B-1ADB-69CF-B5640AC84B19}"/>
              </a:ext>
            </a:extLst>
          </p:cNvPr>
          <p:cNvSpPr/>
          <p:nvPr/>
        </p:nvSpPr>
        <p:spPr>
          <a:xfrm>
            <a:off x="2267281" y="4041958"/>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02</a:t>
            </a:r>
            <a:endParaRPr lang="zh-CN" altLang="en-US" sz="2800" b="1">
              <a:latin typeface="+mj-ea"/>
              <a:ea typeface="+mj-ea"/>
            </a:endParaRPr>
          </a:p>
        </p:txBody>
      </p:sp>
      <p:sp>
        <p:nvSpPr>
          <p:cNvPr id="53" name="矩形: 圆角 52">
            <a:extLst>
              <a:ext uri="{FF2B5EF4-FFF2-40B4-BE49-F238E27FC236}">
                <a16:creationId xmlns:a16="http://schemas.microsoft.com/office/drawing/2014/main" id="{CEDC7D26-9634-4FE7-02E5-AB9ED8C4C6AB}"/>
              </a:ext>
            </a:extLst>
          </p:cNvPr>
          <p:cNvSpPr/>
          <p:nvPr/>
        </p:nvSpPr>
        <p:spPr>
          <a:xfrm>
            <a:off x="7372144" y="2892025"/>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03</a:t>
            </a:r>
            <a:endParaRPr lang="zh-CN" altLang="en-US" sz="2800" b="1" dirty="0">
              <a:latin typeface="+mj-ea"/>
              <a:ea typeface="+mj-ea"/>
            </a:endParaRPr>
          </a:p>
        </p:txBody>
      </p:sp>
      <p:sp>
        <p:nvSpPr>
          <p:cNvPr id="4" name="矩形: 圆角 3">
            <a:extLst>
              <a:ext uri="{FF2B5EF4-FFF2-40B4-BE49-F238E27FC236}">
                <a16:creationId xmlns:a16="http://schemas.microsoft.com/office/drawing/2014/main" id="{61BE36B5-0CA0-7D29-9EC8-D58FDCE29C20}"/>
              </a:ext>
            </a:extLst>
          </p:cNvPr>
          <p:cNvSpPr/>
          <p:nvPr/>
        </p:nvSpPr>
        <p:spPr>
          <a:xfrm>
            <a:off x="7371188" y="4041957"/>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04</a:t>
            </a:r>
            <a:endParaRPr lang="zh-CN" altLang="en-US" sz="2800" b="1" dirty="0">
              <a:latin typeface="+mj-ea"/>
              <a:ea typeface="+mj-ea"/>
            </a:endParaRPr>
          </a:p>
        </p:txBody>
      </p:sp>
      <p:sp>
        <p:nvSpPr>
          <p:cNvPr id="6" name="文本框 5">
            <a:extLst>
              <a:ext uri="{FF2B5EF4-FFF2-40B4-BE49-F238E27FC236}">
                <a16:creationId xmlns:a16="http://schemas.microsoft.com/office/drawing/2014/main" id="{189D2146-C452-09EA-5404-31D673E8DD9B}"/>
              </a:ext>
            </a:extLst>
          </p:cNvPr>
          <p:cNvSpPr txBox="1"/>
          <p:nvPr/>
        </p:nvSpPr>
        <p:spPr>
          <a:xfrm>
            <a:off x="8224916" y="3010329"/>
            <a:ext cx="2329139" cy="400110"/>
          </a:xfrm>
          <a:prstGeom prst="rect">
            <a:avLst/>
          </a:prstGeom>
          <a:noFill/>
        </p:spPr>
        <p:txBody>
          <a:bodyPr wrap="square">
            <a:spAutoFit/>
          </a:bodyPr>
          <a:lstStyle/>
          <a:p>
            <a:r>
              <a:rPr lang="zh-CN" altLang="en-US" sz="2000" b="1" dirty="0">
                <a:latin typeface="+mj-lt"/>
                <a:ea typeface="+mj-ea"/>
              </a:rPr>
              <a:t>实验</a:t>
            </a:r>
          </a:p>
        </p:txBody>
      </p:sp>
      <p:sp>
        <p:nvSpPr>
          <p:cNvPr id="7" name="文本框 6">
            <a:extLst>
              <a:ext uri="{FF2B5EF4-FFF2-40B4-BE49-F238E27FC236}">
                <a16:creationId xmlns:a16="http://schemas.microsoft.com/office/drawing/2014/main" id="{513CD25D-FC5A-2BE0-310D-548D39F70873}"/>
              </a:ext>
            </a:extLst>
          </p:cNvPr>
          <p:cNvSpPr txBox="1"/>
          <p:nvPr/>
        </p:nvSpPr>
        <p:spPr>
          <a:xfrm>
            <a:off x="8224917" y="4160260"/>
            <a:ext cx="2155420"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思考</a:t>
            </a:r>
          </a:p>
        </p:txBody>
      </p:sp>
      <p:sp>
        <p:nvSpPr>
          <p:cNvPr id="9" name="文本框 8">
            <a:extLst>
              <a:ext uri="{FF2B5EF4-FFF2-40B4-BE49-F238E27FC236}">
                <a16:creationId xmlns:a16="http://schemas.microsoft.com/office/drawing/2014/main" id="{2CC9878B-22DB-A006-1532-80FD9ED97990}"/>
              </a:ext>
            </a:extLst>
          </p:cNvPr>
          <p:cNvSpPr txBox="1"/>
          <p:nvPr/>
        </p:nvSpPr>
        <p:spPr>
          <a:xfrm>
            <a:off x="3010231" y="3018874"/>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论文动机及贡献</a:t>
            </a:r>
            <a:endParaRPr lang="en-US" altLang="zh-CN" dirty="0"/>
          </a:p>
        </p:txBody>
      </p:sp>
    </p:spTree>
    <p:extLst>
      <p:ext uri="{BB962C8B-B14F-4D97-AF65-F5344CB8AC3E}">
        <p14:creationId xmlns:p14="http://schemas.microsoft.com/office/powerpoint/2010/main" val="3493717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E8B5-CA93-0753-8869-9FCDE0B6F14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A9CAF22-9C38-3627-A941-C210B78E3D2C}"/>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1506894-150F-DF69-320E-E66A14280EF3}"/>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D23D740F-6FAA-54EF-9134-1E1B44776256}"/>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实验</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03C8C2C1-A66D-0374-C01A-BF57816A9782}"/>
              </a:ext>
            </a:extLst>
          </p:cNvPr>
          <p:cNvSpPr>
            <a:spLocks noGrp="1"/>
          </p:cNvSpPr>
          <p:nvPr>
            <p:ph type="sldNum" sz="quarter" idx="12"/>
          </p:nvPr>
        </p:nvSpPr>
        <p:spPr/>
        <p:txBody>
          <a:bodyPr/>
          <a:lstStyle/>
          <a:p>
            <a:fld id="{85D2FA34-3331-43EB-8D25-5E71EBC8F04D}" type="slidenum">
              <a:rPr lang="zh-CN" altLang="en-US" smtClean="0"/>
              <a:t>21</a:t>
            </a:fld>
            <a:endParaRPr lang="zh-CN" altLang="en-US"/>
          </a:p>
        </p:txBody>
      </p:sp>
      <p:pic>
        <p:nvPicPr>
          <p:cNvPr id="3073" name="Picture 1">
            <a:extLst>
              <a:ext uri="{FF2B5EF4-FFF2-40B4-BE49-F238E27FC236}">
                <a16:creationId xmlns:a16="http://schemas.microsoft.com/office/drawing/2014/main" id="{02D1BE75-E630-496F-30D9-921F7170F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2809" y="1730609"/>
            <a:ext cx="5876925" cy="3781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文本框 1">
            <a:extLst>
              <a:ext uri="{FF2B5EF4-FFF2-40B4-BE49-F238E27FC236}">
                <a16:creationId xmlns:a16="http://schemas.microsoft.com/office/drawing/2014/main" id="{89ADCF4A-5BCA-3E4E-0624-611E41AE303E}"/>
              </a:ext>
            </a:extLst>
          </p:cNvPr>
          <p:cNvSpPr txBox="1"/>
          <p:nvPr/>
        </p:nvSpPr>
        <p:spPr>
          <a:xfrm>
            <a:off x="516409" y="2612053"/>
            <a:ext cx="2270632" cy="430887"/>
          </a:xfrm>
          <a:prstGeom prst="rect">
            <a:avLst/>
          </a:prstGeom>
          <a:noFill/>
        </p:spPr>
        <p:txBody>
          <a:bodyPr wrap="square" rtlCol="0">
            <a:spAutoFit/>
          </a:bodyPr>
          <a:lstStyle/>
          <a:p>
            <a:r>
              <a:rPr lang="zh-CN" altLang="en-US" sz="2200" b="1" dirty="0">
                <a:solidFill>
                  <a:schemeClr val="accent1"/>
                </a:solidFill>
                <a:latin typeface="+mj-ea"/>
                <a:ea typeface="+mj-ea"/>
              </a:rPr>
              <a:t>数据集</a:t>
            </a:r>
          </a:p>
        </p:txBody>
      </p:sp>
      <p:cxnSp>
        <p:nvCxnSpPr>
          <p:cNvPr id="3" name="直接连接符 2">
            <a:extLst>
              <a:ext uri="{FF2B5EF4-FFF2-40B4-BE49-F238E27FC236}">
                <a16:creationId xmlns:a16="http://schemas.microsoft.com/office/drawing/2014/main" id="{8763DEDF-71F4-7F80-1343-74AC5E8BA4B3}"/>
              </a:ext>
            </a:extLst>
          </p:cNvPr>
          <p:cNvCxnSpPr>
            <a:cxnSpLocks/>
          </p:cNvCxnSpPr>
          <p:nvPr/>
        </p:nvCxnSpPr>
        <p:spPr>
          <a:xfrm>
            <a:off x="516409" y="3086307"/>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84E5596-F816-6069-B583-88568FDAC000}"/>
              </a:ext>
            </a:extLst>
          </p:cNvPr>
          <p:cNvSpPr txBox="1"/>
          <p:nvPr/>
        </p:nvSpPr>
        <p:spPr>
          <a:xfrm>
            <a:off x="482600" y="3173684"/>
            <a:ext cx="5145809" cy="1897122"/>
          </a:xfrm>
          <a:prstGeom prst="rect">
            <a:avLst/>
          </a:prstGeom>
          <a:noFill/>
        </p:spPr>
        <p:txBody>
          <a:bodyPr wrap="square" rtlCol="0">
            <a:spAutoFit/>
          </a:bodyPr>
          <a:lstStyle/>
          <a:p>
            <a:pPr>
              <a:lnSpc>
                <a:spcPct val="150000"/>
              </a:lnSpc>
              <a:buClr>
                <a:schemeClr val="accent1"/>
              </a:buClr>
              <a:defRPr/>
            </a:pPr>
            <a:r>
              <a:rPr lang="zh-CN" altLang="en-US" sz="1600" b="1" dirty="0"/>
              <a:t>签到数据分为两种：</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dirty="0"/>
              <a:t>个体层面的： </a:t>
            </a:r>
            <a:r>
              <a:rPr lang="en-US" altLang="zh-CN" sz="1600" dirty="0"/>
              <a:t>Knows When Somebody Checks In</a:t>
            </a:r>
          </a:p>
          <a:p>
            <a:pPr marL="285750" indent="-285750">
              <a:lnSpc>
                <a:spcPct val="150000"/>
              </a:lnSpc>
              <a:buClr>
                <a:schemeClr val="accent1"/>
              </a:buClr>
              <a:buFont typeface="Wingdings" panose="05000000000000000000" pitchFamily="2" charset="2"/>
              <a:buChar char="p"/>
              <a:defRPr/>
            </a:pPr>
            <a:r>
              <a:rPr lang="zh-CN" altLang="en-US" sz="1600" dirty="0"/>
              <a:t>群体层面的： </a:t>
            </a:r>
            <a:r>
              <a:rPr lang="en-US" altLang="zh-CN" sz="1600" dirty="0"/>
              <a:t>Streaming Check-In Data</a:t>
            </a:r>
          </a:p>
          <a:p>
            <a:pPr marL="285750" indent="-285750">
              <a:lnSpc>
                <a:spcPct val="150000"/>
              </a:lnSpc>
              <a:buClr>
                <a:schemeClr val="accent1"/>
              </a:buClr>
              <a:buFont typeface="Wingdings" panose="05000000000000000000" pitchFamily="2" charset="2"/>
              <a:buChar char="p"/>
              <a:defRPr/>
            </a:pPr>
            <a:endParaRPr lang="en-US" altLang="zh-CN" sz="1600" dirty="0"/>
          </a:p>
          <a:p>
            <a:pPr>
              <a:lnSpc>
                <a:spcPct val="150000"/>
              </a:lnSpc>
              <a:buClr>
                <a:schemeClr val="accent1"/>
              </a:buClr>
              <a:defRPr/>
            </a:pPr>
            <a:r>
              <a:rPr lang="zh-CN" altLang="en-US" sz="1600" dirty="0"/>
              <a:t>文中未提到采用哪种数据</a:t>
            </a:r>
            <a:endParaRPr lang="en-US" altLang="zh-CN" sz="1600" dirty="0"/>
          </a:p>
        </p:txBody>
      </p:sp>
    </p:spTree>
    <p:extLst>
      <p:ext uri="{BB962C8B-B14F-4D97-AF65-F5344CB8AC3E}">
        <p14:creationId xmlns:p14="http://schemas.microsoft.com/office/powerpoint/2010/main" val="1411426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0BDAA-47FC-86F6-7B08-0B9D2CEFB51D}"/>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895E65B1-4445-1687-CF90-297013582653}"/>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ED3194C-B3BB-07CF-C791-967999F47367}"/>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2DD43F31-E6A5-0720-694E-DB8F1EFD1EAC}"/>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实验</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B82AEDD8-F9B1-2791-277C-1D40EF65BC18}"/>
              </a:ext>
            </a:extLst>
          </p:cNvPr>
          <p:cNvSpPr>
            <a:spLocks noGrp="1"/>
          </p:cNvSpPr>
          <p:nvPr>
            <p:ph type="sldNum" sz="quarter" idx="12"/>
          </p:nvPr>
        </p:nvSpPr>
        <p:spPr/>
        <p:txBody>
          <a:bodyPr/>
          <a:lstStyle/>
          <a:p>
            <a:fld id="{85D2FA34-3331-43EB-8D25-5E71EBC8F04D}" type="slidenum">
              <a:rPr lang="zh-CN" altLang="en-US" smtClean="0"/>
              <a:t>22</a:t>
            </a:fld>
            <a:endParaRPr lang="zh-CN" altLang="en-US"/>
          </a:p>
        </p:txBody>
      </p:sp>
      <p:pic>
        <p:nvPicPr>
          <p:cNvPr id="3" name="图片 2">
            <a:extLst>
              <a:ext uri="{FF2B5EF4-FFF2-40B4-BE49-F238E27FC236}">
                <a16:creationId xmlns:a16="http://schemas.microsoft.com/office/drawing/2014/main" id="{49269114-D349-FD30-342E-5E2FF822559D}"/>
              </a:ext>
            </a:extLst>
          </p:cNvPr>
          <p:cNvPicPr>
            <a:picLocks noChangeAspect="1"/>
          </p:cNvPicPr>
          <p:nvPr/>
        </p:nvPicPr>
        <p:blipFill>
          <a:blip r:embed="rId2"/>
          <a:stretch>
            <a:fillRect/>
          </a:stretch>
        </p:blipFill>
        <p:spPr>
          <a:xfrm>
            <a:off x="2576187" y="718541"/>
            <a:ext cx="6858951" cy="33624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文本框 3">
            <a:extLst>
              <a:ext uri="{FF2B5EF4-FFF2-40B4-BE49-F238E27FC236}">
                <a16:creationId xmlns:a16="http://schemas.microsoft.com/office/drawing/2014/main" id="{6A64AD10-A76A-D5AD-A8C7-7453CF1E09DA}"/>
              </a:ext>
            </a:extLst>
          </p:cNvPr>
          <p:cNvSpPr txBox="1"/>
          <p:nvPr/>
        </p:nvSpPr>
        <p:spPr>
          <a:xfrm>
            <a:off x="325817" y="3751305"/>
            <a:ext cx="2270632" cy="430887"/>
          </a:xfrm>
          <a:prstGeom prst="rect">
            <a:avLst/>
          </a:prstGeom>
          <a:noFill/>
        </p:spPr>
        <p:txBody>
          <a:bodyPr wrap="square" rtlCol="0">
            <a:spAutoFit/>
          </a:bodyPr>
          <a:lstStyle/>
          <a:p>
            <a:r>
              <a:rPr lang="zh-CN" altLang="en-US" sz="2200" b="1" dirty="0">
                <a:solidFill>
                  <a:schemeClr val="accent1"/>
                </a:solidFill>
                <a:latin typeface="+mj-ea"/>
                <a:ea typeface="+mj-ea"/>
              </a:rPr>
              <a:t>整体性能</a:t>
            </a:r>
          </a:p>
        </p:txBody>
      </p:sp>
      <p:cxnSp>
        <p:nvCxnSpPr>
          <p:cNvPr id="5" name="直接连接符 4">
            <a:extLst>
              <a:ext uri="{FF2B5EF4-FFF2-40B4-BE49-F238E27FC236}">
                <a16:creationId xmlns:a16="http://schemas.microsoft.com/office/drawing/2014/main" id="{27352B39-4029-10E7-0527-F27D265F7D67}"/>
              </a:ext>
            </a:extLst>
          </p:cNvPr>
          <p:cNvCxnSpPr>
            <a:cxnSpLocks/>
          </p:cNvCxnSpPr>
          <p:nvPr/>
        </p:nvCxnSpPr>
        <p:spPr>
          <a:xfrm>
            <a:off x="325817" y="4225559"/>
            <a:ext cx="11268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35BB9E95-E079-CC50-DD9E-59190C68DAEC}"/>
              </a:ext>
            </a:extLst>
          </p:cNvPr>
          <p:cNvSpPr txBox="1"/>
          <p:nvPr/>
        </p:nvSpPr>
        <p:spPr>
          <a:xfrm>
            <a:off x="482600" y="4193227"/>
            <a:ext cx="11035560" cy="2635786"/>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dirty="0"/>
              <a:t>从 </a:t>
            </a:r>
            <a:r>
              <a:rPr lang="en-US" altLang="zh-CN" sz="1600" dirty="0"/>
              <a:t>R</a:t>
            </a:r>
            <a:r>
              <a:rPr lang="en-US" altLang="zh-CN" sz="1600" baseline="30000" dirty="0"/>
              <a:t>2</a:t>
            </a:r>
            <a:r>
              <a:rPr lang="en-US" altLang="zh-CN" sz="1600" dirty="0"/>
              <a:t> </a:t>
            </a:r>
            <a:r>
              <a:rPr lang="zh-CN" altLang="en-US" sz="1600" dirty="0"/>
              <a:t>看出，基线在 </a:t>
            </a:r>
            <a:r>
              <a:rPr lang="en-US" altLang="zh-CN" sz="1600" dirty="0"/>
              <a:t>NYC </a:t>
            </a:r>
            <a:r>
              <a:rPr lang="zh-CN" altLang="en-US" sz="1600" dirty="0"/>
              <a:t>上表现很好，但在 </a:t>
            </a:r>
            <a:r>
              <a:rPr lang="en-US" altLang="zh-CN" sz="1600" dirty="0"/>
              <a:t>CHI </a:t>
            </a:r>
            <a:r>
              <a:rPr lang="zh-CN" altLang="en-US" sz="1600" dirty="0"/>
              <a:t>的表现下降非常大。而 </a:t>
            </a:r>
            <a:r>
              <a:rPr lang="en-US" altLang="zh-CN" sz="1600" dirty="0"/>
              <a:t>GURPP </a:t>
            </a:r>
            <a:r>
              <a:rPr lang="zh-CN" altLang="en-US" sz="1600" dirty="0"/>
              <a:t>只下降了一点。</a:t>
            </a:r>
            <a:endParaRPr lang="en-US" altLang="zh-CN" sz="1600" dirty="0"/>
          </a:p>
          <a:p>
            <a:pPr>
              <a:lnSpc>
                <a:spcPct val="150000"/>
              </a:lnSpc>
              <a:buClr>
                <a:schemeClr val="accent1"/>
              </a:buClr>
              <a:defRPr/>
            </a:pPr>
            <a:r>
              <a:rPr lang="en-US" altLang="zh-CN" sz="1600" dirty="0"/>
              <a:t>   </a:t>
            </a:r>
            <a:r>
              <a:rPr lang="zh-CN" altLang="en-US" sz="1600" dirty="0"/>
              <a:t>（可能的原因：现有基线依赖于流视图，而 </a:t>
            </a:r>
            <a:r>
              <a:rPr lang="en-US" altLang="zh-CN" sz="1600" dirty="0"/>
              <a:t>CHI </a:t>
            </a:r>
            <a:r>
              <a:rPr lang="zh-CN" altLang="en-US" sz="1600" dirty="0"/>
              <a:t>的流视图数据稀缺）</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比较</a:t>
            </a:r>
            <a:r>
              <a:rPr lang="zh-CN" altLang="en-US" sz="1600" dirty="0">
                <a:highlight>
                  <a:srgbClr val="FFFF00"/>
                </a:highlight>
              </a:rPr>
              <a:t>有无子图</a:t>
            </a:r>
            <a:r>
              <a:rPr lang="zh-CN" altLang="en-US" sz="1600" dirty="0"/>
              <a:t>和</a:t>
            </a:r>
            <a:r>
              <a:rPr lang="zh-CN" altLang="en-US" sz="1600" dirty="0">
                <a:highlight>
                  <a:srgbClr val="FFFF00"/>
                </a:highlight>
              </a:rPr>
              <a:t>有无多视图融合</a:t>
            </a:r>
            <a:r>
              <a:rPr lang="zh-CN" altLang="en-US" sz="1600" dirty="0"/>
              <a:t>的性能：</a:t>
            </a:r>
            <a:endParaRPr lang="en-US" altLang="zh-CN" sz="1600" dirty="0"/>
          </a:p>
          <a:p>
            <a:pPr marL="742950" lvl="1" indent="-285750">
              <a:lnSpc>
                <a:spcPct val="150000"/>
              </a:lnSpc>
              <a:buClr>
                <a:schemeClr val="accent1"/>
              </a:buClr>
              <a:buFont typeface="Wingdings" panose="05000000000000000000" pitchFamily="2" charset="2"/>
              <a:buChar char="Ø"/>
              <a:defRPr/>
            </a:pPr>
            <a:r>
              <a:rPr lang="zh-CN" altLang="en-US" sz="1600" dirty="0"/>
              <a:t> 比较 </a:t>
            </a:r>
            <a:r>
              <a:rPr lang="en-US" altLang="zh-CN" sz="1600" dirty="0" err="1"/>
              <a:t>TransR</a:t>
            </a:r>
            <a:r>
              <a:rPr lang="en-US" altLang="zh-CN" sz="1600" dirty="0"/>
              <a:t>-G</a:t>
            </a:r>
            <a:r>
              <a:rPr lang="zh-CN" altLang="en-US" sz="1600" dirty="0"/>
              <a:t>（采用区域子图） 和 </a:t>
            </a:r>
            <a:r>
              <a:rPr lang="en-US" altLang="zh-CN" sz="1600" dirty="0" err="1"/>
              <a:t>TransR</a:t>
            </a:r>
            <a:r>
              <a:rPr lang="en-US" altLang="zh-CN" sz="1600" dirty="0"/>
              <a:t>-N</a:t>
            </a:r>
            <a:r>
              <a:rPr lang="zh-CN" altLang="en-US" sz="1600" dirty="0"/>
              <a:t>，</a:t>
            </a:r>
            <a:r>
              <a:rPr lang="en-US" altLang="zh-CN" sz="1600" dirty="0" err="1"/>
              <a:t>TransR</a:t>
            </a:r>
            <a:r>
              <a:rPr lang="en-US" altLang="zh-CN" sz="1600" dirty="0"/>
              <a:t>-G </a:t>
            </a:r>
            <a:r>
              <a:rPr lang="zh-CN" altLang="en-US" sz="1600" dirty="0"/>
              <a:t>表现更好，说明以子图为中心的方法有效。（因为采用子图能够更有效的保留区域的结构和上下文信息，从而提供更准确更有意义的区域嵌入）</a:t>
            </a:r>
            <a:endParaRPr lang="en-US" altLang="zh-CN" sz="1600" dirty="0"/>
          </a:p>
          <a:p>
            <a:pPr marL="742950" lvl="1" indent="-285750">
              <a:lnSpc>
                <a:spcPct val="150000"/>
              </a:lnSpc>
              <a:buClr>
                <a:schemeClr val="accent1"/>
              </a:buClr>
              <a:buFont typeface="Wingdings" panose="05000000000000000000" pitchFamily="2" charset="2"/>
              <a:buChar char="Ø"/>
              <a:defRPr/>
            </a:pPr>
            <a:r>
              <a:rPr lang="zh-CN" altLang="en-US" sz="1600" dirty="0"/>
              <a:t> 比较 </a:t>
            </a:r>
            <a:r>
              <a:rPr lang="en-US" altLang="zh-CN" sz="1600" dirty="0"/>
              <a:t>GURP</a:t>
            </a:r>
            <a:r>
              <a:rPr lang="zh-CN" altLang="en-US" sz="1600" dirty="0"/>
              <a:t>（采用多视图融合） 和 </a:t>
            </a:r>
            <a:r>
              <a:rPr lang="en-US" altLang="zh-CN" sz="1600" dirty="0" err="1"/>
              <a:t>TransR</a:t>
            </a:r>
            <a:r>
              <a:rPr lang="en-US" altLang="zh-CN" sz="1600" dirty="0"/>
              <a:t>-G</a:t>
            </a:r>
            <a:r>
              <a:rPr lang="zh-CN" altLang="en-US" sz="1600" dirty="0"/>
              <a:t>，</a:t>
            </a:r>
            <a:r>
              <a:rPr lang="en-US" altLang="zh-CN" sz="1600" dirty="0"/>
              <a:t>GURP </a:t>
            </a:r>
            <a:r>
              <a:rPr lang="zh-CN" altLang="en-US" sz="1600" dirty="0"/>
              <a:t>表现更好，说明多视图融合策略提高了模型对城市特征的全面理解</a:t>
            </a:r>
            <a:endParaRPr lang="en-US" altLang="zh-CN" sz="1600" dirty="0"/>
          </a:p>
        </p:txBody>
      </p:sp>
      <p:sp>
        <p:nvSpPr>
          <p:cNvPr id="2" name="文本框 1">
            <a:extLst>
              <a:ext uri="{FF2B5EF4-FFF2-40B4-BE49-F238E27FC236}">
                <a16:creationId xmlns:a16="http://schemas.microsoft.com/office/drawing/2014/main" id="{5C143E8A-B940-8E5F-FFAE-8FCBCEF18FD3}"/>
              </a:ext>
            </a:extLst>
          </p:cNvPr>
          <p:cNvSpPr txBox="1"/>
          <p:nvPr/>
        </p:nvSpPr>
        <p:spPr>
          <a:xfrm>
            <a:off x="10986685" y="3751305"/>
            <a:ext cx="627095" cy="523220"/>
          </a:xfrm>
          <a:prstGeom prst="rect">
            <a:avLst/>
          </a:prstGeom>
          <a:noFill/>
        </p:spPr>
        <p:txBody>
          <a:bodyPr wrap="none" rtlCol="0">
            <a:spAutoFit/>
          </a:bodyPr>
          <a:lstStyle/>
          <a:p>
            <a:r>
              <a:rPr lang="en-US" altLang="zh-CN" sz="2800" b="1" dirty="0">
                <a:solidFill>
                  <a:schemeClr val="accent1">
                    <a:alpha val="40000"/>
                  </a:schemeClr>
                </a:solidFill>
                <a:latin typeface="+mj-ea"/>
                <a:ea typeface="+mj-ea"/>
              </a:rPr>
              <a:t>01</a:t>
            </a:r>
            <a:endParaRPr lang="zh-CN" altLang="en-US" sz="2800" b="1" dirty="0">
              <a:solidFill>
                <a:schemeClr val="accent1">
                  <a:alpha val="40000"/>
                </a:schemeClr>
              </a:solidFill>
              <a:latin typeface="+mj-ea"/>
              <a:ea typeface="+mj-ea"/>
            </a:endParaRPr>
          </a:p>
        </p:txBody>
      </p:sp>
    </p:spTree>
    <p:extLst>
      <p:ext uri="{BB962C8B-B14F-4D97-AF65-F5344CB8AC3E}">
        <p14:creationId xmlns:p14="http://schemas.microsoft.com/office/powerpoint/2010/main" val="344419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09DA-70C1-4BA5-18CF-32D656D68CE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6E6FB66-F6BD-935A-25B6-1191A18997C5}"/>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9B9680B-D616-BE53-18AC-67BAE892EE65}"/>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76F08D8C-9AB2-04E9-1A8F-6AF3F83AF796}"/>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实验</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6CBA33BC-23F7-872F-85B9-403CE524A78C}"/>
              </a:ext>
            </a:extLst>
          </p:cNvPr>
          <p:cNvSpPr>
            <a:spLocks noGrp="1"/>
          </p:cNvSpPr>
          <p:nvPr>
            <p:ph type="sldNum" sz="quarter" idx="12"/>
          </p:nvPr>
        </p:nvSpPr>
        <p:spPr/>
        <p:txBody>
          <a:bodyPr/>
          <a:lstStyle/>
          <a:p>
            <a:fld id="{85D2FA34-3331-43EB-8D25-5E71EBC8F04D}" type="slidenum">
              <a:rPr lang="zh-CN" altLang="en-US" smtClean="0"/>
              <a:t>23</a:t>
            </a:fld>
            <a:endParaRPr lang="zh-CN" altLang="en-US"/>
          </a:p>
        </p:txBody>
      </p:sp>
      <p:sp>
        <p:nvSpPr>
          <p:cNvPr id="2" name="文本框 1">
            <a:extLst>
              <a:ext uri="{FF2B5EF4-FFF2-40B4-BE49-F238E27FC236}">
                <a16:creationId xmlns:a16="http://schemas.microsoft.com/office/drawing/2014/main" id="{3785CE4D-45EC-6D6F-99CD-77977D379C45}"/>
              </a:ext>
            </a:extLst>
          </p:cNvPr>
          <p:cNvSpPr txBox="1"/>
          <p:nvPr/>
        </p:nvSpPr>
        <p:spPr>
          <a:xfrm>
            <a:off x="555294" y="4354647"/>
            <a:ext cx="2520562" cy="400110"/>
          </a:xfrm>
          <a:prstGeom prst="rect">
            <a:avLst/>
          </a:prstGeom>
          <a:noFill/>
        </p:spPr>
        <p:txBody>
          <a:bodyPr wrap="none" rtlCol="0">
            <a:spAutoFit/>
          </a:bodyPr>
          <a:lstStyle/>
          <a:p>
            <a:r>
              <a:rPr lang="zh-CN" altLang="en-US" sz="2000" b="1" dirty="0">
                <a:solidFill>
                  <a:schemeClr val="accent1"/>
                </a:solidFill>
                <a:latin typeface="+mj-ea"/>
                <a:ea typeface="+mj-ea"/>
              </a:rPr>
              <a:t>手动设计的 </a:t>
            </a:r>
            <a:r>
              <a:rPr lang="en-US" altLang="zh-CN" sz="2000" b="1" dirty="0">
                <a:solidFill>
                  <a:schemeClr val="accent1"/>
                </a:solidFill>
                <a:latin typeface="+mj-ea"/>
                <a:ea typeface="+mj-ea"/>
              </a:rPr>
              <a:t>prompt</a:t>
            </a:r>
            <a:endParaRPr lang="zh-CN" altLang="en-US" sz="2000" b="1" dirty="0">
              <a:solidFill>
                <a:schemeClr val="accent1"/>
              </a:solidFill>
              <a:latin typeface="+mj-ea"/>
              <a:ea typeface="+mj-ea"/>
            </a:endParaRPr>
          </a:p>
        </p:txBody>
      </p:sp>
      <p:sp>
        <p:nvSpPr>
          <p:cNvPr id="3" name="文本框 2">
            <a:extLst>
              <a:ext uri="{FF2B5EF4-FFF2-40B4-BE49-F238E27FC236}">
                <a16:creationId xmlns:a16="http://schemas.microsoft.com/office/drawing/2014/main" id="{106B3069-2611-2684-05A7-1554AF556516}"/>
              </a:ext>
            </a:extLst>
          </p:cNvPr>
          <p:cNvSpPr txBox="1"/>
          <p:nvPr/>
        </p:nvSpPr>
        <p:spPr>
          <a:xfrm>
            <a:off x="10769886" y="4296350"/>
            <a:ext cx="627095" cy="523220"/>
          </a:xfrm>
          <a:prstGeom prst="rect">
            <a:avLst/>
          </a:prstGeom>
          <a:noFill/>
        </p:spPr>
        <p:txBody>
          <a:bodyPr wrap="none" rtlCol="0">
            <a:spAutoFit/>
          </a:bodyPr>
          <a:lstStyle/>
          <a:p>
            <a:r>
              <a:rPr lang="en-US" altLang="zh-CN" sz="2800" b="1" dirty="0">
                <a:solidFill>
                  <a:schemeClr val="accent1">
                    <a:alpha val="40000"/>
                  </a:schemeClr>
                </a:solidFill>
                <a:latin typeface="+mj-ea"/>
                <a:ea typeface="+mj-ea"/>
              </a:rPr>
              <a:t>02</a:t>
            </a:r>
            <a:endParaRPr lang="zh-CN" altLang="en-US" sz="2800" b="1" dirty="0">
              <a:solidFill>
                <a:schemeClr val="accent1">
                  <a:alpha val="40000"/>
                </a:schemeClr>
              </a:solidFill>
              <a:latin typeface="+mj-ea"/>
              <a:ea typeface="+mj-ea"/>
            </a:endParaRPr>
          </a:p>
        </p:txBody>
      </p:sp>
      <p:pic>
        <p:nvPicPr>
          <p:cNvPr id="4" name="图片 3">
            <a:extLst>
              <a:ext uri="{FF2B5EF4-FFF2-40B4-BE49-F238E27FC236}">
                <a16:creationId xmlns:a16="http://schemas.microsoft.com/office/drawing/2014/main" id="{550FAB58-68B0-3E5C-2A6C-0BF0AFE110E8}"/>
              </a:ext>
            </a:extLst>
          </p:cNvPr>
          <p:cNvPicPr>
            <a:picLocks noChangeAspect="1"/>
          </p:cNvPicPr>
          <p:nvPr/>
        </p:nvPicPr>
        <p:blipFill>
          <a:blip r:embed="rId2"/>
          <a:stretch>
            <a:fillRect/>
          </a:stretch>
        </p:blipFill>
        <p:spPr>
          <a:xfrm>
            <a:off x="1187090" y="1069831"/>
            <a:ext cx="4641739" cy="30232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a:extLst>
              <a:ext uri="{FF2B5EF4-FFF2-40B4-BE49-F238E27FC236}">
                <a16:creationId xmlns:a16="http://schemas.microsoft.com/office/drawing/2014/main" id="{6ECADDEC-216B-7795-2D4F-8286E11121D3}"/>
              </a:ext>
            </a:extLst>
          </p:cNvPr>
          <p:cNvPicPr>
            <a:picLocks noChangeAspect="1"/>
          </p:cNvPicPr>
          <p:nvPr/>
        </p:nvPicPr>
        <p:blipFill>
          <a:blip r:embed="rId3"/>
          <a:stretch>
            <a:fillRect/>
          </a:stretch>
        </p:blipFill>
        <p:spPr>
          <a:xfrm>
            <a:off x="6493094" y="1746425"/>
            <a:ext cx="4946211" cy="1871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6" name="直接连接符 5">
            <a:extLst>
              <a:ext uri="{FF2B5EF4-FFF2-40B4-BE49-F238E27FC236}">
                <a16:creationId xmlns:a16="http://schemas.microsoft.com/office/drawing/2014/main" id="{B155EAAE-49D2-41AB-AAF8-282C743CE754}"/>
              </a:ext>
            </a:extLst>
          </p:cNvPr>
          <p:cNvCxnSpPr>
            <a:cxnSpLocks/>
          </p:cNvCxnSpPr>
          <p:nvPr/>
        </p:nvCxnSpPr>
        <p:spPr>
          <a:xfrm>
            <a:off x="325817" y="4787325"/>
            <a:ext cx="11268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F9FC852-F6AE-033A-17DA-B9C35D3EBC9E}"/>
              </a:ext>
            </a:extLst>
          </p:cNvPr>
          <p:cNvSpPr txBox="1"/>
          <p:nvPr/>
        </p:nvSpPr>
        <p:spPr>
          <a:xfrm>
            <a:off x="929443" y="4930735"/>
            <a:ext cx="10494235" cy="1158459"/>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defRPr/>
            </a:pPr>
            <a:r>
              <a:rPr lang="zh-CN" altLang="en-US" sz="1600" dirty="0"/>
              <a:t>去掉</a:t>
            </a:r>
            <a:r>
              <a:rPr lang="en-US" altLang="zh-CN" sz="1600" dirty="0"/>
              <a:t>POI</a:t>
            </a:r>
            <a:r>
              <a:rPr lang="zh-CN" altLang="en-US" sz="1600" dirty="0"/>
              <a:t>品牌信息，犯罪预测更准确了，而签到预测的性能显著下降</a:t>
            </a:r>
          </a:p>
          <a:p>
            <a:pPr marL="285750" indent="-285750">
              <a:lnSpc>
                <a:spcPct val="150000"/>
              </a:lnSpc>
              <a:buClr>
                <a:schemeClr val="accent1"/>
              </a:buClr>
              <a:buFont typeface="Arial" panose="020B0604020202020204" pitchFamily="34" charset="0"/>
              <a:buChar char="•"/>
              <a:defRPr/>
            </a:pPr>
            <a:r>
              <a:rPr lang="zh-CN" altLang="en-US" sz="1600" dirty="0"/>
              <a:t>随机采样区域周围的</a:t>
            </a:r>
            <a:r>
              <a:rPr lang="en-US" altLang="zh-CN" sz="1600" dirty="0"/>
              <a:t>POI</a:t>
            </a:r>
            <a:r>
              <a:rPr lang="zh-CN" altLang="en-US" sz="1600" dirty="0"/>
              <a:t>、道路哥交汇点，权重为</a:t>
            </a:r>
            <a:r>
              <a:rPr lang="en-US" altLang="zh-CN" sz="1600" dirty="0"/>
              <a:t>0.9</a:t>
            </a:r>
            <a:r>
              <a:rPr lang="zh-CN" altLang="en-US" sz="1600" dirty="0"/>
              <a:t>。犯罪预测的性能略微下降</a:t>
            </a:r>
          </a:p>
          <a:p>
            <a:pPr marL="285750" indent="-285750">
              <a:lnSpc>
                <a:spcPct val="150000"/>
              </a:lnSpc>
              <a:buClr>
                <a:schemeClr val="accent1"/>
              </a:buClr>
              <a:buFont typeface="Arial" panose="020B0604020202020204" pitchFamily="34" charset="0"/>
              <a:buChar char="•"/>
              <a:defRPr/>
            </a:pPr>
            <a:r>
              <a:rPr lang="zh-CN" altLang="en-US" sz="1600" dirty="0"/>
              <a:t>这些结果还表明，通过手动设计的提示可以提高模型的预测性能。</a:t>
            </a:r>
            <a:endParaRPr lang="en-US" altLang="zh-CN" sz="1600" dirty="0"/>
          </a:p>
        </p:txBody>
      </p:sp>
    </p:spTree>
    <p:extLst>
      <p:ext uri="{BB962C8B-B14F-4D97-AF65-F5344CB8AC3E}">
        <p14:creationId xmlns:p14="http://schemas.microsoft.com/office/powerpoint/2010/main" val="2469374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0DB2F-2677-5B27-AC4A-B7D160BACF07}"/>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78277616-FDB1-EA19-7497-41E3A1CDF013}"/>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497ABEF-556B-F0AB-EAEF-3BDEF25F13B4}"/>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5EE5DE7E-E16A-C620-CCC2-509CC84A3250}"/>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实验</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B591B822-CF58-2048-46D3-172C852BB5FD}"/>
              </a:ext>
            </a:extLst>
          </p:cNvPr>
          <p:cNvSpPr>
            <a:spLocks noGrp="1"/>
          </p:cNvSpPr>
          <p:nvPr>
            <p:ph type="sldNum" sz="quarter" idx="12"/>
          </p:nvPr>
        </p:nvSpPr>
        <p:spPr/>
        <p:txBody>
          <a:bodyPr/>
          <a:lstStyle/>
          <a:p>
            <a:fld id="{85D2FA34-3331-43EB-8D25-5E71EBC8F04D}" type="slidenum">
              <a:rPr lang="zh-CN" altLang="en-US" smtClean="0"/>
              <a:t>24</a:t>
            </a:fld>
            <a:endParaRPr lang="zh-CN" altLang="en-US"/>
          </a:p>
        </p:txBody>
      </p:sp>
      <p:sp>
        <p:nvSpPr>
          <p:cNvPr id="2" name="文本框 1">
            <a:extLst>
              <a:ext uri="{FF2B5EF4-FFF2-40B4-BE49-F238E27FC236}">
                <a16:creationId xmlns:a16="http://schemas.microsoft.com/office/drawing/2014/main" id="{45A37996-357D-A66F-0C88-C2783AF7C318}"/>
              </a:ext>
            </a:extLst>
          </p:cNvPr>
          <p:cNvSpPr txBox="1"/>
          <p:nvPr/>
        </p:nvSpPr>
        <p:spPr>
          <a:xfrm>
            <a:off x="469190" y="4227535"/>
            <a:ext cx="2777042" cy="400110"/>
          </a:xfrm>
          <a:prstGeom prst="rect">
            <a:avLst/>
          </a:prstGeom>
          <a:noFill/>
        </p:spPr>
        <p:txBody>
          <a:bodyPr wrap="none" rtlCol="0">
            <a:spAutoFit/>
          </a:bodyPr>
          <a:lstStyle/>
          <a:p>
            <a:r>
              <a:rPr lang="zh-CN" altLang="en-US" sz="2000" b="1" dirty="0">
                <a:solidFill>
                  <a:schemeClr val="accent1"/>
                </a:solidFill>
                <a:latin typeface="+mj-ea"/>
                <a:ea typeface="+mj-ea"/>
              </a:rPr>
              <a:t>任务可学习的 </a:t>
            </a:r>
            <a:r>
              <a:rPr lang="en-US" altLang="zh-CN" sz="2000" b="1" dirty="0">
                <a:solidFill>
                  <a:schemeClr val="accent1"/>
                </a:solidFill>
                <a:latin typeface="+mj-ea"/>
                <a:ea typeface="+mj-ea"/>
              </a:rPr>
              <a:t>prompt</a:t>
            </a:r>
            <a:endParaRPr lang="zh-CN" altLang="en-US" sz="2000" b="1" dirty="0">
              <a:solidFill>
                <a:schemeClr val="accent1"/>
              </a:solidFill>
              <a:latin typeface="+mj-ea"/>
              <a:ea typeface="+mj-ea"/>
            </a:endParaRPr>
          </a:p>
        </p:txBody>
      </p:sp>
      <p:sp>
        <p:nvSpPr>
          <p:cNvPr id="3" name="文本框 2">
            <a:extLst>
              <a:ext uri="{FF2B5EF4-FFF2-40B4-BE49-F238E27FC236}">
                <a16:creationId xmlns:a16="http://schemas.microsoft.com/office/drawing/2014/main" id="{F4003A4D-C1F3-D7B2-12DF-8196AEF56053}"/>
              </a:ext>
            </a:extLst>
          </p:cNvPr>
          <p:cNvSpPr txBox="1"/>
          <p:nvPr/>
        </p:nvSpPr>
        <p:spPr>
          <a:xfrm>
            <a:off x="967900" y="4813164"/>
            <a:ext cx="10494235" cy="1158459"/>
          </a:xfrm>
          <a:prstGeom prst="rect">
            <a:avLst/>
          </a:prstGeom>
          <a:noFill/>
        </p:spPr>
        <p:txBody>
          <a:bodyPr wrap="square" rtlCol="0">
            <a:spAutoFit/>
          </a:bodyPr>
          <a:lstStyle/>
          <a:p>
            <a:pPr>
              <a:lnSpc>
                <a:spcPct val="150000"/>
              </a:lnSpc>
              <a:buClr>
                <a:schemeClr val="accent1"/>
              </a:buClr>
              <a:defRPr/>
            </a:pPr>
            <a:r>
              <a:rPr lang="zh-CN" altLang="en-US" sz="1600" dirty="0"/>
              <a:t>分别和去掉提示学习的 </a:t>
            </a:r>
            <a:r>
              <a:rPr lang="en-US" altLang="zh-CN" sz="1600" dirty="0"/>
              <a:t>GURP </a:t>
            </a:r>
            <a:r>
              <a:rPr lang="zh-CN" altLang="en-US" sz="1600" dirty="0"/>
              <a:t>以及 </a:t>
            </a:r>
            <a:r>
              <a:rPr lang="zh-CN" altLang="en-US" sz="1600" b="1" dirty="0"/>
              <a:t>简单前缀调优提示</a:t>
            </a:r>
            <a:r>
              <a:rPr lang="zh-CN" altLang="en-US" sz="1600" dirty="0"/>
              <a:t>（</a:t>
            </a:r>
            <a:r>
              <a:rPr lang="en-US" altLang="zh-CN" sz="1600" dirty="0"/>
              <a:t>HREP</a:t>
            </a:r>
            <a:r>
              <a:rPr lang="zh-CN" altLang="en-US" sz="1600" dirty="0"/>
              <a:t>）进行比较：</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effectLst/>
              </a:rPr>
              <a:t>采用任务可学习提示后，在两个任务中性能都优于预训练的嵌入</a:t>
            </a:r>
          </a:p>
          <a:p>
            <a:pPr marL="285750" indent="-285750">
              <a:lnSpc>
                <a:spcPct val="150000"/>
              </a:lnSpc>
              <a:buClr>
                <a:schemeClr val="accent1"/>
              </a:buClr>
              <a:buFont typeface="Wingdings" panose="05000000000000000000" pitchFamily="2" charset="2"/>
              <a:buChar char="p"/>
              <a:defRPr/>
            </a:pPr>
            <a:r>
              <a:rPr lang="zh-CN" altLang="en-US" sz="1600" dirty="0">
                <a:effectLst/>
              </a:rPr>
              <a:t>在犯罪预测任务中，前缀提示会产生负面影响</a:t>
            </a:r>
            <a:endParaRPr lang="en-US" altLang="zh-CN" sz="1600" dirty="0"/>
          </a:p>
        </p:txBody>
      </p:sp>
      <p:sp>
        <p:nvSpPr>
          <p:cNvPr id="4" name="文本框 3">
            <a:extLst>
              <a:ext uri="{FF2B5EF4-FFF2-40B4-BE49-F238E27FC236}">
                <a16:creationId xmlns:a16="http://schemas.microsoft.com/office/drawing/2014/main" id="{64630FC1-1BC7-CF0A-E89C-88F6B1D6BA8C}"/>
              </a:ext>
            </a:extLst>
          </p:cNvPr>
          <p:cNvSpPr txBox="1"/>
          <p:nvPr/>
        </p:nvSpPr>
        <p:spPr>
          <a:xfrm>
            <a:off x="10835498" y="4169238"/>
            <a:ext cx="627095" cy="523220"/>
          </a:xfrm>
          <a:prstGeom prst="rect">
            <a:avLst/>
          </a:prstGeom>
          <a:noFill/>
        </p:spPr>
        <p:txBody>
          <a:bodyPr wrap="none" rtlCol="0">
            <a:spAutoFit/>
          </a:bodyPr>
          <a:lstStyle/>
          <a:p>
            <a:r>
              <a:rPr lang="en-US" altLang="zh-CN" sz="2800" b="1" dirty="0">
                <a:solidFill>
                  <a:schemeClr val="accent1">
                    <a:alpha val="40000"/>
                  </a:schemeClr>
                </a:solidFill>
                <a:latin typeface="+mj-ea"/>
                <a:ea typeface="+mj-ea"/>
              </a:rPr>
              <a:t>03</a:t>
            </a:r>
            <a:endParaRPr lang="zh-CN" altLang="en-US" sz="2800" b="1" dirty="0">
              <a:solidFill>
                <a:schemeClr val="accent1">
                  <a:alpha val="40000"/>
                </a:schemeClr>
              </a:solidFill>
              <a:latin typeface="+mj-ea"/>
              <a:ea typeface="+mj-ea"/>
            </a:endParaRPr>
          </a:p>
        </p:txBody>
      </p:sp>
      <p:pic>
        <p:nvPicPr>
          <p:cNvPr id="5" name="图片 4">
            <a:extLst>
              <a:ext uri="{FF2B5EF4-FFF2-40B4-BE49-F238E27FC236}">
                <a16:creationId xmlns:a16="http://schemas.microsoft.com/office/drawing/2014/main" id="{C66D5615-33B4-DFF2-D88B-C65EAC4A6CFF}"/>
              </a:ext>
            </a:extLst>
          </p:cNvPr>
          <p:cNvPicPr>
            <a:picLocks noChangeAspect="1"/>
          </p:cNvPicPr>
          <p:nvPr/>
        </p:nvPicPr>
        <p:blipFill>
          <a:blip r:embed="rId2"/>
          <a:stretch>
            <a:fillRect/>
          </a:stretch>
        </p:blipFill>
        <p:spPr>
          <a:xfrm>
            <a:off x="2793766" y="1361450"/>
            <a:ext cx="6293173" cy="2387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6" name="直接连接符 5">
            <a:extLst>
              <a:ext uri="{FF2B5EF4-FFF2-40B4-BE49-F238E27FC236}">
                <a16:creationId xmlns:a16="http://schemas.microsoft.com/office/drawing/2014/main" id="{5BA1FD3B-86BA-613F-9EE0-C50558EAACE2}"/>
              </a:ext>
            </a:extLst>
          </p:cNvPr>
          <p:cNvCxnSpPr>
            <a:cxnSpLocks/>
          </p:cNvCxnSpPr>
          <p:nvPr/>
        </p:nvCxnSpPr>
        <p:spPr>
          <a:xfrm>
            <a:off x="321717" y="4647913"/>
            <a:ext cx="11268000" cy="0"/>
          </a:xfrm>
          <a:prstGeom prst="line">
            <a:avLst/>
          </a:prstGeom>
          <a:ln w="63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728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CDDC-1789-95F8-C81C-CAE4B4D2C516}"/>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62F52D68-E1AE-1C21-91EC-8400B95CC6CE}"/>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9E9AEFA-5B20-81CB-A593-83BF62E7181A}"/>
              </a:ext>
            </a:extLst>
          </p:cNvPr>
          <p:cNvSpPr txBox="1"/>
          <p:nvPr/>
        </p:nvSpPr>
        <p:spPr>
          <a:xfrm>
            <a:off x="516408"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AC67820-8743-943F-BC0D-CA6245B50ACF}"/>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实验</a:t>
            </a:r>
          </a:p>
        </p:txBody>
      </p:sp>
      <p:sp>
        <p:nvSpPr>
          <p:cNvPr id="2" name="灯片编号占位符 1">
            <a:extLst>
              <a:ext uri="{FF2B5EF4-FFF2-40B4-BE49-F238E27FC236}">
                <a16:creationId xmlns:a16="http://schemas.microsoft.com/office/drawing/2014/main" id="{F801D5CD-A48B-67A2-5EB4-85BBC5A2E813}"/>
              </a:ext>
            </a:extLst>
          </p:cNvPr>
          <p:cNvSpPr>
            <a:spLocks noGrp="1"/>
          </p:cNvSpPr>
          <p:nvPr>
            <p:ph type="sldNum" sz="quarter" idx="12"/>
          </p:nvPr>
        </p:nvSpPr>
        <p:spPr/>
        <p:txBody>
          <a:bodyPr/>
          <a:lstStyle/>
          <a:p>
            <a:fld id="{85D2FA34-3331-43EB-8D25-5E71EBC8F04D}" type="slidenum">
              <a:rPr lang="zh-CN" altLang="en-US" smtClean="0"/>
              <a:t>25</a:t>
            </a:fld>
            <a:endParaRPr lang="zh-CN" altLang="en-US"/>
          </a:p>
        </p:txBody>
      </p:sp>
      <p:cxnSp>
        <p:nvCxnSpPr>
          <p:cNvPr id="6" name="直接连接符 5">
            <a:extLst>
              <a:ext uri="{FF2B5EF4-FFF2-40B4-BE49-F238E27FC236}">
                <a16:creationId xmlns:a16="http://schemas.microsoft.com/office/drawing/2014/main" id="{974CD0D9-EF1A-80CF-8720-CD6BC2FDE9B5}"/>
              </a:ext>
            </a:extLst>
          </p:cNvPr>
          <p:cNvCxnSpPr>
            <a:cxnSpLocks/>
          </p:cNvCxnSpPr>
          <p:nvPr/>
        </p:nvCxnSpPr>
        <p:spPr>
          <a:xfrm flipV="1">
            <a:off x="5815599" y="2462406"/>
            <a:ext cx="5268297" cy="12168"/>
          </a:xfrm>
          <a:prstGeom prst="line">
            <a:avLst/>
          </a:prstGeom>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24EAA583-3D3F-0C7F-2BCA-C836548A835B}"/>
              </a:ext>
            </a:extLst>
          </p:cNvPr>
          <p:cNvSpPr txBox="1"/>
          <p:nvPr/>
        </p:nvSpPr>
        <p:spPr>
          <a:xfrm>
            <a:off x="5704136" y="1997483"/>
            <a:ext cx="1210588" cy="400110"/>
          </a:xfrm>
          <a:prstGeom prst="rect">
            <a:avLst/>
          </a:prstGeom>
          <a:noFill/>
        </p:spPr>
        <p:txBody>
          <a:bodyPr wrap="none" rtlCol="0">
            <a:spAutoFit/>
          </a:bodyPr>
          <a:lstStyle/>
          <a:p>
            <a:r>
              <a:rPr lang="zh-CN" altLang="en-US" sz="2000" b="1" dirty="0">
                <a:solidFill>
                  <a:schemeClr val="accent1"/>
                </a:solidFill>
                <a:latin typeface="+mj-ea"/>
                <a:ea typeface="+mj-ea"/>
              </a:rPr>
              <a:t>消融实验</a:t>
            </a:r>
          </a:p>
        </p:txBody>
      </p:sp>
      <p:sp>
        <p:nvSpPr>
          <p:cNvPr id="9" name="文本框 8">
            <a:extLst>
              <a:ext uri="{FF2B5EF4-FFF2-40B4-BE49-F238E27FC236}">
                <a16:creationId xmlns:a16="http://schemas.microsoft.com/office/drawing/2014/main" id="{01EFDE3D-6BFC-659C-2D4E-28C1A32D9F96}"/>
              </a:ext>
            </a:extLst>
          </p:cNvPr>
          <p:cNvSpPr txBox="1"/>
          <p:nvPr/>
        </p:nvSpPr>
        <p:spPr>
          <a:xfrm>
            <a:off x="5530030" y="2887670"/>
            <a:ext cx="5902295" cy="2635786"/>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defRPr/>
            </a:pPr>
            <a:r>
              <a:rPr lang="en-US" altLang="zh-CN" sz="1600" dirty="0"/>
              <a:t>GURPP/P</a:t>
            </a:r>
            <a:r>
              <a:rPr lang="zh-CN" altLang="en-US" sz="1600" dirty="0"/>
              <a:t>：仅使用预训练过程来学习城市区域的一般表示</a:t>
            </a:r>
            <a:endParaRPr lang="en-US" altLang="zh-CN" sz="1600" dirty="0"/>
          </a:p>
          <a:p>
            <a:pPr marL="285750" indent="-285750">
              <a:lnSpc>
                <a:spcPct val="150000"/>
              </a:lnSpc>
              <a:buClr>
                <a:schemeClr val="accent1"/>
              </a:buClr>
              <a:buFont typeface="Arial" panose="020B0604020202020204" pitchFamily="34" charset="0"/>
              <a:buChar char="•"/>
              <a:defRPr/>
            </a:pPr>
            <a:r>
              <a:rPr lang="en-US" altLang="zh-CN" sz="1600" dirty="0"/>
              <a:t>GURPP/F</a:t>
            </a:r>
            <a:r>
              <a:rPr lang="zh-CN" altLang="en-US" sz="1600" dirty="0"/>
              <a:t>、</a:t>
            </a:r>
            <a:r>
              <a:rPr lang="en-US" altLang="zh-CN" sz="1600" dirty="0"/>
              <a:t>GURPP/S</a:t>
            </a:r>
            <a:r>
              <a:rPr lang="zh-CN" altLang="en-US" sz="1600" dirty="0"/>
              <a:t>、</a:t>
            </a:r>
            <a:r>
              <a:rPr lang="en-US" altLang="zh-CN" sz="1600" dirty="0"/>
              <a:t>GURPP/I</a:t>
            </a:r>
            <a:r>
              <a:rPr lang="zh-CN" altLang="en-US" sz="1600" dirty="0"/>
              <a:t>：分别删除了流视图（</a:t>
            </a:r>
            <a:r>
              <a:rPr lang="en-US" altLang="zh-CN" sz="1600" dirty="0"/>
              <a:t>Flow</a:t>
            </a:r>
            <a:r>
              <a:rPr lang="zh-CN" altLang="en-US" sz="1600" dirty="0"/>
              <a:t>）、空间邻近性视图和图像视图</a:t>
            </a:r>
            <a:endParaRPr lang="en-US" altLang="zh-CN" sz="1600" dirty="0"/>
          </a:p>
          <a:p>
            <a:pPr marL="285750" indent="-285750">
              <a:lnSpc>
                <a:spcPct val="150000"/>
              </a:lnSpc>
              <a:buClr>
                <a:schemeClr val="accent1"/>
              </a:buClr>
              <a:buFont typeface="Arial" panose="020B0604020202020204" pitchFamily="34" charset="0"/>
              <a:buChar char="•"/>
              <a:defRPr/>
            </a:pPr>
            <a:r>
              <a:rPr lang="en-US" altLang="zh-CN" sz="1600" dirty="0"/>
              <a:t>GURPP/K</a:t>
            </a:r>
            <a:r>
              <a:rPr lang="zh-CN" altLang="en-US" sz="1600" dirty="0"/>
              <a:t>：用随机初始化替换知识图谱嵌入初始化</a:t>
            </a:r>
            <a:endParaRPr lang="en-US" altLang="zh-CN" sz="1600" dirty="0"/>
          </a:p>
          <a:p>
            <a:pPr marL="285750" indent="-285750">
              <a:lnSpc>
                <a:spcPct val="150000"/>
              </a:lnSpc>
              <a:buClr>
                <a:schemeClr val="accent1"/>
              </a:buClr>
              <a:buFont typeface="Arial" panose="020B0604020202020204" pitchFamily="34" charset="0"/>
              <a:buChar char="•"/>
              <a:defRPr/>
            </a:pPr>
            <a:endParaRPr lang="en-US" altLang="zh-CN" sz="1600" dirty="0"/>
          </a:p>
          <a:p>
            <a:pPr marL="285750" indent="-285750">
              <a:lnSpc>
                <a:spcPct val="150000"/>
              </a:lnSpc>
              <a:buClr>
                <a:schemeClr val="accent1"/>
              </a:buClr>
              <a:buFont typeface="Arial" panose="020B0604020202020204" pitchFamily="34" charset="0"/>
              <a:buChar char="•"/>
              <a:defRPr/>
            </a:pPr>
            <a:r>
              <a:rPr lang="zh-CN" altLang="en-US" sz="1600" dirty="0"/>
              <a:t>表明：空间邻近性视图和知识图谱嵌入方法显著提高了模型的性能</a:t>
            </a:r>
          </a:p>
        </p:txBody>
      </p:sp>
      <p:sp>
        <p:nvSpPr>
          <p:cNvPr id="24" name="文本框 23">
            <a:extLst>
              <a:ext uri="{FF2B5EF4-FFF2-40B4-BE49-F238E27FC236}">
                <a16:creationId xmlns:a16="http://schemas.microsoft.com/office/drawing/2014/main" id="{977BF54C-42A5-8E6F-45AF-1D0CE3BD634A}"/>
              </a:ext>
            </a:extLst>
          </p:cNvPr>
          <p:cNvSpPr txBox="1"/>
          <p:nvPr/>
        </p:nvSpPr>
        <p:spPr>
          <a:xfrm>
            <a:off x="10584104" y="1939186"/>
            <a:ext cx="627095" cy="523220"/>
          </a:xfrm>
          <a:prstGeom prst="rect">
            <a:avLst/>
          </a:prstGeom>
          <a:noFill/>
        </p:spPr>
        <p:txBody>
          <a:bodyPr wrap="none" rtlCol="0">
            <a:spAutoFit/>
          </a:bodyPr>
          <a:lstStyle/>
          <a:p>
            <a:r>
              <a:rPr lang="en-US" altLang="zh-CN" sz="2800" b="1" dirty="0">
                <a:solidFill>
                  <a:schemeClr val="accent1">
                    <a:alpha val="40000"/>
                  </a:schemeClr>
                </a:solidFill>
                <a:latin typeface="+mj-ea"/>
                <a:ea typeface="+mj-ea"/>
              </a:rPr>
              <a:t>04</a:t>
            </a:r>
            <a:endParaRPr lang="zh-CN" altLang="en-US" sz="2800" b="1" dirty="0">
              <a:solidFill>
                <a:schemeClr val="accent1">
                  <a:alpha val="40000"/>
                </a:schemeClr>
              </a:solidFill>
              <a:latin typeface="+mj-ea"/>
              <a:ea typeface="+mj-ea"/>
            </a:endParaRPr>
          </a:p>
        </p:txBody>
      </p:sp>
      <p:pic>
        <p:nvPicPr>
          <p:cNvPr id="4" name="图片 3">
            <a:extLst>
              <a:ext uri="{FF2B5EF4-FFF2-40B4-BE49-F238E27FC236}">
                <a16:creationId xmlns:a16="http://schemas.microsoft.com/office/drawing/2014/main" id="{09FB82EB-92D2-ED60-A3D4-655EF257A66C}"/>
              </a:ext>
            </a:extLst>
          </p:cNvPr>
          <p:cNvPicPr>
            <a:picLocks noChangeAspect="1"/>
          </p:cNvPicPr>
          <p:nvPr/>
        </p:nvPicPr>
        <p:blipFill>
          <a:blip r:embed="rId2"/>
          <a:stretch>
            <a:fillRect/>
          </a:stretch>
        </p:blipFill>
        <p:spPr>
          <a:xfrm>
            <a:off x="428172" y="1939186"/>
            <a:ext cx="4392929" cy="31747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6932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368B-28EC-F223-AC3D-03FAD9B2BB2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56D6FDB-1DB9-D0D0-C32C-1DCAE40466F1}"/>
              </a:ext>
            </a:extLst>
          </p:cNvPr>
          <p:cNvSpPr/>
          <p:nvPr/>
        </p:nvSpPr>
        <p:spPr>
          <a:xfrm>
            <a:off x="4934267" y="160735"/>
            <a:ext cx="2323467" cy="13184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E0589A3-5E78-5B79-F539-2BB388042170}"/>
              </a:ext>
            </a:extLst>
          </p:cNvPr>
          <p:cNvSpPr txBox="1"/>
          <p:nvPr/>
        </p:nvSpPr>
        <p:spPr>
          <a:xfrm>
            <a:off x="5490706" y="466005"/>
            <a:ext cx="1287532" cy="707886"/>
          </a:xfrm>
          <a:prstGeom prst="rect">
            <a:avLst/>
          </a:prstGeom>
          <a:noFill/>
        </p:spPr>
        <p:txBody>
          <a:bodyPr wrap="none" rtlCol="0">
            <a:spAutoFit/>
          </a:bodyPr>
          <a:lstStyle/>
          <a:p>
            <a:r>
              <a:rPr lang="zh-CN" altLang="en-US" sz="4000" b="1" spc="300">
                <a:solidFill>
                  <a:schemeClr val="bg1"/>
                </a:solidFill>
                <a:latin typeface="+mj-ea"/>
                <a:ea typeface="+mj-ea"/>
              </a:rPr>
              <a:t>目录</a:t>
            </a:r>
          </a:p>
        </p:txBody>
      </p:sp>
      <p:sp>
        <p:nvSpPr>
          <p:cNvPr id="33" name="矩形: 圆角 32">
            <a:extLst>
              <a:ext uri="{FF2B5EF4-FFF2-40B4-BE49-F238E27FC236}">
                <a16:creationId xmlns:a16="http://schemas.microsoft.com/office/drawing/2014/main" id="{38D51B49-9666-3CA3-74B6-65B9611F1BA8}"/>
              </a:ext>
            </a:extLst>
          </p:cNvPr>
          <p:cNvSpPr/>
          <p:nvPr/>
        </p:nvSpPr>
        <p:spPr>
          <a:xfrm>
            <a:off x="2267281" y="2892026"/>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latin typeface="+mj-ea"/>
                <a:ea typeface="+mj-ea"/>
              </a:rPr>
              <a:t>01</a:t>
            </a:r>
            <a:endParaRPr lang="zh-CN" altLang="en-US" sz="2800" b="1">
              <a:latin typeface="+mj-ea"/>
              <a:ea typeface="+mj-ea"/>
            </a:endParaRPr>
          </a:p>
        </p:txBody>
      </p:sp>
      <p:sp>
        <p:nvSpPr>
          <p:cNvPr id="46" name="文本框 45">
            <a:extLst>
              <a:ext uri="{FF2B5EF4-FFF2-40B4-BE49-F238E27FC236}">
                <a16:creationId xmlns:a16="http://schemas.microsoft.com/office/drawing/2014/main" id="{0394CDB4-0082-D247-6501-2D8761AE1E39}"/>
              </a:ext>
            </a:extLst>
          </p:cNvPr>
          <p:cNvSpPr txBox="1"/>
          <p:nvPr/>
        </p:nvSpPr>
        <p:spPr>
          <a:xfrm>
            <a:off x="3010231" y="4160261"/>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总体框架及细节</a:t>
            </a:r>
            <a:endParaRPr lang="en-US" altLang="zh-CN" dirty="0"/>
          </a:p>
        </p:txBody>
      </p:sp>
      <p:sp>
        <p:nvSpPr>
          <p:cNvPr id="47" name="矩形: 圆角 46">
            <a:extLst>
              <a:ext uri="{FF2B5EF4-FFF2-40B4-BE49-F238E27FC236}">
                <a16:creationId xmlns:a16="http://schemas.microsoft.com/office/drawing/2014/main" id="{F27E38FC-4BC9-740B-C97E-569781F33381}"/>
              </a:ext>
            </a:extLst>
          </p:cNvPr>
          <p:cNvSpPr/>
          <p:nvPr/>
        </p:nvSpPr>
        <p:spPr>
          <a:xfrm>
            <a:off x="2267281" y="4041958"/>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02</a:t>
            </a:r>
            <a:endParaRPr lang="zh-CN" altLang="en-US" sz="2800" b="1" dirty="0">
              <a:latin typeface="+mj-ea"/>
              <a:ea typeface="+mj-ea"/>
            </a:endParaRPr>
          </a:p>
        </p:txBody>
      </p:sp>
      <p:sp>
        <p:nvSpPr>
          <p:cNvPr id="53" name="矩形: 圆角 52">
            <a:extLst>
              <a:ext uri="{FF2B5EF4-FFF2-40B4-BE49-F238E27FC236}">
                <a16:creationId xmlns:a16="http://schemas.microsoft.com/office/drawing/2014/main" id="{78103C9F-A80A-E3B7-9578-F61D3A857D71}"/>
              </a:ext>
            </a:extLst>
          </p:cNvPr>
          <p:cNvSpPr/>
          <p:nvPr/>
        </p:nvSpPr>
        <p:spPr>
          <a:xfrm>
            <a:off x="7372144" y="2892025"/>
            <a:ext cx="668497" cy="636717"/>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03</a:t>
            </a:r>
            <a:endParaRPr lang="zh-CN" altLang="en-US" sz="2800" b="1" dirty="0">
              <a:latin typeface="+mj-ea"/>
              <a:ea typeface="+mj-ea"/>
            </a:endParaRPr>
          </a:p>
        </p:txBody>
      </p:sp>
      <p:sp>
        <p:nvSpPr>
          <p:cNvPr id="4" name="矩形: 圆角 3">
            <a:extLst>
              <a:ext uri="{FF2B5EF4-FFF2-40B4-BE49-F238E27FC236}">
                <a16:creationId xmlns:a16="http://schemas.microsoft.com/office/drawing/2014/main" id="{EDF5BA06-457D-26F4-FAFF-3E2235FB68BA}"/>
              </a:ext>
            </a:extLst>
          </p:cNvPr>
          <p:cNvSpPr/>
          <p:nvPr/>
        </p:nvSpPr>
        <p:spPr>
          <a:xfrm>
            <a:off x="7371188" y="4041957"/>
            <a:ext cx="668497" cy="636717"/>
          </a:xfrm>
          <a:prstGeom prst="roundRect">
            <a:avLst>
              <a:gd name="adj"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ea"/>
                <a:ea typeface="+mj-ea"/>
              </a:rPr>
              <a:t>04</a:t>
            </a:r>
            <a:endParaRPr lang="zh-CN" altLang="en-US" sz="2800" b="1" dirty="0">
              <a:latin typeface="+mj-ea"/>
              <a:ea typeface="+mj-ea"/>
            </a:endParaRPr>
          </a:p>
        </p:txBody>
      </p:sp>
      <p:sp>
        <p:nvSpPr>
          <p:cNvPr id="6" name="文本框 5">
            <a:extLst>
              <a:ext uri="{FF2B5EF4-FFF2-40B4-BE49-F238E27FC236}">
                <a16:creationId xmlns:a16="http://schemas.microsoft.com/office/drawing/2014/main" id="{7FAB3A35-BE4D-F88E-A4FC-CF6BCEBD7124}"/>
              </a:ext>
            </a:extLst>
          </p:cNvPr>
          <p:cNvSpPr txBox="1"/>
          <p:nvPr/>
        </p:nvSpPr>
        <p:spPr>
          <a:xfrm>
            <a:off x="8224916" y="3010329"/>
            <a:ext cx="2329139"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实验</a:t>
            </a:r>
          </a:p>
        </p:txBody>
      </p:sp>
      <p:sp>
        <p:nvSpPr>
          <p:cNvPr id="7" name="文本框 6">
            <a:extLst>
              <a:ext uri="{FF2B5EF4-FFF2-40B4-BE49-F238E27FC236}">
                <a16:creationId xmlns:a16="http://schemas.microsoft.com/office/drawing/2014/main" id="{4EBED06D-D1DF-159F-F5CF-196471B0C765}"/>
              </a:ext>
            </a:extLst>
          </p:cNvPr>
          <p:cNvSpPr txBox="1"/>
          <p:nvPr/>
        </p:nvSpPr>
        <p:spPr>
          <a:xfrm>
            <a:off x="8224917" y="4160260"/>
            <a:ext cx="2155420" cy="400110"/>
          </a:xfrm>
          <a:prstGeom prst="rect">
            <a:avLst/>
          </a:prstGeom>
          <a:noFill/>
        </p:spPr>
        <p:txBody>
          <a:bodyPr wrap="square">
            <a:spAutoFit/>
          </a:bodyPr>
          <a:lstStyle/>
          <a:p>
            <a:r>
              <a:rPr lang="zh-CN" altLang="en-US" sz="2000" b="1" dirty="0">
                <a:latin typeface="+mj-lt"/>
                <a:ea typeface="+mj-ea"/>
              </a:rPr>
              <a:t>思考</a:t>
            </a:r>
          </a:p>
        </p:txBody>
      </p:sp>
      <p:sp>
        <p:nvSpPr>
          <p:cNvPr id="9" name="文本框 8">
            <a:extLst>
              <a:ext uri="{FF2B5EF4-FFF2-40B4-BE49-F238E27FC236}">
                <a16:creationId xmlns:a16="http://schemas.microsoft.com/office/drawing/2014/main" id="{99703339-FF09-0B17-75A3-223FE56C5388}"/>
              </a:ext>
            </a:extLst>
          </p:cNvPr>
          <p:cNvSpPr txBox="1"/>
          <p:nvPr/>
        </p:nvSpPr>
        <p:spPr>
          <a:xfrm>
            <a:off x="3010231" y="3018874"/>
            <a:ext cx="2020305" cy="400110"/>
          </a:xfrm>
          <a:prstGeom prst="rect">
            <a:avLst/>
          </a:prstGeom>
          <a:noFill/>
        </p:spPr>
        <p:txBody>
          <a:bodyPr wrap="square">
            <a:spAutoFit/>
          </a:bodyPr>
          <a:lstStyle>
            <a:defPPr>
              <a:defRPr lang="zh-CN"/>
            </a:defPPr>
            <a:lvl1pPr>
              <a:defRPr sz="2000" b="1">
                <a:solidFill>
                  <a:schemeClr val="bg1">
                    <a:lumMod val="85000"/>
                  </a:schemeClr>
                </a:solidFill>
                <a:latin typeface="+mj-lt"/>
                <a:ea typeface="+mj-ea"/>
              </a:defRPr>
            </a:lvl1pPr>
          </a:lstStyle>
          <a:p>
            <a:r>
              <a:rPr lang="zh-CN" altLang="en-US" dirty="0"/>
              <a:t>论文动机及贡献</a:t>
            </a:r>
            <a:endParaRPr lang="en-US" altLang="zh-CN" dirty="0"/>
          </a:p>
        </p:txBody>
      </p:sp>
    </p:spTree>
    <p:extLst>
      <p:ext uri="{BB962C8B-B14F-4D97-AF65-F5344CB8AC3E}">
        <p14:creationId xmlns:p14="http://schemas.microsoft.com/office/powerpoint/2010/main" val="2478664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1BF7-4DEE-4A0B-211B-FD92D665137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9D245F38-5734-ABAF-1175-1253699BEFAD}"/>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675F9D5-8AFE-5568-ACDE-2D589AB3DC32}"/>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B0BBDDB-79F8-AD89-490F-7E1039E013E8}"/>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思考</a:t>
            </a:r>
            <a:endParaRPr lang="en-US" altLang="zh-CN" sz="2400" b="1" dirty="0">
              <a:latin typeface="+mj-ea"/>
              <a:ea typeface="+mj-ea"/>
            </a:endParaRPr>
          </a:p>
        </p:txBody>
      </p:sp>
      <p:sp>
        <p:nvSpPr>
          <p:cNvPr id="75" name="灯片编号占位符 74">
            <a:extLst>
              <a:ext uri="{FF2B5EF4-FFF2-40B4-BE49-F238E27FC236}">
                <a16:creationId xmlns:a16="http://schemas.microsoft.com/office/drawing/2014/main" id="{B976062E-2A8B-2361-DE60-60C2A08B9BB9}"/>
              </a:ext>
            </a:extLst>
          </p:cNvPr>
          <p:cNvSpPr>
            <a:spLocks noGrp="1"/>
          </p:cNvSpPr>
          <p:nvPr>
            <p:ph type="sldNum" sz="quarter" idx="12"/>
          </p:nvPr>
        </p:nvSpPr>
        <p:spPr/>
        <p:txBody>
          <a:bodyPr/>
          <a:lstStyle/>
          <a:p>
            <a:fld id="{85D2FA34-3331-43EB-8D25-5E71EBC8F04D}" type="slidenum">
              <a:rPr lang="zh-CN" altLang="en-US" smtClean="0"/>
              <a:t>27</a:t>
            </a:fld>
            <a:endParaRPr lang="zh-CN" altLang="en-US"/>
          </a:p>
        </p:txBody>
      </p:sp>
      <p:sp>
        <p:nvSpPr>
          <p:cNvPr id="2" name="文本框 1">
            <a:extLst>
              <a:ext uri="{FF2B5EF4-FFF2-40B4-BE49-F238E27FC236}">
                <a16:creationId xmlns:a16="http://schemas.microsoft.com/office/drawing/2014/main" id="{D92B0829-0959-D900-FC04-D200613F57D5}"/>
              </a:ext>
            </a:extLst>
          </p:cNvPr>
          <p:cNvSpPr txBox="1"/>
          <p:nvPr/>
        </p:nvSpPr>
        <p:spPr>
          <a:xfrm>
            <a:off x="1175677" y="1793618"/>
            <a:ext cx="9402374" cy="1848135"/>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sz="2000" dirty="0"/>
              <a:t>已有的针对下游任务的大模型，如何将区域表征做结合（还需要多看一些论文）</a:t>
            </a:r>
            <a:endParaRPr lang="en-US" altLang="zh-CN" sz="2000" dirty="0"/>
          </a:p>
          <a:p>
            <a:pPr marL="285750" indent="-285750">
              <a:lnSpc>
                <a:spcPct val="200000"/>
              </a:lnSpc>
              <a:buClr>
                <a:schemeClr val="accent1"/>
              </a:buClr>
              <a:buFont typeface="Wingdings" panose="05000000000000000000" pitchFamily="2" charset="2"/>
              <a:buChar char="ü"/>
            </a:pPr>
            <a:r>
              <a:rPr lang="zh-CN" altLang="en-US" sz="2000" dirty="0"/>
              <a:t>这篇论文的手动设计的提示方法，能否用一些大语言模型来自动生成 </a:t>
            </a:r>
            <a:r>
              <a:rPr lang="en-US" altLang="zh-CN" sz="2000" dirty="0"/>
              <a:t>prompt</a:t>
            </a:r>
            <a:r>
              <a:rPr lang="zh-CN" altLang="en-US" sz="2000" dirty="0"/>
              <a:t>，例如让 </a:t>
            </a:r>
            <a:r>
              <a:rPr lang="en-US" altLang="zh-CN" sz="2000" dirty="0"/>
              <a:t>Llama </a:t>
            </a:r>
            <a:r>
              <a:rPr lang="zh-CN" altLang="en-US" sz="2000" dirty="0"/>
              <a:t>来筛选子图的节点类型，帮助调整子图结构</a:t>
            </a:r>
            <a:endParaRPr lang="en-US" altLang="zh-CN" sz="2000" dirty="0"/>
          </a:p>
        </p:txBody>
      </p:sp>
    </p:spTree>
    <p:extLst>
      <p:ext uri="{BB962C8B-B14F-4D97-AF65-F5344CB8AC3E}">
        <p14:creationId xmlns:p14="http://schemas.microsoft.com/office/powerpoint/2010/main" val="263339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88663" y="2314996"/>
            <a:ext cx="6814687" cy="769441"/>
          </a:xfrm>
          <a:prstGeom prst="rect">
            <a:avLst/>
          </a:prstGeom>
          <a:noFill/>
        </p:spPr>
        <p:txBody>
          <a:bodyPr wrap="none" rtlCol="0">
            <a:spAutoFit/>
          </a:bodyPr>
          <a:lstStyle/>
          <a:p>
            <a:pPr algn="ctr"/>
            <a:r>
              <a:rPr lang="zh-CN" altLang="en-US" sz="4400" b="1" spc="300">
                <a:solidFill>
                  <a:schemeClr val="accent1"/>
                </a:solidFill>
                <a:latin typeface="+mj-ea"/>
                <a:ea typeface="+mj-ea"/>
              </a:rPr>
              <a:t>敬请各位老师批评指正！</a:t>
            </a:r>
          </a:p>
        </p:txBody>
      </p:sp>
      <p:cxnSp>
        <p:nvCxnSpPr>
          <p:cNvPr id="12" name="直接连接符 11"/>
          <p:cNvCxnSpPr/>
          <p:nvPr/>
        </p:nvCxnSpPr>
        <p:spPr>
          <a:xfrm>
            <a:off x="1130300" y="3213680"/>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5028754E-382E-121C-3AB1-2BF8B9B7C325}"/>
              </a:ext>
            </a:extLst>
          </p:cNvPr>
          <p:cNvSpPr/>
          <p:nvPr/>
        </p:nvSpPr>
        <p:spPr>
          <a:xfrm>
            <a:off x="2990021" y="3709871"/>
            <a:ext cx="6211958"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00EEE396-430D-7FB1-7160-BB59572BA37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2901" y="3806775"/>
            <a:ext cx="288000" cy="288000"/>
          </a:xfrm>
          <a:prstGeom prst="rect">
            <a:avLst/>
          </a:prstGeom>
        </p:spPr>
      </p:pic>
      <p:sp>
        <p:nvSpPr>
          <p:cNvPr id="4" name="文本框 3">
            <a:extLst>
              <a:ext uri="{FF2B5EF4-FFF2-40B4-BE49-F238E27FC236}">
                <a16:creationId xmlns:a16="http://schemas.microsoft.com/office/drawing/2014/main" id="{CE8FFF52-5810-DD09-7B7D-435E2EA617EB}"/>
              </a:ext>
            </a:extLst>
          </p:cNvPr>
          <p:cNvSpPr txBox="1"/>
          <p:nvPr/>
        </p:nvSpPr>
        <p:spPr>
          <a:xfrm>
            <a:off x="3701134" y="3781498"/>
            <a:ext cx="2451957" cy="338554"/>
          </a:xfrm>
          <a:prstGeom prst="rect">
            <a:avLst/>
          </a:prstGeom>
          <a:noFill/>
        </p:spPr>
        <p:txBody>
          <a:bodyPr wrap="square">
            <a:spAutoFit/>
          </a:bodyPr>
          <a:lstStyle/>
          <a:p>
            <a:r>
              <a:rPr lang="zh-CN" altLang="en-US" sz="1600" dirty="0">
                <a:solidFill>
                  <a:schemeClr val="bg1"/>
                </a:solidFill>
                <a:latin typeface="+mn-ea"/>
              </a:rPr>
              <a:t>汇报人：郭梓涛</a:t>
            </a:r>
          </a:p>
        </p:txBody>
      </p:sp>
      <p:sp>
        <p:nvSpPr>
          <p:cNvPr id="31" name="iconfont-11845-5652464">
            <a:extLst>
              <a:ext uri="{FF2B5EF4-FFF2-40B4-BE49-F238E27FC236}">
                <a16:creationId xmlns:a16="http://schemas.microsoft.com/office/drawing/2014/main" id="{657597E4-3AF0-881C-3EE9-3F4AD4B32926}"/>
              </a:ext>
            </a:extLst>
          </p:cNvPr>
          <p:cNvSpPr>
            <a:spLocks noChangeAspect="1"/>
          </p:cNvSpPr>
          <p:nvPr/>
        </p:nvSpPr>
        <p:spPr>
          <a:xfrm>
            <a:off x="6322959" y="3806775"/>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a:extLst>
              <a:ext uri="{FF2B5EF4-FFF2-40B4-BE49-F238E27FC236}">
                <a16:creationId xmlns:a16="http://schemas.microsoft.com/office/drawing/2014/main" id="{6ED19F00-1B39-5962-CD26-4C21FBE5D15D}"/>
              </a:ext>
            </a:extLst>
          </p:cNvPr>
          <p:cNvSpPr txBox="1"/>
          <p:nvPr/>
        </p:nvSpPr>
        <p:spPr>
          <a:xfrm>
            <a:off x="6631692" y="3781498"/>
            <a:ext cx="2300082" cy="337185"/>
          </a:xfrm>
          <a:prstGeom prst="rect">
            <a:avLst/>
          </a:prstGeom>
          <a:noFill/>
        </p:spPr>
        <p:txBody>
          <a:bodyPr wrap="square">
            <a:spAutoFit/>
          </a:bodyPr>
          <a:lstStyle/>
          <a:p>
            <a:r>
              <a:rPr lang="zh-CN" altLang="en-US" sz="1600" dirty="0">
                <a:solidFill>
                  <a:schemeClr val="bg1"/>
                </a:solidFill>
                <a:latin typeface="+mn-ea"/>
              </a:rPr>
              <a:t>汇报时间：</a:t>
            </a:r>
            <a:r>
              <a:rPr lang="en-US" altLang="zh-CN" sz="1600" dirty="0">
                <a:solidFill>
                  <a:schemeClr val="bg1"/>
                </a:solidFill>
                <a:latin typeface="+mn-ea"/>
              </a:rPr>
              <a:t>2024/10/31</a:t>
            </a:r>
            <a:endParaRPr lang="zh-CN" altLang="en-US" sz="1600" dirty="0">
              <a:solidFill>
                <a:schemeClr val="bg1"/>
              </a:solidFill>
              <a:latin typeface="+mn-ea"/>
            </a:endParaRPr>
          </a:p>
        </p:txBody>
      </p:sp>
      <p:cxnSp>
        <p:nvCxnSpPr>
          <p:cNvPr id="33" name="直接连接符 32">
            <a:extLst>
              <a:ext uri="{FF2B5EF4-FFF2-40B4-BE49-F238E27FC236}">
                <a16:creationId xmlns:a16="http://schemas.microsoft.com/office/drawing/2014/main" id="{25D70F7B-1296-190C-09E6-E2CC4758455C}"/>
              </a:ext>
            </a:extLst>
          </p:cNvPr>
          <p:cNvCxnSpPr/>
          <p:nvPr/>
        </p:nvCxnSpPr>
        <p:spPr>
          <a:xfrm>
            <a:off x="6003538" y="3781498"/>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图片 35" descr="文本&#10;&#10;描述已自动生成">
            <a:extLst>
              <a:ext uri="{FF2B5EF4-FFF2-40B4-BE49-F238E27FC236}">
                <a16:creationId xmlns:a16="http://schemas.microsoft.com/office/drawing/2014/main" id="{3FAFC55B-888B-14EB-94B5-4FC02CF71020}"/>
              </a:ext>
            </a:extLst>
          </p:cNvPr>
          <p:cNvPicPr>
            <a:picLocks noChangeAspect="1"/>
          </p:cNvPicPr>
          <p:nvPr/>
        </p:nvPicPr>
        <p:blipFill>
          <a:blip r:embed="rId4" cstate="print">
            <a:extLst>
              <a:ext uri="{28A0092B-C50C-407E-A947-70E740481C1C}">
                <a14:useLocalDpi xmlns:a14="http://schemas.microsoft.com/office/drawing/2010/main" val="0"/>
              </a:ext>
            </a:extLst>
          </a:blip>
          <a:srcRect r="81542"/>
          <a:stretch/>
        </p:blipFill>
        <p:spPr>
          <a:xfrm>
            <a:off x="5361310" y="194187"/>
            <a:ext cx="1284454" cy="148742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UyNGZjZjYxZmZiOGM3ZTI1NDU2ZDY5NGQxMGI4NjYifQ=="/>
</p:tagLst>
</file>

<file path=ppt/theme/theme1.xml><?xml version="1.0" encoding="utf-8"?>
<a:theme xmlns:a="http://schemas.openxmlformats.org/drawingml/2006/main" name="Office 主题​​">
  <a:themeElements>
    <a:clrScheme name="中科院蓝">
      <a:dk1>
        <a:sysClr val="windowText" lastClr="000000"/>
      </a:dk1>
      <a:lt1>
        <a:sysClr val="window" lastClr="FFFFFF"/>
      </a:lt1>
      <a:dk2>
        <a:srgbClr val="44546A"/>
      </a:dk2>
      <a:lt2>
        <a:srgbClr val="E7E6E6"/>
      </a:lt2>
      <a:accent1>
        <a:srgbClr val="0C4994"/>
      </a:accent1>
      <a:accent2>
        <a:srgbClr val="CA865F"/>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2084</TotalTime>
  <Words>1869</Words>
  <Application>Microsoft Office PowerPoint</Application>
  <PresentationFormat>宽屏</PresentationFormat>
  <Paragraphs>263</Paragraphs>
  <Slides>28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等线</vt:lpstr>
      <vt:lpstr>微软雅黑</vt:lpstr>
      <vt:lpstr>微软雅黑 Light</vt:lpstr>
      <vt:lpstr>Arial</vt:lpstr>
      <vt:lpstr>Noto Sans</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汉顺</dc:creator>
  <cp:lastModifiedBy>7 Town</cp:lastModifiedBy>
  <cp:revision>4</cp:revision>
  <dcterms:created xsi:type="dcterms:W3CDTF">2023-05-30T05:41:00Z</dcterms:created>
  <dcterms:modified xsi:type="dcterms:W3CDTF">2025-09-22T09:32:16Z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75FFEFB52050477291DE4D5487ED491D_13</vt:lpwstr>
  </property>
  <property fmtid="{D5CDD505-2E9C-101B-9397-08002B2CF9AE}" pid="3" name="KSOProductBuildVer">
    <vt:lpwstr>2052-12.1.0.16729</vt:lpwstr>
  </property>
</Properties>
</file>