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56" r:id="rId2"/>
    <p:sldId id="283" r:id="rId3"/>
    <p:sldId id="329" r:id="rId4"/>
    <p:sldId id="330" r:id="rId5"/>
    <p:sldId id="331" r:id="rId6"/>
    <p:sldId id="333" r:id="rId7"/>
    <p:sldId id="335" r:id="rId8"/>
    <p:sldId id="336" r:id="rId9"/>
    <p:sldId id="337" r:id="rId10"/>
    <p:sldId id="342" r:id="rId11"/>
    <p:sldId id="343" r:id="rId12"/>
    <p:sldId id="322" r:id="rId13"/>
    <p:sldId id="339" r:id="rId14"/>
    <p:sldId id="340" r:id="rId15"/>
    <p:sldId id="341" r:id="rId16"/>
    <p:sldId id="345" r:id="rId17"/>
    <p:sldId id="346" r:id="rId18"/>
    <p:sldId id="326" r:id="rId19"/>
    <p:sldId id="282"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使用说明" id="{628F0846-A1E7-43EB-981C-E32757674BFE}">
          <p14:sldIdLst/>
        </p14:section>
        <p14:section name="模板版面" id="{E1D2693F-1426-4C2B-8703-97A118BF59FF}">
          <p14:sldIdLst>
            <p14:sldId id="256"/>
            <p14:sldId id="283"/>
            <p14:sldId id="329"/>
            <p14:sldId id="330"/>
            <p14:sldId id="331"/>
            <p14:sldId id="333"/>
            <p14:sldId id="335"/>
            <p14:sldId id="336"/>
            <p14:sldId id="337"/>
            <p14:sldId id="342"/>
            <p14:sldId id="343"/>
            <p14:sldId id="322"/>
            <p14:sldId id="339"/>
            <p14:sldId id="340"/>
            <p14:sldId id="341"/>
            <p14:sldId id="345"/>
            <p14:sldId id="346"/>
            <p14:sldId id="326"/>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96" y="2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7 Town" userId="f001bd45134943c1" providerId="LiveId" clId="{B667A64A-E2D8-450E-BE9E-DF564E47E9E7}"/>
    <pc:docChg chg="undo custSel addSld delSld modSld sldOrd modSection">
      <pc:chgData name="7 Town" userId="f001bd45134943c1" providerId="LiveId" clId="{B667A64A-E2D8-450E-BE9E-DF564E47E9E7}" dt="2024-10-31T05:55:41.391" v="3437" actId="1076"/>
      <pc:docMkLst>
        <pc:docMk/>
      </pc:docMkLst>
      <pc:sldChg chg="delSp modSp mod">
        <pc:chgData name="7 Town" userId="f001bd45134943c1" providerId="LiveId" clId="{B667A64A-E2D8-450E-BE9E-DF564E47E9E7}" dt="2024-10-30T14:16:41.369" v="119" actId="20577"/>
        <pc:sldMkLst>
          <pc:docMk/>
          <pc:sldMk cId="0" sldId="256"/>
        </pc:sldMkLst>
        <pc:spChg chg="mod">
          <ac:chgData name="7 Town" userId="f001bd45134943c1" providerId="LiveId" clId="{B667A64A-E2D8-450E-BE9E-DF564E47E9E7}" dt="2024-10-30T14:15:11.708" v="48" actId="20577"/>
          <ac:spMkLst>
            <pc:docMk/>
            <pc:sldMk cId="0" sldId="256"/>
            <ac:spMk id="5" creationId="{00000000-0000-0000-0000-000000000000}"/>
          </ac:spMkLst>
        </pc:spChg>
        <pc:spChg chg="del">
          <ac:chgData name="7 Town" userId="f001bd45134943c1" providerId="LiveId" clId="{B667A64A-E2D8-450E-BE9E-DF564E47E9E7}" dt="2024-10-30T14:16:17.405" v="49" actId="478"/>
          <ac:spMkLst>
            <pc:docMk/>
            <pc:sldMk cId="0" sldId="256"/>
            <ac:spMk id="6" creationId="{00000000-0000-0000-0000-000000000000}"/>
          </ac:spMkLst>
        </pc:spChg>
        <pc:spChg chg="del">
          <ac:chgData name="7 Town" userId="f001bd45134943c1" providerId="LiveId" clId="{B667A64A-E2D8-450E-BE9E-DF564E47E9E7}" dt="2024-10-30T14:16:18.613" v="50" actId="478"/>
          <ac:spMkLst>
            <pc:docMk/>
            <pc:sldMk cId="0" sldId="256"/>
            <ac:spMk id="7" creationId="{00000000-0000-0000-0000-000000000000}"/>
          </ac:spMkLst>
        </pc:spChg>
        <pc:spChg chg="mod">
          <ac:chgData name="7 Town" userId="f001bd45134943c1" providerId="LiveId" clId="{B667A64A-E2D8-450E-BE9E-DF564E47E9E7}" dt="2024-10-30T14:16:31.856" v="114" actId="1038"/>
          <ac:spMkLst>
            <pc:docMk/>
            <pc:sldMk cId="0" sldId="256"/>
            <ac:spMk id="8" creationId="{00000000-0000-0000-0000-000000000000}"/>
          </ac:spMkLst>
        </pc:spChg>
        <pc:spChg chg="mod">
          <ac:chgData name="7 Town" userId="f001bd45134943c1" providerId="LiveId" clId="{B667A64A-E2D8-450E-BE9E-DF564E47E9E7}" dt="2024-10-30T14:16:34.459" v="115" actId="20577"/>
          <ac:spMkLst>
            <pc:docMk/>
            <pc:sldMk cId="0" sldId="256"/>
            <ac:spMk id="9" creationId="{00000000-0000-0000-0000-000000000000}"/>
          </ac:spMkLst>
        </pc:spChg>
        <pc:spChg chg="del">
          <ac:chgData name="7 Town" userId="f001bd45134943c1" providerId="LiveId" clId="{B667A64A-E2D8-450E-BE9E-DF564E47E9E7}" dt="2024-10-30T14:16:20.171" v="52" actId="478"/>
          <ac:spMkLst>
            <pc:docMk/>
            <pc:sldMk cId="0" sldId="256"/>
            <ac:spMk id="10" creationId="{00000000-0000-0000-0000-000000000000}"/>
          </ac:spMkLst>
        </pc:spChg>
        <pc:spChg chg="del">
          <ac:chgData name="7 Town" userId="f001bd45134943c1" providerId="LiveId" clId="{B667A64A-E2D8-450E-BE9E-DF564E47E9E7}" dt="2024-10-30T14:16:19.269" v="51" actId="478"/>
          <ac:spMkLst>
            <pc:docMk/>
            <pc:sldMk cId="0" sldId="256"/>
            <ac:spMk id="11" creationId="{00000000-0000-0000-0000-000000000000}"/>
          </ac:spMkLst>
        </pc:spChg>
        <pc:spChg chg="mod">
          <ac:chgData name="7 Town" userId="f001bd45134943c1" providerId="LiveId" clId="{B667A64A-E2D8-450E-BE9E-DF564E47E9E7}" dt="2024-10-30T14:16:41.369" v="119" actId="20577"/>
          <ac:spMkLst>
            <pc:docMk/>
            <pc:sldMk cId="0" sldId="256"/>
            <ac:spMk id="17" creationId="{00000000-0000-0000-0000-000000000000}"/>
          </ac:spMkLst>
        </pc:spChg>
      </pc:sldChg>
      <pc:sldChg chg="addSp delSp modSp mod ord">
        <pc:chgData name="7 Town" userId="f001bd45134943c1" providerId="LiveId" clId="{B667A64A-E2D8-450E-BE9E-DF564E47E9E7}" dt="2024-10-31T04:35:03.015" v="2985"/>
        <pc:sldMkLst>
          <pc:docMk/>
          <pc:sldMk cId="0" sldId="257"/>
        </pc:sldMkLst>
        <pc:spChg chg="mod">
          <ac:chgData name="7 Town" userId="f001bd45134943c1" providerId="LiveId" clId="{B667A64A-E2D8-450E-BE9E-DF564E47E9E7}" dt="2024-10-30T14:21:33.740" v="279" actId="1036"/>
          <ac:spMkLst>
            <pc:docMk/>
            <pc:sldMk cId="0" sldId="257"/>
            <ac:spMk id="4" creationId="{C9EEF9FB-C9D5-9266-7E6B-3A1DD6A920C6}"/>
          </ac:spMkLst>
        </pc:spChg>
        <pc:spChg chg="del">
          <ac:chgData name="7 Town" userId="f001bd45134943c1" providerId="LiveId" clId="{B667A64A-E2D8-450E-BE9E-DF564E47E9E7}" dt="2024-10-30T14:21:20.774" v="249" actId="478"/>
          <ac:spMkLst>
            <pc:docMk/>
            <pc:sldMk cId="0" sldId="257"/>
            <ac:spMk id="5" creationId="{B27B92D3-414D-A7F6-9BCA-7B59DF14343B}"/>
          </ac:spMkLst>
        </pc:spChg>
        <pc:spChg chg="mod">
          <ac:chgData name="7 Town" userId="f001bd45134943c1" providerId="LiveId" clId="{B667A64A-E2D8-450E-BE9E-DF564E47E9E7}" dt="2024-10-30T14:21:33.740" v="279" actId="1036"/>
          <ac:spMkLst>
            <pc:docMk/>
            <pc:sldMk cId="0" sldId="257"/>
            <ac:spMk id="6" creationId="{B3D8EAB1-EE61-E053-C989-F95F6E74F818}"/>
          </ac:spMkLst>
        </pc:spChg>
        <pc:spChg chg="mod">
          <ac:chgData name="7 Town" userId="f001bd45134943c1" providerId="LiveId" clId="{B667A64A-E2D8-450E-BE9E-DF564E47E9E7}" dt="2024-10-30T14:21:33.740" v="279" actId="1036"/>
          <ac:spMkLst>
            <pc:docMk/>
            <pc:sldMk cId="0" sldId="257"/>
            <ac:spMk id="7" creationId="{1EB7FF0A-DD2B-1D38-A3BE-46B7179C3B17}"/>
          </ac:spMkLst>
        </pc:spChg>
        <pc:spChg chg="del">
          <ac:chgData name="7 Town" userId="f001bd45134943c1" providerId="LiveId" clId="{B667A64A-E2D8-450E-BE9E-DF564E47E9E7}" dt="2024-10-30T14:21:20.774" v="249" actId="478"/>
          <ac:spMkLst>
            <pc:docMk/>
            <pc:sldMk cId="0" sldId="257"/>
            <ac:spMk id="8" creationId="{F5005FE2-C215-0136-622A-75348B0F1639}"/>
          </ac:spMkLst>
        </pc:spChg>
        <pc:spChg chg="add mod">
          <ac:chgData name="7 Town" userId="f001bd45134943c1" providerId="LiveId" clId="{B667A64A-E2D8-450E-BE9E-DF564E47E9E7}" dt="2024-10-30T14:21:33.740" v="279" actId="1036"/>
          <ac:spMkLst>
            <pc:docMk/>
            <pc:sldMk cId="0" sldId="257"/>
            <ac:spMk id="9" creationId="{E6032721-8672-311E-2D9E-1E3BCE3D0DA8}"/>
          </ac:spMkLst>
        </pc:spChg>
        <pc:spChg chg="del mod">
          <ac:chgData name="7 Town" userId="f001bd45134943c1" providerId="LiveId" clId="{B667A64A-E2D8-450E-BE9E-DF564E47E9E7}" dt="2024-10-30T14:18:35.441" v="147"/>
          <ac:spMkLst>
            <pc:docMk/>
            <pc:sldMk cId="0" sldId="257"/>
            <ac:spMk id="31" creationId="{00000000-0000-0000-0000-000000000000}"/>
          </ac:spMkLst>
        </pc:spChg>
        <pc:spChg chg="mod">
          <ac:chgData name="7 Town" userId="f001bd45134943c1" providerId="LiveId" clId="{B667A64A-E2D8-450E-BE9E-DF564E47E9E7}" dt="2024-10-30T14:21:33.740" v="279" actId="1036"/>
          <ac:spMkLst>
            <pc:docMk/>
            <pc:sldMk cId="0" sldId="257"/>
            <ac:spMk id="33" creationId="{00000000-0000-0000-0000-000000000000}"/>
          </ac:spMkLst>
        </pc:spChg>
        <pc:spChg chg="mod">
          <ac:chgData name="7 Town" userId="f001bd45134943c1" providerId="LiveId" clId="{B667A64A-E2D8-450E-BE9E-DF564E47E9E7}" dt="2024-10-30T14:21:33.740" v="279" actId="1036"/>
          <ac:spMkLst>
            <pc:docMk/>
            <pc:sldMk cId="0" sldId="257"/>
            <ac:spMk id="46" creationId="{00000000-0000-0000-0000-000000000000}"/>
          </ac:spMkLst>
        </pc:spChg>
        <pc:spChg chg="mod">
          <ac:chgData name="7 Town" userId="f001bd45134943c1" providerId="LiveId" clId="{B667A64A-E2D8-450E-BE9E-DF564E47E9E7}" dt="2024-10-30T14:21:33.740" v="279" actId="1036"/>
          <ac:spMkLst>
            <pc:docMk/>
            <pc:sldMk cId="0" sldId="257"/>
            <ac:spMk id="47" creationId="{00000000-0000-0000-0000-000000000000}"/>
          </ac:spMkLst>
        </pc:spChg>
        <pc:spChg chg="del">
          <ac:chgData name="7 Town" userId="f001bd45134943c1" providerId="LiveId" clId="{B667A64A-E2D8-450E-BE9E-DF564E47E9E7}" dt="2024-10-30T14:21:20.774" v="249" actId="478"/>
          <ac:spMkLst>
            <pc:docMk/>
            <pc:sldMk cId="0" sldId="257"/>
            <ac:spMk id="49" creationId="{00000000-0000-0000-0000-000000000000}"/>
          </ac:spMkLst>
        </pc:spChg>
        <pc:spChg chg="del">
          <ac:chgData name="7 Town" userId="f001bd45134943c1" providerId="LiveId" clId="{B667A64A-E2D8-450E-BE9E-DF564E47E9E7}" dt="2024-10-30T14:21:20.774" v="249" actId="478"/>
          <ac:spMkLst>
            <pc:docMk/>
            <pc:sldMk cId="0" sldId="257"/>
            <ac:spMk id="50" creationId="{00000000-0000-0000-0000-000000000000}"/>
          </ac:spMkLst>
        </pc:spChg>
        <pc:spChg chg="mod">
          <ac:chgData name="7 Town" userId="f001bd45134943c1" providerId="LiveId" clId="{B667A64A-E2D8-450E-BE9E-DF564E47E9E7}" dt="2024-10-30T14:21:33.740" v="279" actId="1036"/>
          <ac:spMkLst>
            <pc:docMk/>
            <pc:sldMk cId="0" sldId="257"/>
            <ac:spMk id="53" creationId="{00000000-0000-0000-0000-000000000000}"/>
          </ac:spMkLst>
        </pc:spChg>
      </pc:sldChg>
      <pc:sldChg chg="del">
        <pc:chgData name="7 Town" userId="f001bd45134943c1" providerId="LiveId" clId="{B667A64A-E2D8-450E-BE9E-DF564E47E9E7}" dt="2024-10-30T14:19:10.778" v="157" actId="47"/>
        <pc:sldMkLst>
          <pc:docMk/>
          <pc:sldMk cId="0" sldId="263"/>
        </pc:sldMkLst>
      </pc:sldChg>
      <pc:sldChg chg="del">
        <pc:chgData name="7 Town" userId="f001bd45134943c1" providerId="LiveId" clId="{B667A64A-E2D8-450E-BE9E-DF564E47E9E7}" dt="2024-10-30T14:18:40.637" v="148" actId="47"/>
        <pc:sldMkLst>
          <pc:docMk/>
          <pc:sldMk cId="0" sldId="270"/>
        </pc:sldMkLst>
      </pc:sldChg>
      <pc:sldChg chg="modSp mod">
        <pc:chgData name="7 Town" userId="f001bd45134943c1" providerId="LiveId" clId="{B667A64A-E2D8-450E-BE9E-DF564E47E9E7}" dt="2024-10-30T14:53:32.341" v="737" actId="20577"/>
        <pc:sldMkLst>
          <pc:docMk/>
          <pc:sldMk cId="0" sldId="271"/>
        </pc:sldMkLst>
        <pc:spChg chg="mod">
          <ac:chgData name="7 Town" userId="f001bd45134943c1" providerId="LiveId" clId="{B667A64A-E2D8-450E-BE9E-DF564E47E9E7}" dt="2024-10-30T14:53:32.341" v="737" actId="20577"/>
          <ac:spMkLst>
            <pc:docMk/>
            <pc:sldMk cId="0" sldId="271"/>
            <ac:spMk id="22" creationId="{00000000-0000-0000-0000-000000000000}"/>
          </ac:spMkLst>
        </pc:spChg>
        <pc:spChg chg="mod">
          <ac:chgData name="7 Town" userId="f001bd45134943c1" providerId="LiveId" clId="{B667A64A-E2D8-450E-BE9E-DF564E47E9E7}" dt="2024-10-30T14:53:29.150" v="735" actId="20577"/>
          <ac:spMkLst>
            <pc:docMk/>
            <pc:sldMk cId="0" sldId="271"/>
            <ac:spMk id="23" creationId="{00000000-0000-0000-0000-000000000000}"/>
          </ac:spMkLst>
        </pc:spChg>
        <pc:cxnChg chg="mod">
          <ac:chgData name="7 Town" userId="f001bd45134943c1" providerId="LiveId" clId="{B667A64A-E2D8-450E-BE9E-DF564E47E9E7}" dt="2024-10-30T14:53:29.150" v="735" actId="20577"/>
          <ac:cxnSpMkLst>
            <pc:docMk/>
            <pc:sldMk cId="0" sldId="271"/>
            <ac:cxnSpMk id="17" creationId="{00000000-0000-0000-0000-000000000000}"/>
          </ac:cxnSpMkLst>
        </pc:cxnChg>
      </pc:sldChg>
      <pc:sldChg chg="del">
        <pc:chgData name="7 Town" userId="f001bd45134943c1" providerId="LiveId" clId="{B667A64A-E2D8-450E-BE9E-DF564E47E9E7}" dt="2024-10-30T14:19:14.467" v="161" actId="47"/>
        <pc:sldMkLst>
          <pc:docMk/>
          <pc:sldMk cId="0" sldId="272"/>
        </pc:sldMkLst>
      </pc:sldChg>
      <pc:sldChg chg="del">
        <pc:chgData name="7 Town" userId="f001bd45134943c1" providerId="LiveId" clId="{B667A64A-E2D8-450E-BE9E-DF564E47E9E7}" dt="2024-10-30T14:19:15.892" v="163" actId="47"/>
        <pc:sldMkLst>
          <pc:docMk/>
          <pc:sldMk cId="0" sldId="275"/>
        </pc:sldMkLst>
      </pc:sldChg>
      <pc:sldChg chg="modSp mod">
        <pc:chgData name="7 Town" userId="f001bd45134943c1" providerId="LiveId" clId="{B667A64A-E2D8-450E-BE9E-DF564E47E9E7}" dt="2024-10-31T04:31:23.518" v="2958" actId="20577"/>
        <pc:sldMkLst>
          <pc:docMk/>
          <pc:sldMk cId="0" sldId="282"/>
        </pc:sldMkLst>
        <pc:spChg chg="mod">
          <ac:chgData name="7 Town" userId="f001bd45134943c1" providerId="LiveId" clId="{B667A64A-E2D8-450E-BE9E-DF564E47E9E7}" dt="2024-10-31T04:31:23.518" v="2958" actId="20577"/>
          <ac:spMkLst>
            <pc:docMk/>
            <pc:sldMk cId="0" sldId="282"/>
            <ac:spMk id="32" creationId="{6ED19F00-1B39-5962-CD26-4C21FBE5D15D}"/>
          </ac:spMkLst>
        </pc:spChg>
      </pc:sldChg>
      <pc:sldChg chg="ord">
        <pc:chgData name="7 Town" userId="f001bd45134943c1" providerId="LiveId" clId="{B667A64A-E2D8-450E-BE9E-DF564E47E9E7}" dt="2024-10-30T14:23:31.239" v="372"/>
        <pc:sldMkLst>
          <pc:docMk/>
          <pc:sldMk cId="2260990853" sldId="283"/>
        </pc:sldMkLst>
      </pc:sldChg>
      <pc:sldChg chg="del">
        <pc:chgData name="7 Town" userId="f001bd45134943c1" providerId="LiveId" clId="{B667A64A-E2D8-450E-BE9E-DF564E47E9E7}" dt="2024-10-30T14:18:52.885" v="150" actId="47"/>
        <pc:sldMkLst>
          <pc:docMk/>
          <pc:sldMk cId="0" sldId="284"/>
        </pc:sldMkLst>
      </pc:sldChg>
      <pc:sldChg chg="del">
        <pc:chgData name="7 Town" userId="f001bd45134943c1" providerId="LiveId" clId="{B667A64A-E2D8-450E-BE9E-DF564E47E9E7}" dt="2024-10-30T14:19:00.475" v="153" actId="47"/>
        <pc:sldMkLst>
          <pc:docMk/>
          <pc:sldMk cId="1888956999" sldId="285"/>
        </pc:sldMkLst>
      </pc:sldChg>
      <pc:sldChg chg="del">
        <pc:chgData name="7 Town" userId="f001bd45134943c1" providerId="LiveId" clId="{B667A64A-E2D8-450E-BE9E-DF564E47E9E7}" dt="2024-10-30T14:18:46.970" v="149" actId="47"/>
        <pc:sldMkLst>
          <pc:docMk/>
          <pc:sldMk cId="1680628737" sldId="287"/>
        </pc:sldMkLst>
      </pc:sldChg>
      <pc:sldChg chg="del">
        <pc:chgData name="7 Town" userId="f001bd45134943c1" providerId="LiveId" clId="{B667A64A-E2D8-450E-BE9E-DF564E47E9E7}" dt="2024-10-30T14:19:08.819" v="155" actId="47"/>
        <pc:sldMkLst>
          <pc:docMk/>
          <pc:sldMk cId="318846087" sldId="288"/>
        </pc:sldMkLst>
      </pc:sldChg>
      <pc:sldChg chg="del">
        <pc:chgData name="7 Town" userId="f001bd45134943c1" providerId="LiveId" clId="{B667A64A-E2D8-450E-BE9E-DF564E47E9E7}" dt="2024-10-30T14:19:11.403" v="158" actId="47"/>
        <pc:sldMkLst>
          <pc:docMk/>
          <pc:sldMk cId="931995051" sldId="289"/>
        </pc:sldMkLst>
      </pc:sldChg>
      <pc:sldChg chg="del">
        <pc:chgData name="7 Town" userId="f001bd45134943c1" providerId="LiveId" clId="{B667A64A-E2D8-450E-BE9E-DF564E47E9E7}" dt="2024-10-30T14:19:12.133" v="159" actId="47"/>
        <pc:sldMkLst>
          <pc:docMk/>
          <pc:sldMk cId="1466323703" sldId="290"/>
        </pc:sldMkLst>
      </pc:sldChg>
      <pc:sldChg chg="del">
        <pc:chgData name="7 Town" userId="f001bd45134943c1" providerId="LiveId" clId="{B667A64A-E2D8-450E-BE9E-DF564E47E9E7}" dt="2024-10-30T14:19:13.013" v="160" actId="47"/>
        <pc:sldMkLst>
          <pc:docMk/>
          <pc:sldMk cId="0" sldId="291"/>
        </pc:sldMkLst>
      </pc:sldChg>
      <pc:sldChg chg="del">
        <pc:chgData name="7 Town" userId="f001bd45134943c1" providerId="LiveId" clId="{B667A64A-E2D8-450E-BE9E-DF564E47E9E7}" dt="2024-10-30T14:19:15.007" v="162" actId="47"/>
        <pc:sldMkLst>
          <pc:docMk/>
          <pc:sldMk cId="1281382066" sldId="292"/>
        </pc:sldMkLst>
      </pc:sldChg>
      <pc:sldChg chg="del">
        <pc:chgData name="7 Town" userId="f001bd45134943c1" providerId="LiveId" clId="{B667A64A-E2D8-450E-BE9E-DF564E47E9E7}" dt="2024-10-30T14:19:16.384" v="164" actId="47"/>
        <pc:sldMkLst>
          <pc:docMk/>
          <pc:sldMk cId="334691803" sldId="293"/>
        </pc:sldMkLst>
      </pc:sldChg>
      <pc:sldChg chg="modSp mod">
        <pc:chgData name="7 Town" userId="f001bd45134943c1" providerId="LiveId" clId="{B667A64A-E2D8-450E-BE9E-DF564E47E9E7}" dt="2024-10-30T14:22:47.684" v="361" actId="20577"/>
        <pc:sldMkLst>
          <pc:docMk/>
          <pc:sldMk cId="3440631483" sldId="294"/>
        </pc:sldMkLst>
        <pc:spChg chg="mod">
          <ac:chgData name="7 Town" userId="f001bd45134943c1" providerId="LiveId" clId="{B667A64A-E2D8-450E-BE9E-DF564E47E9E7}" dt="2024-10-30T14:21:51.550" v="281" actId="20577"/>
          <ac:spMkLst>
            <pc:docMk/>
            <pc:sldMk cId="3440631483" sldId="294"/>
            <ac:spMk id="22" creationId="{B46BC62D-448A-9EE6-EBB3-8A5E906E8191}"/>
          </ac:spMkLst>
        </pc:spChg>
        <pc:spChg chg="mod">
          <ac:chgData name="7 Town" userId="f001bd45134943c1" providerId="LiveId" clId="{B667A64A-E2D8-450E-BE9E-DF564E47E9E7}" dt="2024-10-30T14:22:47.684" v="361" actId="20577"/>
          <ac:spMkLst>
            <pc:docMk/>
            <pc:sldMk cId="3440631483" sldId="294"/>
            <ac:spMk id="23" creationId="{A789B3FF-A5BC-F6AF-AA4F-693F6B8D8E73}"/>
          </ac:spMkLst>
        </pc:spChg>
        <pc:cxnChg chg="mod">
          <ac:chgData name="7 Town" userId="f001bd45134943c1" providerId="LiveId" clId="{B667A64A-E2D8-450E-BE9E-DF564E47E9E7}" dt="2024-10-30T14:22:47.684" v="361" actId="20577"/>
          <ac:cxnSpMkLst>
            <pc:docMk/>
            <pc:sldMk cId="3440631483" sldId="294"/>
            <ac:cxnSpMk id="17" creationId="{E1C344C3-7EEC-5222-8931-C3797FD9F04B}"/>
          </ac:cxnSpMkLst>
        </pc:cxnChg>
      </pc:sldChg>
      <pc:sldChg chg="modSp mod">
        <pc:chgData name="7 Town" userId="f001bd45134943c1" providerId="LiveId" clId="{B667A64A-E2D8-450E-BE9E-DF564E47E9E7}" dt="2024-10-30T14:23:03.827" v="365" actId="20577"/>
        <pc:sldMkLst>
          <pc:docMk/>
          <pc:sldMk cId="0" sldId="296"/>
        </pc:sldMkLst>
        <pc:spChg chg="mod">
          <ac:chgData name="7 Town" userId="f001bd45134943c1" providerId="LiveId" clId="{B667A64A-E2D8-450E-BE9E-DF564E47E9E7}" dt="2024-10-30T14:21:55.137" v="283" actId="20577"/>
          <ac:spMkLst>
            <pc:docMk/>
            <pc:sldMk cId="0" sldId="296"/>
            <ac:spMk id="22" creationId="{00000000-0000-0000-0000-000000000000}"/>
          </ac:spMkLst>
        </pc:spChg>
        <pc:spChg chg="mod">
          <ac:chgData name="7 Town" userId="f001bd45134943c1" providerId="LiveId" clId="{B667A64A-E2D8-450E-BE9E-DF564E47E9E7}" dt="2024-10-30T14:23:03.827" v="365" actId="20577"/>
          <ac:spMkLst>
            <pc:docMk/>
            <pc:sldMk cId="0" sldId="296"/>
            <ac:spMk id="23" creationId="{00000000-0000-0000-0000-000000000000}"/>
          </ac:spMkLst>
        </pc:spChg>
        <pc:cxnChg chg="mod">
          <ac:chgData name="7 Town" userId="f001bd45134943c1" providerId="LiveId" clId="{B667A64A-E2D8-450E-BE9E-DF564E47E9E7}" dt="2024-10-30T14:23:03.827" v="365" actId="20577"/>
          <ac:cxnSpMkLst>
            <pc:docMk/>
            <pc:sldMk cId="0" sldId="296"/>
            <ac:cxnSpMk id="17" creationId="{00000000-0000-0000-0000-000000000000}"/>
          </ac:cxnSpMkLst>
        </pc:cxnChg>
      </pc:sldChg>
      <pc:sldChg chg="modSp mod">
        <pc:chgData name="7 Town" userId="f001bd45134943c1" providerId="LiveId" clId="{B667A64A-E2D8-450E-BE9E-DF564E47E9E7}" dt="2024-10-30T14:23:10.482" v="366"/>
        <pc:sldMkLst>
          <pc:docMk/>
          <pc:sldMk cId="2688855065" sldId="297"/>
        </pc:sldMkLst>
        <pc:spChg chg="mod">
          <ac:chgData name="7 Town" userId="f001bd45134943c1" providerId="LiveId" clId="{B667A64A-E2D8-450E-BE9E-DF564E47E9E7}" dt="2024-10-30T14:22:07.497" v="310" actId="20577"/>
          <ac:spMkLst>
            <pc:docMk/>
            <pc:sldMk cId="2688855065" sldId="297"/>
            <ac:spMk id="6" creationId="{70C45599-64D7-5AE7-6A3B-8829E5C37958}"/>
          </ac:spMkLst>
        </pc:spChg>
        <pc:spChg chg="mod">
          <ac:chgData name="7 Town" userId="f001bd45134943c1" providerId="LiveId" clId="{B667A64A-E2D8-450E-BE9E-DF564E47E9E7}" dt="2024-10-30T14:21:58.217" v="285" actId="20577"/>
          <ac:spMkLst>
            <pc:docMk/>
            <pc:sldMk cId="2688855065" sldId="297"/>
            <ac:spMk id="22" creationId="{42C2B12F-DB2F-A80E-7C3E-F5CA0B100E68}"/>
          </ac:spMkLst>
        </pc:spChg>
        <pc:spChg chg="mod">
          <ac:chgData name="7 Town" userId="f001bd45134943c1" providerId="LiveId" clId="{B667A64A-E2D8-450E-BE9E-DF564E47E9E7}" dt="2024-10-30T14:23:10.482" v="366"/>
          <ac:spMkLst>
            <pc:docMk/>
            <pc:sldMk cId="2688855065" sldId="297"/>
            <ac:spMk id="23" creationId="{5FC4F16C-06B4-3779-E897-AF8ACB1AD11E}"/>
          </ac:spMkLst>
        </pc:spChg>
        <pc:cxnChg chg="mod">
          <ac:chgData name="7 Town" userId="f001bd45134943c1" providerId="LiveId" clId="{B667A64A-E2D8-450E-BE9E-DF564E47E9E7}" dt="2024-10-30T14:23:10.482" v="366"/>
          <ac:cxnSpMkLst>
            <pc:docMk/>
            <pc:sldMk cId="2688855065" sldId="297"/>
            <ac:cxnSpMk id="17" creationId="{1EF0695D-6DD7-0B5C-3473-37BE0B40425F}"/>
          </ac:cxnSpMkLst>
        </pc:cxnChg>
      </pc:sldChg>
      <pc:sldChg chg="del">
        <pc:chgData name="7 Town" userId="f001bd45134943c1" providerId="LiveId" clId="{B667A64A-E2D8-450E-BE9E-DF564E47E9E7}" dt="2024-10-31T04:34:46.307" v="2982" actId="47"/>
        <pc:sldMkLst>
          <pc:docMk/>
          <pc:sldMk cId="1292668330" sldId="298"/>
        </pc:sldMkLst>
      </pc:sldChg>
      <pc:sldChg chg="add del">
        <pc:chgData name="7 Town" userId="f001bd45134943c1" providerId="LiveId" clId="{B667A64A-E2D8-450E-BE9E-DF564E47E9E7}" dt="2024-10-31T04:29:14.957" v="2933" actId="47"/>
        <pc:sldMkLst>
          <pc:docMk/>
          <pc:sldMk cId="3852725137" sldId="300"/>
        </pc:sldMkLst>
      </pc:sldChg>
      <pc:sldChg chg="addSp delSp del mod">
        <pc:chgData name="7 Town" userId="f001bd45134943c1" providerId="LiveId" clId="{B667A64A-E2D8-450E-BE9E-DF564E47E9E7}" dt="2024-10-31T04:25:04.364" v="2674" actId="47"/>
        <pc:sldMkLst>
          <pc:docMk/>
          <pc:sldMk cId="2972269572" sldId="302"/>
        </pc:sldMkLst>
        <pc:cxnChg chg="add del">
          <ac:chgData name="7 Town" userId="f001bd45134943c1" providerId="LiveId" clId="{B667A64A-E2D8-450E-BE9E-DF564E47E9E7}" dt="2024-10-31T04:22:36.126" v="2460" actId="478"/>
          <ac:cxnSpMkLst>
            <pc:docMk/>
            <pc:sldMk cId="2972269572" sldId="302"/>
            <ac:cxnSpMk id="50" creationId="{5C17277C-2556-7870-745E-CFC47ABEA18B}"/>
          </ac:cxnSpMkLst>
        </pc:cxnChg>
      </pc:sldChg>
      <pc:sldChg chg="del">
        <pc:chgData name="7 Town" userId="f001bd45134943c1" providerId="LiveId" clId="{B667A64A-E2D8-450E-BE9E-DF564E47E9E7}" dt="2024-10-31T04:29:16.473" v="2934" actId="47"/>
        <pc:sldMkLst>
          <pc:docMk/>
          <pc:sldMk cId="4044568378" sldId="303"/>
        </pc:sldMkLst>
      </pc:sldChg>
      <pc:sldChg chg="del">
        <pc:chgData name="7 Town" userId="f001bd45134943c1" providerId="LiveId" clId="{B667A64A-E2D8-450E-BE9E-DF564E47E9E7}" dt="2024-10-31T04:31:14.626" v="2950" actId="47"/>
        <pc:sldMkLst>
          <pc:docMk/>
          <pc:sldMk cId="2429392987" sldId="304"/>
        </pc:sldMkLst>
      </pc:sldChg>
      <pc:sldChg chg="del">
        <pc:chgData name="7 Town" userId="f001bd45134943c1" providerId="LiveId" clId="{B667A64A-E2D8-450E-BE9E-DF564E47E9E7}" dt="2024-10-30T14:18:55.622" v="151" actId="47"/>
        <pc:sldMkLst>
          <pc:docMk/>
          <pc:sldMk cId="2877809921" sldId="305"/>
        </pc:sldMkLst>
      </pc:sldChg>
      <pc:sldChg chg="del">
        <pc:chgData name="7 Town" userId="f001bd45134943c1" providerId="LiveId" clId="{B667A64A-E2D8-450E-BE9E-DF564E47E9E7}" dt="2024-10-30T14:18:58.902" v="152" actId="47"/>
        <pc:sldMkLst>
          <pc:docMk/>
          <pc:sldMk cId="770284014" sldId="306"/>
        </pc:sldMkLst>
      </pc:sldChg>
      <pc:sldChg chg="del">
        <pc:chgData name="7 Town" userId="f001bd45134943c1" providerId="LiveId" clId="{B667A64A-E2D8-450E-BE9E-DF564E47E9E7}" dt="2024-10-30T14:19:07.489" v="154" actId="47"/>
        <pc:sldMkLst>
          <pc:docMk/>
          <pc:sldMk cId="2323915836" sldId="307"/>
        </pc:sldMkLst>
      </pc:sldChg>
      <pc:sldChg chg="del">
        <pc:chgData name="7 Town" userId="f001bd45134943c1" providerId="LiveId" clId="{B667A64A-E2D8-450E-BE9E-DF564E47E9E7}" dt="2024-10-30T14:19:09.780" v="156" actId="47"/>
        <pc:sldMkLst>
          <pc:docMk/>
          <pc:sldMk cId="539292985" sldId="308"/>
        </pc:sldMkLst>
      </pc:sldChg>
      <pc:sldChg chg="del">
        <pc:chgData name="7 Town" userId="f001bd45134943c1" providerId="LiveId" clId="{B667A64A-E2D8-450E-BE9E-DF564E47E9E7}" dt="2024-10-30T14:19:18.153" v="165" actId="47"/>
        <pc:sldMkLst>
          <pc:docMk/>
          <pc:sldMk cId="792294725" sldId="309"/>
        </pc:sldMkLst>
      </pc:sldChg>
      <pc:sldChg chg="del">
        <pc:chgData name="7 Town" userId="f001bd45134943c1" providerId="LiveId" clId="{B667A64A-E2D8-450E-BE9E-DF564E47E9E7}" dt="2024-10-31T04:31:17.402" v="2952" actId="47"/>
        <pc:sldMkLst>
          <pc:docMk/>
          <pc:sldMk cId="3098677" sldId="310"/>
        </pc:sldMkLst>
      </pc:sldChg>
      <pc:sldChg chg="del">
        <pc:chgData name="7 Town" userId="f001bd45134943c1" providerId="LiveId" clId="{B667A64A-E2D8-450E-BE9E-DF564E47E9E7}" dt="2024-10-31T04:31:15.970" v="2951" actId="47"/>
        <pc:sldMkLst>
          <pc:docMk/>
          <pc:sldMk cId="0" sldId="311"/>
        </pc:sldMkLst>
      </pc:sldChg>
      <pc:sldChg chg="addSp delSp modSp add mod">
        <pc:chgData name="7 Town" userId="f001bd45134943c1" providerId="LiveId" clId="{B667A64A-E2D8-450E-BE9E-DF564E47E9E7}" dt="2024-10-30T15:23:47.939" v="875" actId="20577"/>
        <pc:sldMkLst>
          <pc:docMk/>
          <pc:sldMk cId="4057721287" sldId="312"/>
        </pc:sldMkLst>
        <pc:spChg chg="del">
          <ac:chgData name="7 Town" userId="f001bd45134943c1" providerId="LiveId" clId="{B667A64A-E2D8-450E-BE9E-DF564E47E9E7}" dt="2024-10-30T14:38:53.505" v="374" actId="478"/>
          <ac:spMkLst>
            <pc:docMk/>
            <pc:sldMk cId="4057721287" sldId="312"/>
            <ac:spMk id="5" creationId="{101834AE-2374-4A4E-B8E4-3925BE6B22FD}"/>
          </ac:spMkLst>
        </pc:spChg>
        <pc:spChg chg="del">
          <ac:chgData name="7 Town" userId="f001bd45134943c1" providerId="LiveId" clId="{B667A64A-E2D8-450E-BE9E-DF564E47E9E7}" dt="2024-10-30T14:38:53.505" v="374" actId="478"/>
          <ac:spMkLst>
            <pc:docMk/>
            <pc:sldMk cId="4057721287" sldId="312"/>
            <ac:spMk id="6" creationId="{1AD1BD68-862B-4787-228E-5B8A94246810}"/>
          </ac:spMkLst>
        </pc:spChg>
        <pc:spChg chg="add mod">
          <ac:chgData name="7 Town" userId="f001bd45134943c1" providerId="LiveId" clId="{B667A64A-E2D8-450E-BE9E-DF564E47E9E7}" dt="2024-10-30T14:42:54.935" v="384" actId="14100"/>
          <ac:spMkLst>
            <pc:docMk/>
            <pc:sldMk cId="4057721287" sldId="312"/>
            <ac:spMk id="7" creationId="{4B27E0A3-55F1-72DA-7F9D-14EABEC78646}"/>
          </ac:spMkLst>
        </pc:spChg>
        <pc:spChg chg="del">
          <ac:chgData name="7 Town" userId="f001bd45134943c1" providerId="LiveId" clId="{B667A64A-E2D8-450E-BE9E-DF564E47E9E7}" dt="2024-10-30T14:38:53.505" v="374" actId="478"/>
          <ac:spMkLst>
            <pc:docMk/>
            <pc:sldMk cId="4057721287" sldId="312"/>
            <ac:spMk id="8" creationId="{F59E1DFD-6906-807F-392E-BD67EE37925F}"/>
          </ac:spMkLst>
        </pc:spChg>
        <pc:spChg chg="add mod">
          <ac:chgData name="7 Town" userId="f001bd45134943c1" providerId="LiveId" clId="{B667A64A-E2D8-450E-BE9E-DF564E47E9E7}" dt="2024-10-30T14:52:08.603" v="688" actId="14100"/>
          <ac:spMkLst>
            <pc:docMk/>
            <pc:sldMk cId="4057721287" sldId="312"/>
            <ac:spMk id="9" creationId="{C1D0681E-F721-6BFB-B885-EB8BC6D5FB85}"/>
          </ac:spMkLst>
        </pc:spChg>
        <pc:spChg chg="add mod">
          <ac:chgData name="7 Town" userId="f001bd45134943c1" providerId="LiveId" clId="{B667A64A-E2D8-450E-BE9E-DF564E47E9E7}" dt="2024-10-30T14:43:30.988" v="506" actId="14100"/>
          <ac:spMkLst>
            <pc:docMk/>
            <pc:sldMk cId="4057721287" sldId="312"/>
            <ac:spMk id="10" creationId="{3B345163-973E-AFFB-0A81-1D22AA35DE62}"/>
          </ac:spMkLst>
        </pc:spChg>
        <pc:spChg chg="add mod">
          <ac:chgData name="7 Town" userId="f001bd45134943c1" providerId="LiveId" clId="{B667A64A-E2D8-450E-BE9E-DF564E47E9E7}" dt="2024-10-30T14:52:46.027" v="697" actId="113"/>
          <ac:spMkLst>
            <pc:docMk/>
            <pc:sldMk cId="4057721287" sldId="312"/>
            <ac:spMk id="11" creationId="{F39D7498-00C1-F989-AFA5-04930503AA68}"/>
          </ac:spMkLst>
        </pc:spChg>
        <pc:spChg chg="add mod">
          <ac:chgData name="7 Town" userId="f001bd45134943c1" providerId="LiveId" clId="{B667A64A-E2D8-450E-BE9E-DF564E47E9E7}" dt="2024-10-30T14:42:43.679" v="383"/>
          <ac:spMkLst>
            <pc:docMk/>
            <pc:sldMk cId="4057721287" sldId="312"/>
            <ac:spMk id="12" creationId="{AF088626-665D-884B-8D85-CD1DA0F6FB12}"/>
          </ac:spMkLst>
        </pc:spChg>
        <pc:spChg chg="del">
          <ac:chgData name="7 Town" userId="f001bd45134943c1" providerId="LiveId" clId="{B667A64A-E2D8-450E-BE9E-DF564E47E9E7}" dt="2024-10-30T14:38:53.505" v="374" actId="478"/>
          <ac:spMkLst>
            <pc:docMk/>
            <pc:sldMk cId="4057721287" sldId="312"/>
            <ac:spMk id="18" creationId="{46BD8B4F-C66F-1F35-99B1-91B52F26F83B}"/>
          </ac:spMkLst>
        </pc:spChg>
        <pc:spChg chg="mod">
          <ac:chgData name="7 Town" userId="f001bd45134943c1" providerId="LiveId" clId="{B667A64A-E2D8-450E-BE9E-DF564E47E9E7}" dt="2024-10-30T15:23:47.939" v="875" actId="20577"/>
          <ac:spMkLst>
            <pc:docMk/>
            <pc:sldMk cId="4057721287" sldId="312"/>
            <ac:spMk id="22" creationId="{A60CA604-FDA0-122F-2F1D-8A12C3C912F8}"/>
          </ac:spMkLst>
        </pc:spChg>
        <pc:spChg chg="mod">
          <ac:chgData name="7 Town" userId="f001bd45134943c1" providerId="LiveId" clId="{B667A64A-E2D8-450E-BE9E-DF564E47E9E7}" dt="2024-10-30T14:53:44.258" v="738"/>
          <ac:spMkLst>
            <pc:docMk/>
            <pc:sldMk cId="4057721287" sldId="312"/>
            <ac:spMk id="23" creationId="{84B97315-8ADB-ADAD-480E-30E641DB63AA}"/>
          </ac:spMkLst>
        </pc:spChg>
        <pc:picChg chg="del">
          <ac:chgData name="7 Town" userId="f001bd45134943c1" providerId="LiveId" clId="{B667A64A-E2D8-450E-BE9E-DF564E47E9E7}" dt="2024-10-30T14:38:53.505" v="374" actId="478"/>
          <ac:picMkLst>
            <pc:docMk/>
            <pc:sldMk cId="4057721287" sldId="312"/>
            <ac:picMk id="3" creationId="{1539248B-40DA-6B29-EBDF-5BE815C6F050}"/>
          </ac:picMkLst>
        </pc:picChg>
        <pc:picChg chg="add mod">
          <ac:chgData name="7 Town" userId="f001bd45134943c1" providerId="LiveId" clId="{B667A64A-E2D8-450E-BE9E-DF564E47E9E7}" dt="2024-10-30T14:52:57.371" v="700" actId="1036"/>
          <ac:picMkLst>
            <pc:docMk/>
            <pc:sldMk cId="4057721287" sldId="312"/>
            <ac:picMk id="4" creationId="{4FE18A65-CF1F-A181-E63A-B1B91408B48C}"/>
          </ac:picMkLst>
        </pc:picChg>
        <pc:cxnChg chg="mod">
          <ac:chgData name="7 Town" userId="f001bd45134943c1" providerId="LiveId" clId="{B667A64A-E2D8-450E-BE9E-DF564E47E9E7}" dt="2024-10-30T14:53:44.258" v="738"/>
          <ac:cxnSpMkLst>
            <pc:docMk/>
            <pc:sldMk cId="4057721287" sldId="312"/>
            <ac:cxnSpMk id="17" creationId="{4F319AF6-D05F-88F6-D21A-67C053689619}"/>
          </ac:cxnSpMkLst>
        </pc:cxnChg>
      </pc:sldChg>
      <pc:sldChg chg="addSp delSp modSp add mod">
        <pc:chgData name="7 Town" userId="f001bd45134943c1" providerId="LiveId" clId="{B667A64A-E2D8-450E-BE9E-DF564E47E9E7}" dt="2024-10-31T04:33:20.366" v="2975" actId="1076"/>
        <pc:sldMkLst>
          <pc:docMk/>
          <pc:sldMk cId="3923266500" sldId="313"/>
        </pc:sldMkLst>
        <pc:spChg chg="add mod">
          <ac:chgData name="7 Town" userId="f001bd45134943c1" providerId="LiveId" clId="{B667A64A-E2D8-450E-BE9E-DF564E47E9E7}" dt="2024-10-31T04:33:20.366" v="2975" actId="1076"/>
          <ac:spMkLst>
            <pc:docMk/>
            <pc:sldMk cId="3923266500" sldId="313"/>
            <ac:spMk id="2" creationId="{AE494519-1EAA-C192-0E70-38F3DAF690B5}"/>
          </ac:spMkLst>
        </pc:spChg>
        <pc:spChg chg="add mod ord">
          <ac:chgData name="7 Town" userId="f001bd45134943c1" providerId="LiveId" clId="{B667A64A-E2D8-450E-BE9E-DF564E47E9E7}" dt="2024-10-30T15:03:51.463" v="761" actId="14100"/>
          <ac:spMkLst>
            <pc:docMk/>
            <pc:sldMk cId="3923266500" sldId="313"/>
            <ac:spMk id="4" creationId="{CEF952D3-ED85-4C6D-626D-A25613351D14}"/>
          </ac:spMkLst>
        </pc:spChg>
        <pc:spChg chg="add mod">
          <ac:chgData name="7 Town" userId="f001bd45134943c1" providerId="LiveId" clId="{B667A64A-E2D8-450E-BE9E-DF564E47E9E7}" dt="2024-10-30T15:04:39.329" v="783" actId="20577"/>
          <ac:spMkLst>
            <pc:docMk/>
            <pc:sldMk cId="3923266500" sldId="313"/>
            <ac:spMk id="7" creationId="{9EC4125B-007E-9ED1-0191-7F644197B1FD}"/>
          </ac:spMkLst>
        </pc:spChg>
        <pc:spChg chg="add mod">
          <ac:chgData name="7 Town" userId="f001bd45134943c1" providerId="LiveId" clId="{B667A64A-E2D8-450E-BE9E-DF564E47E9E7}" dt="2024-10-30T15:13:42.732" v="863" actId="20577"/>
          <ac:spMkLst>
            <pc:docMk/>
            <pc:sldMk cId="3923266500" sldId="313"/>
            <ac:spMk id="10" creationId="{01B22F66-17D9-8780-296F-EC29B77EF04F}"/>
          </ac:spMkLst>
        </pc:spChg>
        <pc:spChg chg="add mod">
          <ac:chgData name="7 Town" userId="f001bd45134943c1" providerId="LiveId" clId="{B667A64A-E2D8-450E-BE9E-DF564E47E9E7}" dt="2024-10-30T15:24:22.758" v="884"/>
          <ac:spMkLst>
            <pc:docMk/>
            <pc:sldMk cId="3923266500" sldId="313"/>
            <ac:spMk id="11" creationId="{5EF5CA5F-D8C2-C488-A374-5AB15AE0C05A}"/>
          </ac:spMkLst>
        </pc:spChg>
        <pc:spChg chg="mod">
          <ac:chgData name="7 Town" userId="f001bd45134943c1" providerId="LiveId" clId="{B667A64A-E2D8-450E-BE9E-DF564E47E9E7}" dt="2024-10-30T15:23:51.762" v="877" actId="20577"/>
          <ac:spMkLst>
            <pc:docMk/>
            <pc:sldMk cId="3923266500" sldId="313"/>
            <ac:spMk id="22" creationId="{3748FEE5-8FEE-7774-A74A-A1B7C3CB8B72}"/>
          </ac:spMkLst>
        </pc:spChg>
        <pc:spChg chg="mod">
          <ac:chgData name="7 Town" userId="f001bd45134943c1" providerId="LiveId" clId="{B667A64A-E2D8-450E-BE9E-DF564E47E9E7}" dt="2024-10-30T15:24:02.735" v="878"/>
          <ac:spMkLst>
            <pc:docMk/>
            <pc:sldMk cId="3923266500" sldId="313"/>
            <ac:spMk id="23" creationId="{CDB1A4BB-29CD-5D52-D316-C6C3BD552551}"/>
          </ac:spMkLst>
        </pc:spChg>
        <pc:picChg chg="add del mod">
          <ac:chgData name="7 Town" userId="f001bd45134943c1" providerId="LiveId" clId="{B667A64A-E2D8-450E-BE9E-DF564E47E9E7}" dt="2024-10-30T15:03:03.906" v="749" actId="478"/>
          <ac:picMkLst>
            <pc:docMk/>
            <pc:sldMk cId="3923266500" sldId="313"/>
            <ac:picMk id="3" creationId="{730EBC4C-7A09-4A40-05AE-690F4C8B3E83}"/>
          </ac:picMkLst>
        </pc:picChg>
        <pc:picChg chg="add mod">
          <ac:chgData name="7 Town" userId="f001bd45134943c1" providerId="LiveId" clId="{B667A64A-E2D8-450E-BE9E-DF564E47E9E7}" dt="2024-10-30T15:18:12.346" v="869" actId="1036"/>
          <ac:picMkLst>
            <pc:docMk/>
            <pc:sldMk cId="3923266500" sldId="313"/>
            <ac:picMk id="6" creationId="{AAEA97F1-5034-C1CF-E90A-61F33A535A4A}"/>
          </ac:picMkLst>
        </pc:picChg>
        <pc:picChg chg="add mod">
          <ac:chgData name="7 Town" userId="f001bd45134943c1" providerId="LiveId" clId="{B667A64A-E2D8-450E-BE9E-DF564E47E9E7}" dt="2024-10-30T15:12:46.014" v="842" actId="1076"/>
          <ac:picMkLst>
            <pc:docMk/>
            <pc:sldMk cId="3923266500" sldId="313"/>
            <ac:picMk id="1025" creationId="{1E107B61-E4DC-99E9-17F1-F95040E03F2A}"/>
          </ac:picMkLst>
        </pc:picChg>
        <pc:picChg chg="add mod">
          <ac:chgData name="7 Town" userId="f001bd45134943c1" providerId="LiveId" clId="{B667A64A-E2D8-450E-BE9E-DF564E47E9E7}" dt="2024-10-30T15:13:51.371" v="864" actId="1076"/>
          <ac:picMkLst>
            <pc:docMk/>
            <pc:sldMk cId="3923266500" sldId="313"/>
            <ac:picMk id="1026" creationId="{E3DA1D8F-91E2-E86D-BCD8-9D4C3970ECE5}"/>
          </ac:picMkLst>
        </pc:picChg>
        <pc:picChg chg="add mod">
          <ac:chgData name="7 Town" userId="f001bd45134943c1" providerId="LiveId" clId="{B667A64A-E2D8-450E-BE9E-DF564E47E9E7}" dt="2024-10-30T15:14:03.292" v="866" actId="1076"/>
          <ac:picMkLst>
            <pc:docMk/>
            <pc:sldMk cId="3923266500" sldId="313"/>
            <ac:picMk id="1027" creationId="{0716A4C3-79EC-5689-708D-3FF9D8EA9773}"/>
          </ac:picMkLst>
        </pc:picChg>
        <pc:cxnChg chg="add mod">
          <ac:chgData name="7 Town" userId="f001bd45134943c1" providerId="LiveId" clId="{B667A64A-E2D8-450E-BE9E-DF564E47E9E7}" dt="2024-10-30T15:04:14.659" v="764" actId="14100"/>
          <ac:cxnSpMkLst>
            <pc:docMk/>
            <pc:sldMk cId="3923266500" sldId="313"/>
            <ac:cxnSpMk id="8" creationId="{8FD4DD2A-EDFE-DAAA-2FCA-9293D28A9FE7}"/>
          </ac:cxnSpMkLst>
        </pc:cxnChg>
        <pc:cxnChg chg="mod">
          <ac:chgData name="7 Town" userId="f001bd45134943c1" providerId="LiveId" clId="{B667A64A-E2D8-450E-BE9E-DF564E47E9E7}" dt="2024-10-30T15:24:02.735" v="878"/>
          <ac:cxnSpMkLst>
            <pc:docMk/>
            <pc:sldMk cId="3923266500" sldId="313"/>
            <ac:cxnSpMk id="17" creationId="{87CCE2E5-C7F2-1FDA-261E-0E7E0ABD54C4}"/>
          </ac:cxnSpMkLst>
        </pc:cxnChg>
      </pc:sldChg>
      <pc:sldChg chg="addSp delSp modSp add mod">
        <pc:chgData name="7 Town" userId="f001bd45134943c1" providerId="LiveId" clId="{B667A64A-E2D8-450E-BE9E-DF564E47E9E7}" dt="2024-10-31T04:34:14.039" v="2981" actId="1076"/>
        <pc:sldMkLst>
          <pc:docMk/>
          <pc:sldMk cId="4003733967" sldId="314"/>
        </pc:sldMkLst>
        <pc:spChg chg="add mod">
          <ac:chgData name="7 Town" userId="f001bd45134943c1" providerId="LiveId" clId="{B667A64A-E2D8-450E-BE9E-DF564E47E9E7}" dt="2024-10-31T04:34:14.039" v="2981" actId="1076"/>
          <ac:spMkLst>
            <pc:docMk/>
            <pc:sldMk cId="4003733967" sldId="314"/>
            <ac:spMk id="2" creationId="{2D678330-A138-5013-4DD2-2AFF16C73D0F}"/>
          </ac:spMkLst>
        </pc:spChg>
        <pc:spChg chg="add del mod">
          <ac:chgData name="7 Town" userId="f001bd45134943c1" providerId="LiveId" clId="{B667A64A-E2D8-450E-BE9E-DF564E47E9E7}" dt="2024-10-30T15:25:10.699" v="893" actId="478"/>
          <ac:spMkLst>
            <pc:docMk/>
            <pc:sldMk cId="4003733967" sldId="314"/>
            <ac:spMk id="2" creationId="{786D282A-CFEC-432C-F437-D207F4EDE8C1}"/>
          </ac:spMkLst>
        </pc:spChg>
        <pc:spChg chg="add mod">
          <ac:chgData name="7 Town" userId="f001bd45134943c1" providerId="LiveId" clId="{B667A64A-E2D8-450E-BE9E-DF564E47E9E7}" dt="2024-10-30T15:26:00.758" v="924" actId="14100"/>
          <ac:spMkLst>
            <pc:docMk/>
            <pc:sldMk cId="4003733967" sldId="314"/>
            <ac:spMk id="5" creationId="{4784ACD2-A22B-C014-854D-4F36E443AD7F}"/>
          </ac:spMkLst>
        </pc:spChg>
        <pc:spChg chg="add mod">
          <ac:chgData name="7 Town" userId="f001bd45134943c1" providerId="LiveId" clId="{B667A64A-E2D8-450E-BE9E-DF564E47E9E7}" dt="2024-10-30T15:35:50.451" v="1053" actId="113"/>
          <ac:spMkLst>
            <pc:docMk/>
            <pc:sldMk cId="4003733967" sldId="314"/>
            <ac:spMk id="8" creationId="{0E1D0F00-E5F3-8229-D63B-6276A4C1E663}"/>
          </ac:spMkLst>
        </pc:spChg>
        <pc:spChg chg="mod">
          <ac:chgData name="7 Town" userId="f001bd45134943c1" providerId="LiveId" clId="{B667A64A-E2D8-450E-BE9E-DF564E47E9E7}" dt="2024-10-30T15:24:08.245" v="880" actId="20577"/>
          <ac:spMkLst>
            <pc:docMk/>
            <pc:sldMk cId="4003733967" sldId="314"/>
            <ac:spMk id="22" creationId="{154364B0-AAEA-28BB-AA7B-63BCECD113BB}"/>
          </ac:spMkLst>
        </pc:spChg>
        <pc:spChg chg="mod">
          <ac:chgData name="7 Town" userId="f001bd45134943c1" providerId="LiveId" clId="{B667A64A-E2D8-450E-BE9E-DF564E47E9E7}" dt="2024-10-30T15:24:12.453" v="881"/>
          <ac:spMkLst>
            <pc:docMk/>
            <pc:sldMk cId="4003733967" sldId="314"/>
            <ac:spMk id="23" creationId="{A2F1C1FE-2A4F-3586-9178-F190D67602FF}"/>
          </ac:spMkLst>
        </pc:spChg>
        <pc:picChg chg="add mod">
          <ac:chgData name="7 Town" userId="f001bd45134943c1" providerId="LiveId" clId="{B667A64A-E2D8-450E-BE9E-DF564E47E9E7}" dt="2024-10-30T15:25:08.927" v="892" actId="1076"/>
          <ac:picMkLst>
            <pc:docMk/>
            <pc:sldMk cId="4003733967" sldId="314"/>
            <ac:picMk id="4" creationId="{83D46A79-1C72-8A72-94D6-0B3C05920A1A}"/>
          </ac:picMkLst>
        </pc:picChg>
        <pc:cxnChg chg="add mod">
          <ac:chgData name="7 Town" userId="f001bd45134943c1" providerId="LiveId" clId="{B667A64A-E2D8-450E-BE9E-DF564E47E9E7}" dt="2024-10-30T15:25:31.762" v="896" actId="14100"/>
          <ac:cxnSpMkLst>
            <pc:docMk/>
            <pc:sldMk cId="4003733967" sldId="314"/>
            <ac:cxnSpMk id="6" creationId="{C7416301-E6D7-B5F9-A41A-578DEC2E934A}"/>
          </ac:cxnSpMkLst>
        </pc:cxnChg>
        <pc:cxnChg chg="mod">
          <ac:chgData name="7 Town" userId="f001bd45134943c1" providerId="LiveId" clId="{B667A64A-E2D8-450E-BE9E-DF564E47E9E7}" dt="2024-10-30T15:24:12.453" v="881"/>
          <ac:cxnSpMkLst>
            <pc:docMk/>
            <pc:sldMk cId="4003733967" sldId="314"/>
            <ac:cxnSpMk id="17" creationId="{BC63EE56-8E03-E486-342A-DE7140A6EBC9}"/>
          </ac:cxnSpMkLst>
        </pc:cxnChg>
      </pc:sldChg>
      <pc:sldChg chg="addSp delSp modSp add mod">
        <pc:chgData name="7 Town" userId="f001bd45134943c1" providerId="LiveId" clId="{B667A64A-E2D8-450E-BE9E-DF564E47E9E7}" dt="2024-10-30T15:42:55.838" v="1072" actId="478"/>
        <pc:sldMkLst>
          <pc:docMk/>
          <pc:sldMk cId="4257416287" sldId="315"/>
        </pc:sldMkLst>
        <pc:spChg chg="add del mod">
          <ac:chgData name="7 Town" userId="f001bd45134943c1" providerId="LiveId" clId="{B667A64A-E2D8-450E-BE9E-DF564E47E9E7}" dt="2024-10-30T15:42:55.838" v="1072" actId="478"/>
          <ac:spMkLst>
            <pc:docMk/>
            <pc:sldMk cId="4257416287" sldId="315"/>
            <ac:spMk id="2" creationId="{A0F29796-0235-52B5-65E1-00D536A9CF48}"/>
          </ac:spMkLst>
        </pc:spChg>
        <pc:cxnChg chg="add del mod">
          <ac:chgData name="7 Town" userId="f001bd45134943c1" providerId="LiveId" clId="{B667A64A-E2D8-450E-BE9E-DF564E47E9E7}" dt="2024-10-30T15:42:55.838" v="1072" actId="478"/>
          <ac:cxnSpMkLst>
            <pc:docMk/>
            <pc:sldMk cId="4257416287" sldId="315"/>
            <ac:cxnSpMk id="3" creationId="{C2B243D8-A883-2A24-3258-F03D875DF180}"/>
          </ac:cxnSpMkLst>
        </pc:cxnChg>
      </pc:sldChg>
      <pc:sldChg chg="add">
        <pc:chgData name="7 Town" userId="f001bd45134943c1" providerId="LiveId" clId="{B667A64A-E2D8-450E-BE9E-DF564E47E9E7}" dt="2024-10-30T15:36:01.825" v="1054" actId="2890"/>
        <pc:sldMkLst>
          <pc:docMk/>
          <pc:sldMk cId="1092797306" sldId="316"/>
        </pc:sldMkLst>
      </pc:sldChg>
      <pc:sldChg chg="addSp delSp modSp add mod">
        <pc:chgData name="7 Town" userId="f001bd45134943c1" providerId="LiveId" clId="{B667A64A-E2D8-450E-BE9E-DF564E47E9E7}" dt="2024-10-31T05:30:16.763" v="3389" actId="478"/>
        <pc:sldMkLst>
          <pc:docMk/>
          <pc:sldMk cId="4145450257" sldId="317"/>
        </pc:sldMkLst>
        <pc:spChg chg="mod">
          <ac:chgData name="7 Town" userId="f001bd45134943c1" providerId="LiveId" clId="{B667A64A-E2D8-450E-BE9E-DF564E47E9E7}" dt="2024-10-30T15:43:19.251" v="1121" actId="14100"/>
          <ac:spMkLst>
            <pc:docMk/>
            <pc:sldMk cId="4145450257" sldId="317"/>
            <ac:spMk id="5" creationId="{E8614B31-F90B-AD47-7B9A-5F689CC42F95}"/>
          </ac:spMkLst>
        </pc:spChg>
        <pc:spChg chg="add del mod">
          <ac:chgData name="7 Town" userId="f001bd45134943c1" providerId="LiveId" clId="{B667A64A-E2D8-450E-BE9E-DF564E47E9E7}" dt="2024-10-31T05:30:16.763" v="3389" actId="478"/>
          <ac:spMkLst>
            <pc:docMk/>
            <pc:sldMk cId="4145450257" sldId="317"/>
            <ac:spMk id="7" creationId="{FFCAB267-C04D-15E1-3DD0-E8B1011C8B26}"/>
          </ac:spMkLst>
        </pc:spChg>
        <pc:spChg chg="mod">
          <ac:chgData name="7 Town" userId="f001bd45134943c1" providerId="LiveId" clId="{B667A64A-E2D8-450E-BE9E-DF564E47E9E7}" dt="2024-10-30T15:45:17.648" v="1153" actId="13926"/>
          <ac:spMkLst>
            <pc:docMk/>
            <pc:sldMk cId="4145450257" sldId="317"/>
            <ac:spMk id="8" creationId="{9039ECA7-5F66-70FC-D6C6-2DF3C8760D6C}"/>
          </ac:spMkLst>
        </pc:spChg>
        <pc:picChg chg="add mod">
          <ac:chgData name="7 Town" userId="f001bd45134943c1" providerId="LiveId" clId="{B667A64A-E2D8-450E-BE9E-DF564E47E9E7}" dt="2024-10-30T15:46:10.922" v="1168" actId="1076"/>
          <ac:picMkLst>
            <pc:docMk/>
            <pc:sldMk cId="4145450257" sldId="317"/>
            <ac:picMk id="3" creationId="{AC5AF893-0A44-2156-789B-87C9D2029CC3}"/>
          </ac:picMkLst>
        </pc:picChg>
        <pc:picChg chg="del">
          <ac:chgData name="7 Town" userId="f001bd45134943c1" providerId="LiveId" clId="{B667A64A-E2D8-450E-BE9E-DF564E47E9E7}" dt="2024-10-30T16:08:20.573" v="1587" actId="478"/>
          <ac:picMkLst>
            <pc:docMk/>
            <pc:sldMk cId="4145450257" sldId="317"/>
            <ac:picMk id="4" creationId="{279376D7-2D89-8917-11C1-E6D113994C10}"/>
          </ac:picMkLst>
        </pc:picChg>
        <pc:picChg chg="add mod">
          <ac:chgData name="7 Town" userId="f001bd45134943c1" providerId="LiveId" clId="{B667A64A-E2D8-450E-BE9E-DF564E47E9E7}" dt="2024-10-30T16:08:34.549" v="1591" actId="1076"/>
          <ac:picMkLst>
            <pc:docMk/>
            <pc:sldMk cId="4145450257" sldId="317"/>
            <ac:picMk id="10" creationId="{8992C943-D162-6D90-D26B-D6B6DD3EA832}"/>
          </ac:picMkLst>
        </pc:picChg>
        <pc:picChg chg="add del mod">
          <ac:chgData name="7 Town" userId="f001bd45134943c1" providerId="LiveId" clId="{B667A64A-E2D8-450E-BE9E-DF564E47E9E7}" dt="2024-10-30T15:45:35.821" v="1158" actId="478"/>
          <ac:picMkLst>
            <pc:docMk/>
            <pc:sldMk cId="4145450257" sldId="317"/>
            <ac:picMk id="2049" creationId="{7648AD8E-155C-200E-51F1-EC97CCDF5A08}"/>
          </ac:picMkLst>
        </pc:picChg>
      </pc:sldChg>
      <pc:sldChg chg="addSp delSp modSp add mod">
        <pc:chgData name="7 Town" userId="f001bd45134943c1" providerId="LiveId" clId="{B667A64A-E2D8-450E-BE9E-DF564E47E9E7}" dt="2024-10-30T16:05:31.511" v="1556" actId="1076"/>
        <pc:sldMkLst>
          <pc:docMk/>
          <pc:sldMk cId="1004014711" sldId="318"/>
        </pc:sldMkLst>
        <pc:spChg chg="del mod">
          <ac:chgData name="7 Town" userId="f001bd45134943c1" providerId="LiveId" clId="{B667A64A-E2D8-450E-BE9E-DF564E47E9E7}" dt="2024-10-30T16:05:07.673" v="1468" actId="478"/>
          <ac:spMkLst>
            <pc:docMk/>
            <pc:sldMk cId="1004014711" sldId="318"/>
            <ac:spMk id="5" creationId="{99E55F86-0D10-1CC2-9DDE-6777423FC3C5}"/>
          </ac:spMkLst>
        </pc:spChg>
        <pc:spChg chg="del">
          <ac:chgData name="7 Town" userId="f001bd45134943c1" providerId="LiveId" clId="{B667A64A-E2D8-450E-BE9E-DF564E47E9E7}" dt="2024-10-30T15:48:32.661" v="1222" actId="478"/>
          <ac:spMkLst>
            <pc:docMk/>
            <pc:sldMk cId="1004014711" sldId="318"/>
            <ac:spMk id="7" creationId="{00148DA8-BFED-6067-8590-9DC3A1BBB855}"/>
          </ac:spMkLst>
        </pc:spChg>
        <pc:spChg chg="mod">
          <ac:chgData name="7 Town" userId="f001bd45134943c1" providerId="LiveId" clId="{B667A64A-E2D8-450E-BE9E-DF564E47E9E7}" dt="2024-10-30T16:05:27.936" v="1555" actId="1036"/>
          <ac:spMkLst>
            <pc:docMk/>
            <pc:sldMk cId="1004014711" sldId="318"/>
            <ac:spMk id="8" creationId="{90766D52-BB73-C1B1-134E-17191CB7C574}"/>
          </ac:spMkLst>
        </pc:spChg>
        <pc:spChg chg="add mod">
          <ac:chgData name="7 Town" userId="f001bd45134943c1" providerId="LiveId" clId="{B667A64A-E2D8-450E-BE9E-DF564E47E9E7}" dt="2024-10-30T16:05:17.983" v="1535" actId="1035"/>
          <ac:spMkLst>
            <pc:docMk/>
            <pc:sldMk cId="1004014711" sldId="318"/>
            <ac:spMk id="15" creationId="{2449A24A-97E4-805A-826B-1A86C36EEB2A}"/>
          </ac:spMkLst>
        </pc:spChg>
        <pc:picChg chg="del">
          <ac:chgData name="7 Town" userId="f001bd45134943c1" providerId="LiveId" clId="{B667A64A-E2D8-450E-BE9E-DF564E47E9E7}" dt="2024-10-30T15:48:34.479" v="1223" actId="478"/>
          <ac:picMkLst>
            <pc:docMk/>
            <pc:sldMk cId="1004014711" sldId="318"/>
            <ac:picMk id="3" creationId="{02CF8945-C58A-2055-DEC8-D83FFD036C6B}"/>
          </ac:picMkLst>
        </pc:picChg>
        <pc:picChg chg="del">
          <ac:chgData name="7 Town" userId="f001bd45134943c1" providerId="LiveId" clId="{B667A64A-E2D8-450E-BE9E-DF564E47E9E7}" dt="2024-10-30T16:02:47.751" v="1444" actId="478"/>
          <ac:picMkLst>
            <pc:docMk/>
            <pc:sldMk cId="1004014711" sldId="318"/>
            <ac:picMk id="4" creationId="{3FC92ACB-4F41-2E61-311F-B60D3D4626E8}"/>
          </ac:picMkLst>
        </pc:picChg>
        <pc:picChg chg="add del mod">
          <ac:chgData name="7 Town" userId="f001bd45134943c1" providerId="LiveId" clId="{B667A64A-E2D8-450E-BE9E-DF564E47E9E7}" dt="2024-10-30T16:03:08.659" v="1448" actId="478"/>
          <ac:picMkLst>
            <pc:docMk/>
            <pc:sldMk cId="1004014711" sldId="318"/>
            <ac:picMk id="9" creationId="{276B69DF-4301-D3F3-4C65-BC8DA1FF4C74}"/>
          </ac:picMkLst>
        </pc:picChg>
        <pc:picChg chg="add mod">
          <ac:chgData name="7 Town" userId="f001bd45134943c1" providerId="LiveId" clId="{B667A64A-E2D8-450E-BE9E-DF564E47E9E7}" dt="2024-10-30T16:05:31.511" v="1556" actId="1076"/>
          <ac:picMkLst>
            <pc:docMk/>
            <pc:sldMk cId="1004014711" sldId="318"/>
            <ac:picMk id="11" creationId="{43FAA6BF-0387-9B1D-BDF9-9881EA431AC8}"/>
          </ac:picMkLst>
        </pc:picChg>
        <pc:picChg chg="add mod">
          <ac:chgData name="7 Town" userId="f001bd45134943c1" providerId="LiveId" clId="{B667A64A-E2D8-450E-BE9E-DF564E47E9E7}" dt="2024-10-30T16:05:27.936" v="1555" actId="1036"/>
          <ac:picMkLst>
            <pc:docMk/>
            <pc:sldMk cId="1004014711" sldId="318"/>
            <ac:picMk id="5121" creationId="{C4735E3A-D6B4-896B-B8F8-F1717DD318DB}"/>
          </ac:picMkLst>
        </pc:picChg>
        <pc:picChg chg="add mod">
          <ac:chgData name="7 Town" userId="f001bd45134943c1" providerId="LiveId" clId="{B667A64A-E2D8-450E-BE9E-DF564E47E9E7}" dt="2024-10-30T16:05:27.936" v="1555" actId="1036"/>
          <ac:picMkLst>
            <pc:docMk/>
            <pc:sldMk cId="1004014711" sldId="318"/>
            <ac:picMk id="5122" creationId="{F087A82C-31D1-834C-03CC-04BA65364935}"/>
          </ac:picMkLst>
        </pc:picChg>
        <pc:cxnChg chg="del mod">
          <ac:chgData name="7 Town" userId="f001bd45134943c1" providerId="LiveId" clId="{B667A64A-E2D8-450E-BE9E-DF564E47E9E7}" dt="2024-10-30T16:05:08.155" v="1469" actId="478"/>
          <ac:cxnSpMkLst>
            <pc:docMk/>
            <pc:sldMk cId="1004014711" sldId="318"/>
            <ac:cxnSpMk id="6" creationId="{6E7BFF8E-3CBE-C332-60FD-5C8617E8573C}"/>
          </ac:cxnSpMkLst>
        </pc:cxnChg>
        <pc:cxnChg chg="add mod">
          <ac:chgData name="7 Town" userId="f001bd45134943c1" providerId="LiveId" clId="{B667A64A-E2D8-450E-BE9E-DF564E47E9E7}" dt="2024-10-30T16:05:17.983" v="1535" actId="1035"/>
          <ac:cxnSpMkLst>
            <pc:docMk/>
            <pc:sldMk cId="1004014711" sldId="318"/>
            <ac:cxnSpMk id="16" creationId="{A9178BF6-2757-8E24-4B32-ED35A49140B2}"/>
          </ac:cxnSpMkLst>
        </pc:cxnChg>
      </pc:sldChg>
      <pc:sldChg chg="addSp delSp modSp add mod">
        <pc:chgData name="7 Town" userId="f001bd45134943c1" providerId="LiveId" clId="{B667A64A-E2D8-450E-BE9E-DF564E47E9E7}" dt="2024-10-31T05:51:09.047" v="3436" actId="1076"/>
        <pc:sldMkLst>
          <pc:docMk/>
          <pc:sldMk cId="2729081619" sldId="319"/>
        </pc:sldMkLst>
        <pc:spChg chg="del mod">
          <ac:chgData name="7 Town" userId="f001bd45134943c1" providerId="LiveId" clId="{B667A64A-E2D8-450E-BE9E-DF564E47E9E7}" dt="2024-10-30T16:05:52.983" v="1559" actId="478"/>
          <ac:spMkLst>
            <pc:docMk/>
            <pc:sldMk cId="2729081619" sldId="319"/>
            <ac:spMk id="5" creationId="{16ECDE96-FA18-EC19-37C4-9883169AF05A}"/>
          </ac:spMkLst>
        </pc:spChg>
        <pc:spChg chg="mod">
          <ac:chgData name="7 Town" userId="f001bd45134943c1" providerId="LiveId" clId="{B667A64A-E2D8-450E-BE9E-DF564E47E9E7}" dt="2024-10-31T05:51:06.956" v="3435" actId="20577"/>
          <ac:spMkLst>
            <pc:docMk/>
            <pc:sldMk cId="2729081619" sldId="319"/>
            <ac:spMk id="8" creationId="{4A4442DA-8E7F-E05C-F79D-46D68FCD6D81}"/>
          </ac:spMkLst>
        </pc:spChg>
        <pc:spChg chg="add mod">
          <ac:chgData name="7 Town" userId="f001bd45134943c1" providerId="LiveId" clId="{B667A64A-E2D8-450E-BE9E-DF564E47E9E7}" dt="2024-10-30T16:05:55.863" v="1560"/>
          <ac:spMkLst>
            <pc:docMk/>
            <pc:sldMk cId="2729081619" sldId="319"/>
            <ac:spMk id="9" creationId="{9E70EC43-B8B2-216E-C227-D0298F2D90A7}"/>
          </ac:spMkLst>
        </pc:spChg>
        <pc:picChg chg="add mod">
          <ac:chgData name="7 Town" userId="f001bd45134943c1" providerId="LiveId" clId="{B667A64A-E2D8-450E-BE9E-DF564E47E9E7}" dt="2024-10-30T16:06:16.731" v="1586" actId="1076"/>
          <ac:picMkLst>
            <pc:docMk/>
            <pc:sldMk cId="2729081619" sldId="319"/>
            <ac:picMk id="3" creationId="{1F203FC3-D484-93DC-77AA-2F1A035FBDEA}"/>
          </ac:picMkLst>
        </pc:picChg>
        <pc:picChg chg="del">
          <ac:chgData name="7 Town" userId="f001bd45134943c1" providerId="LiveId" clId="{B667A64A-E2D8-450E-BE9E-DF564E47E9E7}" dt="2024-10-30T15:59:11.641" v="1370" actId="478"/>
          <ac:picMkLst>
            <pc:docMk/>
            <pc:sldMk cId="2729081619" sldId="319"/>
            <ac:picMk id="4" creationId="{20BD9CDD-3B6A-1CD3-CFF5-074916BEDC34}"/>
          </ac:picMkLst>
        </pc:picChg>
        <pc:picChg chg="del">
          <ac:chgData name="7 Town" userId="f001bd45134943c1" providerId="LiveId" clId="{B667A64A-E2D8-450E-BE9E-DF564E47E9E7}" dt="2024-10-30T15:53:56.304" v="1293" actId="478"/>
          <ac:picMkLst>
            <pc:docMk/>
            <pc:sldMk cId="2729081619" sldId="319"/>
            <ac:picMk id="5121" creationId="{5DC0E815-7B14-B64D-0FCC-BB8A166269DA}"/>
          </ac:picMkLst>
        </pc:picChg>
        <pc:picChg chg="del">
          <ac:chgData name="7 Town" userId="f001bd45134943c1" providerId="LiveId" clId="{B667A64A-E2D8-450E-BE9E-DF564E47E9E7}" dt="2024-10-30T15:53:58.058" v="1294" actId="478"/>
          <ac:picMkLst>
            <pc:docMk/>
            <pc:sldMk cId="2729081619" sldId="319"/>
            <ac:picMk id="5122" creationId="{64C284AF-1F2A-8DBF-B65A-8996BB98DF1D}"/>
          </ac:picMkLst>
        </pc:picChg>
        <pc:picChg chg="add mod">
          <ac:chgData name="7 Town" userId="f001bd45134943c1" providerId="LiveId" clId="{B667A64A-E2D8-450E-BE9E-DF564E47E9E7}" dt="2024-10-30T16:06:13.376" v="1585" actId="1037"/>
          <ac:picMkLst>
            <pc:docMk/>
            <pc:sldMk cId="2729081619" sldId="319"/>
            <ac:picMk id="6145" creationId="{DB71383C-AD90-D422-A9C8-004E3BECC1FE}"/>
          </ac:picMkLst>
        </pc:picChg>
        <pc:picChg chg="add mod">
          <ac:chgData name="7 Town" userId="f001bd45134943c1" providerId="LiveId" clId="{B667A64A-E2D8-450E-BE9E-DF564E47E9E7}" dt="2024-10-30T16:06:13.376" v="1585" actId="1037"/>
          <ac:picMkLst>
            <pc:docMk/>
            <pc:sldMk cId="2729081619" sldId="319"/>
            <ac:picMk id="6146" creationId="{AD876A71-5DD0-9FC8-33DA-77EE058CF76D}"/>
          </ac:picMkLst>
        </pc:picChg>
        <pc:picChg chg="add del mod">
          <ac:chgData name="7 Town" userId="f001bd45134943c1" providerId="LiveId" clId="{B667A64A-E2D8-450E-BE9E-DF564E47E9E7}" dt="2024-10-30T16:01:17.693" v="1392" actId="478"/>
          <ac:picMkLst>
            <pc:docMk/>
            <pc:sldMk cId="2729081619" sldId="319"/>
            <ac:picMk id="6147" creationId="{B0704B26-86D8-7F46-427E-5646C9A14DB6}"/>
          </ac:picMkLst>
        </pc:picChg>
        <pc:picChg chg="add mod">
          <ac:chgData name="7 Town" userId="f001bd45134943c1" providerId="LiveId" clId="{B667A64A-E2D8-450E-BE9E-DF564E47E9E7}" dt="2024-10-30T16:06:13.376" v="1585" actId="1037"/>
          <ac:picMkLst>
            <pc:docMk/>
            <pc:sldMk cId="2729081619" sldId="319"/>
            <ac:picMk id="6148" creationId="{553BFC01-E8A4-0598-C1CB-561CA3CA3DD2}"/>
          </ac:picMkLst>
        </pc:picChg>
        <pc:picChg chg="add mod">
          <ac:chgData name="7 Town" userId="f001bd45134943c1" providerId="LiveId" clId="{B667A64A-E2D8-450E-BE9E-DF564E47E9E7}" dt="2024-10-30T16:06:13.376" v="1585" actId="1037"/>
          <ac:picMkLst>
            <pc:docMk/>
            <pc:sldMk cId="2729081619" sldId="319"/>
            <ac:picMk id="6149" creationId="{970F5AC8-66D9-2F38-D4E0-54171DA8F13D}"/>
          </ac:picMkLst>
        </pc:picChg>
        <pc:picChg chg="add mod">
          <ac:chgData name="7 Town" userId="f001bd45134943c1" providerId="LiveId" clId="{B667A64A-E2D8-450E-BE9E-DF564E47E9E7}" dt="2024-10-30T16:06:13.376" v="1585" actId="1037"/>
          <ac:picMkLst>
            <pc:docMk/>
            <pc:sldMk cId="2729081619" sldId="319"/>
            <ac:picMk id="6150" creationId="{31040C94-7553-B696-5F22-96581E3E52AB}"/>
          </ac:picMkLst>
        </pc:picChg>
        <pc:picChg chg="add mod">
          <ac:chgData name="7 Town" userId="f001bd45134943c1" providerId="LiveId" clId="{B667A64A-E2D8-450E-BE9E-DF564E47E9E7}" dt="2024-10-30T16:06:13.376" v="1585" actId="1037"/>
          <ac:picMkLst>
            <pc:docMk/>
            <pc:sldMk cId="2729081619" sldId="319"/>
            <ac:picMk id="6151" creationId="{3CF91B3D-AB86-21D3-B612-B74B62486452}"/>
          </ac:picMkLst>
        </pc:picChg>
        <pc:picChg chg="add mod">
          <ac:chgData name="7 Town" userId="f001bd45134943c1" providerId="LiveId" clId="{B667A64A-E2D8-450E-BE9E-DF564E47E9E7}" dt="2024-10-31T05:51:09.047" v="3436" actId="1076"/>
          <ac:picMkLst>
            <pc:docMk/>
            <pc:sldMk cId="2729081619" sldId="319"/>
            <ac:picMk id="6152" creationId="{4B652FDC-D243-4863-CAEA-4700AE83483D}"/>
          </ac:picMkLst>
        </pc:picChg>
        <pc:cxnChg chg="del mod">
          <ac:chgData name="7 Town" userId="f001bd45134943c1" providerId="LiveId" clId="{B667A64A-E2D8-450E-BE9E-DF564E47E9E7}" dt="2024-10-30T16:05:47.003" v="1558" actId="478"/>
          <ac:cxnSpMkLst>
            <pc:docMk/>
            <pc:sldMk cId="2729081619" sldId="319"/>
            <ac:cxnSpMk id="6" creationId="{982DA840-ED52-3F59-6DDA-58A077E01C2F}"/>
          </ac:cxnSpMkLst>
        </pc:cxnChg>
        <pc:cxnChg chg="add mod">
          <ac:chgData name="7 Town" userId="f001bd45134943c1" providerId="LiveId" clId="{B667A64A-E2D8-450E-BE9E-DF564E47E9E7}" dt="2024-10-30T16:05:44.297" v="1557"/>
          <ac:cxnSpMkLst>
            <pc:docMk/>
            <pc:sldMk cId="2729081619" sldId="319"/>
            <ac:cxnSpMk id="10" creationId="{1B217465-A388-F8B2-F313-85496BF6FDCB}"/>
          </ac:cxnSpMkLst>
        </pc:cxnChg>
      </pc:sldChg>
      <pc:sldChg chg="addSp modSp add mod ord">
        <pc:chgData name="7 Town" userId="f001bd45134943c1" providerId="LiveId" clId="{B667A64A-E2D8-450E-BE9E-DF564E47E9E7}" dt="2024-10-30T16:13:43.395" v="1676" actId="20577"/>
        <pc:sldMkLst>
          <pc:docMk/>
          <pc:sldMk cId="696633196" sldId="320"/>
        </pc:sldMkLst>
        <pc:spChg chg="mod">
          <ac:chgData name="7 Town" userId="f001bd45134943c1" providerId="LiveId" clId="{B667A64A-E2D8-450E-BE9E-DF564E47E9E7}" dt="2024-10-30T16:10:17.964" v="1601" actId="20577"/>
          <ac:spMkLst>
            <pc:docMk/>
            <pc:sldMk cId="696633196" sldId="320"/>
            <ac:spMk id="5" creationId="{0867252D-EA9E-2349-DFDE-9A072993E968}"/>
          </ac:spMkLst>
        </pc:spChg>
        <pc:spChg chg="mod">
          <ac:chgData name="7 Town" userId="f001bd45134943c1" providerId="LiveId" clId="{B667A64A-E2D8-450E-BE9E-DF564E47E9E7}" dt="2024-10-30T16:13:43.395" v="1676" actId="20577"/>
          <ac:spMkLst>
            <pc:docMk/>
            <pc:sldMk cId="696633196" sldId="320"/>
            <ac:spMk id="8" creationId="{EEF42460-58C4-4F6C-8735-7EBC73DFBCD3}"/>
          </ac:spMkLst>
        </pc:spChg>
        <pc:picChg chg="add mod">
          <ac:chgData name="7 Town" userId="f001bd45134943c1" providerId="LiveId" clId="{B667A64A-E2D8-450E-BE9E-DF564E47E9E7}" dt="2024-10-30T16:11:23.622" v="1617" actId="1076"/>
          <ac:picMkLst>
            <pc:docMk/>
            <pc:sldMk cId="696633196" sldId="320"/>
            <ac:picMk id="7169" creationId="{DC2EE2E8-E9CA-40F8-452B-2E1863FE9872}"/>
          </ac:picMkLst>
        </pc:picChg>
        <pc:picChg chg="add mod">
          <ac:chgData name="7 Town" userId="f001bd45134943c1" providerId="LiveId" clId="{B667A64A-E2D8-450E-BE9E-DF564E47E9E7}" dt="2024-10-30T16:12:49.366" v="1631" actId="1076"/>
          <ac:picMkLst>
            <pc:docMk/>
            <pc:sldMk cId="696633196" sldId="320"/>
            <ac:picMk id="7170" creationId="{75640425-E46B-385E-8CDE-DC210A761BCF}"/>
          </ac:picMkLst>
        </pc:picChg>
        <pc:picChg chg="add mod">
          <ac:chgData name="7 Town" userId="f001bd45134943c1" providerId="LiveId" clId="{B667A64A-E2D8-450E-BE9E-DF564E47E9E7}" dt="2024-10-30T16:13:18.975" v="1668" actId="1076"/>
          <ac:picMkLst>
            <pc:docMk/>
            <pc:sldMk cId="696633196" sldId="320"/>
            <ac:picMk id="7171" creationId="{AE8FAF10-C808-33E6-046F-4BC1B5C61919}"/>
          </ac:picMkLst>
        </pc:picChg>
      </pc:sldChg>
      <pc:sldChg chg="addSp delSp modSp mod">
        <pc:chgData name="7 Town" userId="f001bd45134943c1" providerId="LiveId" clId="{B667A64A-E2D8-450E-BE9E-DF564E47E9E7}" dt="2024-10-31T04:22:48.103" v="2463" actId="1076"/>
        <pc:sldMkLst>
          <pc:docMk/>
          <pc:sldMk cId="344419927" sldId="323"/>
        </pc:sldMkLst>
        <pc:spChg chg="add mod">
          <ac:chgData name="7 Town" userId="f001bd45134943c1" providerId="LiveId" clId="{B667A64A-E2D8-450E-BE9E-DF564E47E9E7}" dt="2024-10-31T04:22:48.103" v="2463" actId="1076"/>
          <ac:spMkLst>
            <pc:docMk/>
            <pc:sldMk cId="344419927" sldId="323"/>
            <ac:spMk id="2" creationId="{5C143E8A-B940-8E5F-FFAE-8FCBCEF18FD3}"/>
          </ac:spMkLst>
        </pc:spChg>
        <pc:spChg chg="mod">
          <ac:chgData name="7 Town" userId="f001bd45134943c1" providerId="LiveId" clId="{B667A64A-E2D8-450E-BE9E-DF564E47E9E7}" dt="2024-10-31T04:20:48.637" v="2161" actId="1035"/>
          <ac:spMkLst>
            <pc:docMk/>
            <pc:sldMk cId="344419927" sldId="323"/>
            <ac:spMk id="4" creationId="{6A64AD10-A76A-D5AD-A8C7-7453CF1E09DA}"/>
          </ac:spMkLst>
        </pc:spChg>
        <pc:spChg chg="mod">
          <ac:chgData name="7 Town" userId="f001bd45134943c1" providerId="LiveId" clId="{B667A64A-E2D8-450E-BE9E-DF564E47E9E7}" dt="2024-10-31T04:21:31.127" v="2457" actId="13926"/>
          <ac:spMkLst>
            <pc:docMk/>
            <pc:sldMk cId="344419927" sldId="323"/>
            <ac:spMk id="6" creationId="{35BB9E95-E079-CC50-DD9E-59190C68DAEC}"/>
          </ac:spMkLst>
        </pc:spChg>
        <pc:picChg chg="mod">
          <ac:chgData name="7 Town" userId="f001bd45134943c1" providerId="LiveId" clId="{B667A64A-E2D8-450E-BE9E-DF564E47E9E7}" dt="2024-10-31T04:21:12.172" v="2455" actId="1037"/>
          <ac:picMkLst>
            <pc:docMk/>
            <pc:sldMk cId="344419927" sldId="323"/>
            <ac:picMk id="3" creationId="{49269114-D349-FD30-342E-5E2FF822559D}"/>
          </ac:picMkLst>
        </pc:picChg>
        <pc:cxnChg chg="add del mod">
          <ac:chgData name="7 Town" userId="f001bd45134943c1" providerId="LiveId" clId="{B667A64A-E2D8-450E-BE9E-DF564E47E9E7}" dt="2024-10-31T04:21:07.065" v="2397" actId="14100"/>
          <ac:cxnSpMkLst>
            <pc:docMk/>
            <pc:sldMk cId="344419927" sldId="323"/>
            <ac:cxnSpMk id="5" creationId="{27352B39-4029-10E7-0527-F27D265F7D67}"/>
          </ac:cxnSpMkLst>
        </pc:cxnChg>
      </pc:sldChg>
      <pc:sldChg chg="addSp modSp mod">
        <pc:chgData name="7 Town" userId="f001bd45134943c1" providerId="LiveId" clId="{B667A64A-E2D8-450E-BE9E-DF564E47E9E7}" dt="2024-10-31T04:24:10.839" v="2673" actId="20577"/>
        <pc:sldMkLst>
          <pc:docMk/>
          <pc:sldMk cId="2469374573" sldId="324"/>
        </pc:sldMkLst>
        <pc:spChg chg="add mod">
          <ac:chgData name="7 Town" userId="f001bd45134943c1" providerId="LiveId" clId="{B667A64A-E2D8-450E-BE9E-DF564E47E9E7}" dt="2024-10-31T04:23:07.863" v="2464"/>
          <ac:spMkLst>
            <pc:docMk/>
            <pc:sldMk cId="2469374573" sldId="324"/>
            <ac:spMk id="2" creationId="{3785CE4D-45EC-6D6F-99CD-77977D379C45}"/>
          </ac:spMkLst>
        </pc:spChg>
        <pc:spChg chg="add mod">
          <ac:chgData name="7 Town" userId="f001bd45134943c1" providerId="LiveId" clId="{B667A64A-E2D8-450E-BE9E-DF564E47E9E7}" dt="2024-10-31T04:23:36.854" v="2667" actId="1038"/>
          <ac:spMkLst>
            <pc:docMk/>
            <pc:sldMk cId="2469374573" sldId="324"/>
            <ac:spMk id="3" creationId="{106B3069-2611-2684-05A7-1554AF556516}"/>
          </ac:spMkLst>
        </pc:spChg>
        <pc:spChg chg="add mod">
          <ac:chgData name="7 Town" userId="f001bd45134943c1" providerId="LiveId" clId="{B667A64A-E2D8-450E-BE9E-DF564E47E9E7}" dt="2024-10-31T04:24:10.839" v="2673" actId="20577"/>
          <ac:spMkLst>
            <pc:docMk/>
            <pc:sldMk cId="2469374573" sldId="324"/>
            <ac:spMk id="7" creationId="{DF9FC852-F6AE-033A-17DA-B9C35D3EBC9E}"/>
          </ac:spMkLst>
        </pc:spChg>
        <pc:picChg chg="add mod">
          <ac:chgData name="7 Town" userId="f001bd45134943c1" providerId="LiveId" clId="{B667A64A-E2D8-450E-BE9E-DF564E47E9E7}" dt="2024-10-31T04:23:07.863" v="2464"/>
          <ac:picMkLst>
            <pc:docMk/>
            <pc:sldMk cId="2469374573" sldId="324"/>
            <ac:picMk id="4" creationId="{550FAB58-68B0-3E5C-2A6C-0BF0AFE110E8}"/>
          </ac:picMkLst>
        </pc:picChg>
        <pc:picChg chg="add mod">
          <ac:chgData name="7 Town" userId="f001bd45134943c1" providerId="LiveId" clId="{B667A64A-E2D8-450E-BE9E-DF564E47E9E7}" dt="2024-10-31T04:23:07.863" v="2464"/>
          <ac:picMkLst>
            <pc:docMk/>
            <pc:sldMk cId="2469374573" sldId="324"/>
            <ac:picMk id="5" creationId="{6ECADDEC-216B-7795-2D4F-8286E11121D3}"/>
          </ac:picMkLst>
        </pc:picChg>
        <pc:cxnChg chg="add mod">
          <ac:chgData name="7 Town" userId="f001bd45134943c1" providerId="LiveId" clId="{B667A64A-E2D8-450E-BE9E-DF564E47E9E7}" dt="2024-10-31T04:23:28.560" v="2514" actId="1036"/>
          <ac:cxnSpMkLst>
            <pc:docMk/>
            <pc:sldMk cId="2469374573" sldId="324"/>
            <ac:cxnSpMk id="6" creationId="{B155EAAE-49D2-41AB-AAF8-282C743CE754}"/>
          </ac:cxnSpMkLst>
        </pc:cxnChg>
      </pc:sldChg>
      <pc:sldChg chg="addSp modSp add mod">
        <pc:chgData name="7 Town" userId="f001bd45134943c1" providerId="LiveId" clId="{B667A64A-E2D8-450E-BE9E-DF564E47E9E7}" dt="2024-10-31T04:28:50.599" v="2931" actId="20577"/>
        <pc:sldMkLst>
          <pc:docMk/>
          <pc:sldMk cId="3996728076" sldId="325"/>
        </pc:sldMkLst>
        <pc:spChg chg="add mod">
          <ac:chgData name="7 Town" userId="f001bd45134943c1" providerId="LiveId" clId="{B667A64A-E2D8-450E-BE9E-DF564E47E9E7}" dt="2024-10-31T04:27:03.012" v="2885" actId="1037"/>
          <ac:spMkLst>
            <pc:docMk/>
            <pc:sldMk cId="3996728076" sldId="325"/>
            <ac:spMk id="2" creationId="{45A37996-357D-A66F-0C88-C2783AF7C318}"/>
          </ac:spMkLst>
        </pc:spChg>
        <pc:spChg chg="add mod">
          <ac:chgData name="7 Town" userId="f001bd45134943c1" providerId="LiveId" clId="{B667A64A-E2D8-450E-BE9E-DF564E47E9E7}" dt="2024-10-31T04:28:50.599" v="2931" actId="20577"/>
          <ac:spMkLst>
            <pc:docMk/>
            <pc:sldMk cId="3996728076" sldId="325"/>
            <ac:spMk id="3" creationId="{F4003A4D-C1F3-D7B2-12DF-8196AEF56053}"/>
          </ac:spMkLst>
        </pc:spChg>
        <pc:spChg chg="add mod">
          <ac:chgData name="7 Town" userId="f001bd45134943c1" providerId="LiveId" clId="{B667A64A-E2D8-450E-BE9E-DF564E47E9E7}" dt="2024-10-31T04:26:59.303" v="2868" actId="1037"/>
          <ac:spMkLst>
            <pc:docMk/>
            <pc:sldMk cId="3996728076" sldId="325"/>
            <ac:spMk id="4" creationId="{64630FC1-1BC7-CF0A-E89C-88F6B1D6BA8C}"/>
          </ac:spMkLst>
        </pc:spChg>
        <pc:picChg chg="add mod">
          <ac:chgData name="7 Town" userId="f001bd45134943c1" providerId="LiveId" clId="{B667A64A-E2D8-450E-BE9E-DF564E47E9E7}" dt="2024-10-31T04:25:50.655" v="2676"/>
          <ac:picMkLst>
            <pc:docMk/>
            <pc:sldMk cId="3996728076" sldId="325"/>
            <ac:picMk id="5" creationId="{C66D5615-33B4-DFF2-D88B-C65EAC4A6CFF}"/>
          </ac:picMkLst>
        </pc:picChg>
        <pc:cxnChg chg="add mod">
          <ac:chgData name="7 Town" userId="f001bd45134943c1" providerId="LiveId" clId="{B667A64A-E2D8-450E-BE9E-DF564E47E9E7}" dt="2024-10-31T04:26:47.106" v="2712" actId="1036"/>
          <ac:cxnSpMkLst>
            <pc:docMk/>
            <pc:sldMk cId="3996728076" sldId="325"/>
            <ac:cxnSpMk id="6" creationId="{5BA1FD3B-86BA-613F-9EE0-C50558EAACE2}"/>
          </ac:cxnSpMkLst>
        </pc:cxnChg>
      </pc:sldChg>
      <pc:sldChg chg="addSp modSp add mod">
        <pc:chgData name="7 Town" userId="f001bd45134943c1" providerId="LiveId" clId="{B667A64A-E2D8-450E-BE9E-DF564E47E9E7}" dt="2024-10-31T05:55:41.391" v="3437" actId="1076"/>
        <pc:sldMkLst>
          <pc:docMk/>
          <pc:sldMk cId="263339845" sldId="326"/>
        </pc:sldMkLst>
        <pc:spChg chg="add mod">
          <ac:chgData name="7 Town" userId="f001bd45134943c1" providerId="LiveId" clId="{B667A64A-E2D8-450E-BE9E-DF564E47E9E7}" dt="2024-10-31T05:55:41.391" v="3437" actId="1076"/>
          <ac:spMkLst>
            <pc:docMk/>
            <pc:sldMk cId="263339845" sldId="326"/>
            <ac:spMk id="2" creationId="{D92B0829-0959-D900-FC04-D200613F57D5}"/>
          </ac:spMkLst>
        </pc:spChg>
        <pc:spChg chg="mod">
          <ac:chgData name="7 Town" userId="f001bd45134943c1" providerId="LiveId" clId="{B667A64A-E2D8-450E-BE9E-DF564E47E9E7}" dt="2024-10-31T04:38:14.888" v="3018" actId="20577"/>
          <ac:spMkLst>
            <pc:docMk/>
            <pc:sldMk cId="263339845" sldId="326"/>
            <ac:spMk id="22" creationId="{D675F9D5-8AFE-5568-ACDE-2D589AB3DC32}"/>
          </ac:spMkLst>
        </pc:spChg>
        <pc:spChg chg="mod">
          <ac:chgData name="7 Town" userId="f001bd45134943c1" providerId="LiveId" clId="{B667A64A-E2D8-450E-BE9E-DF564E47E9E7}" dt="2024-10-31T04:38:17.957" v="3026" actId="20577"/>
          <ac:spMkLst>
            <pc:docMk/>
            <pc:sldMk cId="263339845" sldId="326"/>
            <ac:spMk id="23" creationId="{EB0BBDDB-79F8-AD89-490F-7E1039E013E8}"/>
          </ac:spMkLst>
        </pc:spChg>
        <pc:cxnChg chg="mod">
          <ac:chgData name="7 Town" userId="f001bd45134943c1" providerId="LiveId" clId="{B667A64A-E2D8-450E-BE9E-DF564E47E9E7}" dt="2024-10-31T04:38:17.957" v="3026" actId="20577"/>
          <ac:cxnSpMkLst>
            <pc:docMk/>
            <pc:sldMk cId="263339845" sldId="326"/>
            <ac:cxnSpMk id="17" creationId="{9D245F38-5734-ABAF-1175-1253699BEFAD}"/>
          </ac:cxnSpMkLst>
        </pc:cxnChg>
      </pc:sldChg>
      <pc:sldChg chg="add del">
        <pc:chgData name="7 Town" userId="f001bd45134943c1" providerId="LiveId" clId="{B667A64A-E2D8-450E-BE9E-DF564E47E9E7}" dt="2024-10-31T04:34:50.118" v="2983" actId="47"/>
        <pc:sldMkLst>
          <pc:docMk/>
          <pc:sldMk cId="1595179220" sldId="327"/>
        </pc:sldMkLst>
      </pc:sldChg>
      <pc:sldChg chg="delSp modSp add mod">
        <pc:chgData name="7 Town" userId="f001bd45134943c1" providerId="LiveId" clId="{B667A64A-E2D8-450E-BE9E-DF564E47E9E7}" dt="2024-10-31T04:29:54.990" v="2949" actId="13822"/>
        <pc:sldMkLst>
          <pc:docMk/>
          <pc:sldMk cId="276932087" sldId="328"/>
        </pc:sldMkLst>
        <pc:spChg chg="mod">
          <ac:chgData name="7 Town" userId="f001bd45134943c1" providerId="LiveId" clId="{B667A64A-E2D8-450E-BE9E-DF564E47E9E7}" dt="2024-10-31T04:29:45.370" v="2947" actId="20577"/>
          <ac:spMkLst>
            <pc:docMk/>
            <pc:sldMk cId="276932087" sldId="328"/>
            <ac:spMk id="22" creationId="{B9E9AEFA-5B20-81CB-A593-83BF62E7181A}"/>
          </ac:spMkLst>
        </pc:spChg>
        <pc:spChg chg="mod">
          <ac:chgData name="7 Town" userId="f001bd45134943c1" providerId="LiveId" clId="{B667A64A-E2D8-450E-BE9E-DF564E47E9E7}" dt="2024-10-31T04:29:43.308" v="2945" actId="20577"/>
          <ac:spMkLst>
            <pc:docMk/>
            <pc:sldMk cId="276932087" sldId="328"/>
            <ac:spMk id="23" creationId="{EAC67820-8743-943F-BC0D-CA6245B50ACF}"/>
          </ac:spMkLst>
        </pc:spChg>
        <pc:cxnChg chg="mod">
          <ac:chgData name="7 Town" userId="f001bd45134943c1" providerId="LiveId" clId="{B667A64A-E2D8-450E-BE9E-DF564E47E9E7}" dt="2024-10-31T04:29:54.990" v="2949" actId="13822"/>
          <ac:cxnSpMkLst>
            <pc:docMk/>
            <pc:sldMk cId="276932087" sldId="328"/>
            <ac:cxnSpMk id="6" creationId="{974CD0D9-EF1A-80CF-8720-CD6BC2FDE9B5}"/>
          </ac:cxnSpMkLst>
        </pc:cxnChg>
        <pc:cxnChg chg="mod">
          <ac:chgData name="7 Town" userId="f001bd45134943c1" providerId="LiveId" clId="{B667A64A-E2D8-450E-BE9E-DF564E47E9E7}" dt="2024-10-31T04:29:43.308" v="2945" actId="20577"/>
          <ac:cxnSpMkLst>
            <pc:docMk/>
            <pc:sldMk cId="276932087" sldId="328"/>
            <ac:cxnSpMk id="17" creationId="{62F52D68-E1AE-1C21-91EC-8400B95CC6CE}"/>
          </ac:cxnSpMkLst>
        </pc:cxnChg>
        <pc:cxnChg chg="del">
          <ac:chgData name="7 Town" userId="f001bd45134943c1" providerId="LiveId" clId="{B667A64A-E2D8-450E-BE9E-DF564E47E9E7}" dt="2024-10-31T04:29:48.154" v="2948" actId="478"/>
          <ac:cxnSpMkLst>
            <pc:docMk/>
            <pc:sldMk cId="276932087" sldId="328"/>
            <ac:cxnSpMk id="50" creationId="{283CF38D-5745-B537-F989-C58B1A3DA7D9}"/>
          </ac:cxnSpMkLst>
        </pc:cxnChg>
      </pc:sldChg>
      <pc:sldChg chg="modSp add mod">
        <pc:chgData name="7 Town" userId="f001bd45134943c1" providerId="LiveId" clId="{B667A64A-E2D8-450E-BE9E-DF564E47E9E7}" dt="2024-10-31T04:37:46.657" v="3013" actId="108"/>
        <pc:sldMkLst>
          <pc:docMk/>
          <pc:sldMk cId="573340447" sldId="329"/>
        </pc:sldMkLst>
        <pc:spChg chg="mod">
          <ac:chgData name="7 Town" userId="f001bd45134943c1" providerId="LiveId" clId="{B667A64A-E2D8-450E-BE9E-DF564E47E9E7}" dt="2024-10-31T04:36:17.266" v="2988" actId="108"/>
          <ac:spMkLst>
            <pc:docMk/>
            <pc:sldMk cId="573340447" sldId="329"/>
            <ac:spMk id="4" creationId="{7ABBBEFD-6DC6-346E-BECF-9DED7BE8627B}"/>
          </ac:spMkLst>
        </pc:spChg>
        <pc:spChg chg="mod">
          <ac:chgData name="7 Town" userId="f001bd45134943c1" providerId="LiveId" clId="{B667A64A-E2D8-450E-BE9E-DF564E47E9E7}" dt="2024-10-31T04:37:46.657" v="3013" actId="108"/>
          <ac:spMkLst>
            <pc:docMk/>
            <pc:sldMk cId="573340447" sldId="329"/>
            <ac:spMk id="6" creationId="{6B9173BD-0BB4-6928-EC45-BB4EFC52D821}"/>
          </ac:spMkLst>
        </pc:spChg>
        <pc:spChg chg="mod">
          <ac:chgData name="7 Town" userId="f001bd45134943c1" providerId="LiveId" clId="{B667A64A-E2D8-450E-BE9E-DF564E47E9E7}" dt="2024-10-31T04:37:46.175" v="3012" actId="108"/>
          <ac:spMkLst>
            <pc:docMk/>
            <pc:sldMk cId="573340447" sldId="329"/>
            <ac:spMk id="7" creationId="{B711BC3E-F815-5BE5-5D4C-22257DE977F0}"/>
          </ac:spMkLst>
        </pc:spChg>
        <pc:spChg chg="mod">
          <ac:chgData name="7 Town" userId="f001bd45134943c1" providerId="LiveId" clId="{B667A64A-E2D8-450E-BE9E-DF564E47E9E7}" dt="2024-10-31T04:37:45.492" v="3011" actId="108"/>
          <ac:spMkLst>
            <pc:docMk/>
            <pc:sldMk cId="573340447" sldId="329"/>
            <ac:spMk id="46" creationId="{C732FC5E-BBD3-6C9F-5BC7-1CCE0C11DED9}"/>
          </ac:spMkLst>
        </pc:spChg>
        <pc:spChg chg="mod">
          <ac:chgData name="7 Town" userId="f001bd45134943c1" providerId="LiveId" clId="{B667A64A-E2D8-450E-BE9E-DF564E47E9E7}" dt="2024-10-31T04:36:17.975" v="2989" actId="108"/>
          <ac:spMkLst>
            <pc:docMk/>
            <pc:sldMk cId="573340447" sldId="329"/>
            <ac:spMk id="47" creationId="{ACB8D59B-D438-675E-66F7-D75B84CC72FA}"/>
          </ac:spMkLst>
        </pc:spChg>
        <pc:spChg chg="mod">
          <ac:chgData name="7 Town" userId="f001bd45134943c1" providerId="LiveId" clId="{B667A64A-E2D8-450E-BE9E-DF564E47E9E7}" dt="2024-10-31T04:36:16.681" v="2987" actId="108"/>
          <ac:spMkLst>
            <pc:docMk/>
            <pc:sldMk cId="573340447" sldId="329"/>
            <ac:spMk id="53" creationId="{4AA39C2A-5355-554D-2ED4-1D35FE782F0B}"/>
          </ac:spMkLst>
        </pc:spChg>
      </pc:sldChg>
      <pc:sldChg chg="modSp add mod">
        <pc:chgData name="7 Town" userId="f001bd45134943c1" providerId="LiveId" clId="{B667A64A-E2D8-450E-BE9E-DF564E47E9E7}" dt="2024-10-31T04:37:42.048" v="3010" actId="108"/>
        <pc:sldMkLst>
          <pc:docMk/>
          <pc:sldMk cId="3732478487" sldId="330"/>
        </pc:sldMkLst>
        <pc:spChg chg="mod">
          <ac:chgData name="7 Town" userId="f001bd45134943c1" providerId="LiveId" clId="{B667A64A-E2D8-450E-BE9E-DF564E47E9E7}" dt="2024-10-31T04:37:02.965" v="2995" actId="108"/>
          <ac:spMkLst>
            <pc:docMk/>
            <pc:sldMk cId="3732478487" sldId="330"/>
            <ac:spMk id="4" creationId="{1D44B969-BC03-7B5E-C3CD-5C3B994B0C4C}"/>
          </ac:spMkLst>
        </pc:spChg>
        <pc:spChg chg="mod">
          <ac:chgData name="7 Town" userId="f001bd45134943c1" providerId="LiveId" clId="{B667A64A-E2D8-450E-BE9E-DF564E47E9E7}" dt="2024-10-31T04:37:41.088" v="3009" actId="108"/>
          <ac:spMkLst>
            <pc:docMk/>
            <pc:sldMk cId="3732478487" sldId="330"/>
            <ac:spMk id="6" creationId="{7913C036-A30A-2698-D349-947A086E872F}"/>
          </ac:spMkLst>
        </pc:spChg>
        <pc:spChg chg="mod">
          <ac:chgData name="7 Town" userId="f001bd45134943c1" providerId="LiveId" clId="{B667A64A-E2D8-450E-BE9E-DF564E47E9E7}" dt="2024-10-31T04:37:42.048" v="3010" actId="108"/>
          <ac:spMkLst>
            <pc:docMk/>
            <pc:sldMk cId="3732478487" sldId="330"/>
            <ac:spMk id="7" creationId="{F8DBFC6D-9ABF-2F9C-916B-0B06E72A9C29}"/>
          </ac:spMkLst>
        </pc:spChg>
        <pc:spChg chg="mod">
          <ac:chgData name="7 Town" userId="f001bd45134943c1" providerId="LiveId" clId="{B667A64A-E2D8-450E-BE9E-DF564E47E9E7}" dt="2024-10-31T04:37:40.342" v="3008" actId="108"/>
          <ac:spMkLst>
            <pc:docMk/>
            <pc:sldMk cId="3732478487" sldId="330"/>
            <ac:spMk id="9" creationId="{819DE4F0-DB4C-FFE3-6D37-5589A076DDF9}"/>
          </ac:spMkLst>
        </pc:spChg>
        <pc:spChg chg="mod">
          <ac:chgData name="7 Town" userId="f001bd45134943c1" providerId="LiveId" clId="{B667A64A-E2D8-450E-BE9E-DF564E47E9E7}" dt="2024-10-31T04:37:01.387" v="2993" actId="108"/>
          <ac:spMkLst>
            <pc:docMk/>
            <pc:sldMk cId="3732478487" sldId="330"/>
            <ac:spMk id="33" creationId="{B4BEE89F-CD69-75A9-98CF-622D6571E8B2}"/>
          </ac:spMkLst>
        </pc:spChg>
        <pc:spChg chg="mod">
          <ac:chgData name="7 Town" userId="f001bd45134943c1" providerId="LiveId" clId="{B667A64A-E2D8-450E-BE9E-DF564E47E9E7}" dt="2024-10-31T04:37:02.246" v="2994" actId="108"/>
          <ac:spMkLst>
            <pc:docMk/>
            <pc:sldMk cId="3732478487" sldId="330"/>
            <ac:spMk id="53" creationId="{023F8116-C713-9A16-D0AC-8AB61C883513}"/>
          </ac:spMkLst>
        </pc:spChg>
      </pc:sldChg>
      <pc:sldChg chg="modSp add mod">
        <pc:chgData name="7 Town" userId="f001bd45134943c1" providerId="LiveId" clId="{B667A64A-E2D8-450E-BE9E-DF564E47E9E7}" dt="2024-10-31T04:37:35.379" v="3007" actId="108"/>
        <pc:sldMkLst>
          <pc:docMk/>
          <pc:sldMk cId="3493717409" sldId="331"/>
        </pc:sldMkLst>
        <pc:spChg chg="mod">
          <ac:chgData name="7 Town" userId="f001bd45134943c1" providerId="LiveId" clId="{B667A64A-E2D8-450E-BE9E-DF564E47E9E7}" dt="2024-10-31T04:37:09.795" v="2998" actId="108"/>
          <ac:spMkLst>
            <pc:docMk/>
            <pc:sldMk cId="3493717409" sldId="331"/>
            <ac:spMk id="4" creationId="{61BE36B5-0CA0-7D29-9EC8-D58FDCE29C20}"/>
          </ac:spMkLst>
        </pc:spChg>
        <pc:spChg chg="mod">
          <ac:chgData name="7 Town" userId="f001bd45134943c1" providerId="LiveId" clId="{B667A64A-E2D8-450E-BE9E-DF564E47E9E7}" dt="2024-10-31T04:37:35.379" v="3007" actId="108"/>
          <ac:spMkLst>
            <pc:docMk/>
            <pc:sldMk cId="3493717409" sldId="331"/>
            <ac:spMk id="7" creationId="{513CD25D-FC5A-2BE0-310D-548D39F70873}"/>
          </ac:spMkLst>
        </pc:spChg>
        <pc:spChg chg="mod">
          <ac:chgData name="7 Town" userId="f001bd45134943c1" providerId="LiveId" clId="{B667A64A-E2D8-450E-BE9E-DF564E47E9E7}" dt="2024-10-31T04:37:34.299" v="3005" actId="108"/>
          <ac:spMkLst>
            <pc:docMk/>
            <pc:sldMk cId="3493717409" sldId="331"/>
            <ac:spMk id="9" creationId="{2CC9878B-22DB-A006-1532-80FD9ED97990}"/>
          </ac:spMkLst>
        </pc:spChg>
        <pc:spChg chg="mod">
          <ac:chgData name="7 Town" userId="f001bd45134943c1" providerId="LiveId" clId="{B667A64A-E2D8-450E-BE9E-DF564E47E9E7}" dt="2024-10-31T04:37:07.857" v="2996" actId="108"/>
          <ac:spMkLst>
            <pc:docMk/>
            <pc:sldMk cId="3493717409" sldId="331"/>
            <ac:spMk id="33" creationId="{0CFABB36-82E9-B5D4-47C0-7DA5966F9029}"/>
          </ac:spMkLst>
        </pc:spChg>
        <pc:spChg chg="mod">
          <ac:chgData name="7 Town" userId="f001bd45134943c1" providerId="LiveId" clId="{B667A64A-E2D8-450E-BE9E-DF564E47E9E7}" dt="2024-10-31T04:37:34.809" v="3006" actId="108"/>
          <ac:spMkLst>
            <pc:docMk/>
            <pc:sldMk cId="3493717409" sldId="331"/>
            <ac:spMk id="46" creationId="{DBD1FC79-A536-2AD7-448C-0A26BBD0F70B}"/>
          </ac:spMkLst>
        </pc:spChg>
        <pc:spChg chg="mod">
          <ac:chgData name="7 Town" userId="f001bd45134943c1" providerId="LiveId" clId="{B667A64A-E2D8-450E-BE9E-DF564E47E9E7}" dt="2024-10-31T04:37:08.406" v="2997" actId="108"/>
          <ac:spMkLst>
            <pc:docMk/>
            <pc:sldMk cId="3493717409" sldId="331"/>
            <ac:spMk id="47" creationId="{C6818659-706B-1ADB-69CF-B5640AC84B19}"/>
          </ac:spMkLst>
        </pc:spChg>
      </pc:sldChg>
      <pc:sldChg chg="modSp add mod">
        <pc:chgData name="7 Town" userId="f001bd45134943c1" providerId="LiveId" clId="{B667A64A-E2D8-450E-BE9E-DF564E47E9E7}" dt="2024-10-31T04:37:31.101" v="3004" actId="108"/>
        <pc:sldMkLst>
          <pc:docMk/>
          <pc:sldMk cId="2478664289" sldId="332"/>
        </pc:sldMkLst>
        <pc:spChg chg="mod">
          <ac:chgData name="7 Town" userId="f001bd45134943c1" providerId="LiveId" clId="{B667A64A-E2D8-450E-BE9E-DF564E47E9E7}" dt="2024-10-31T04:37:30.297" v="3003" actId="108"/>
          <ac:spMkLst>
            <pc:docMk/>
            <pc:sldMk cId="2478664289" sldId="332"/>
            <ac:spMk id="6" creationId="{7FAB3A35-BE4D-F88E-A4FC-CF6BCEBD7124}"/>
          </ac:spMkLst>
        </pc:spChg>
        <pc:spChg chg="mod">
          <ac:chgData name="7 Town" userId="f001bd45134943c1" providerId="LiveId" clId="{B667A64A-E2D8-450E-BE9E-DF564E47E9E7}" dt="2024-10-31T04:37:29.234" v="3002" actId="108"/>
          <ac:spMkLst>
            <pc:docMk/>
            <pc:sldMk cId="2478664289" sldId="332"/>
            <ac:spMk id="9" creationId="{99703339-FF09-0B17-75A3-223FE56C5388}"/>
          </ac:spMkLst>
        </pc:spChg>
        <pc:spChg chg="mod">
          <ac:chgData name="7 Town" userId="f001bd45134943c1" providerId="LiveId" clId="{B667A64A-E2D8-450E-BE9E-DF564E47E9E7}" dt="2024-10-31T04:37:14.030" v="2999" actId="108"/>
          <ac:spMkLst>
            <pc:docMk/>
            <pc:sldMk cId="2478664289" sldId="332"/>
            <ac:spMk id="33" creationId="{38D51B49-9666-3CA3-74B6-65B9611F1BA8}"/>
          </ac:spMkLst>
        </pc:spChg>
        <pc:spChg chg="mod">
          <ac:chgData name="7 Town" userId="f001bd45134943c1" providerId="LiveId" clId="{B667A64A-E2D8-450E-BE9E-DF564E47E9E7}" dt="2024-10-31T04:37:31.101" v="3004" actId="108"/>
          <ac:spMkLst>
            <pc:docMk/>
            <pc:sldMk cId="2478664289" sldId="332"/>
            <ac:spMk id="46" creationId="{0394CDB4-0082-D247-6501-2D8761AE1E39}"/>
          </ac:spMkLst>
        </pc:spChg>
        <pc:spChg chg="mod">
          <ac:chgData name="7 Town" userId="f001bd45134943c1" providerId="LiveId" clId="{B667A64A-E2D8-450E-BE9E-DF564E47E9E7}" dt="2024-10-31T04:37:15.947" v="3001" actId="108"/>
          <ac:spMkLst>
            <pc:docMk/>
            <pc:sldMk cId="2478664289" sldId="332"/>
            <ac:spMk id="47" creationId="{F27E38FC-4BC9-740B-C97E-569781F33381}"/>
          </ac:spMkLst>
        </pc:spChg>
        <pc:spChg chg="mod">
          <ac:chgData name="7 Town" userId="f001bd45134943c1" providerId="LiveId" clId="{B667A64A-E2D8-450E-BE9E-DF564E47E9E7}" dt="2024-10-31T04:37:15.084" v="3000" actId="108"/>
          <ac:spMkLst>
            <pc:docMk/>
            <pc:sldMk cId="2478664289" sldId="332"/>
            <ac:spMk id="53" creationId="{78103C9F-A80A-E3B7-9578-F61D3A857D71}"/>
          </ac:spMkLst>
        </pc:spChg>
      </pc:sldChg>
    </pc:docChg>
  </pc:docChgLst>
  <pc:docChgLst>
    <pc:chgData name="7 Town" userId="f001bd45134943c1" providerId="LiveId" clId="{2582C28D-B526-4815-81AE-E94092DDE5C5}"/>
    <pc:docChg chg="modSld">
      <pc:chgData name="7 Town" userId="f001bd45134943c1" providerId="LiveId" clId="{2582C28D-B526-4815-81AE-E94092DDE5C5}" dt="2025-09-22T09:32:13.727" v="26" actId="20577"/>
      <pc:docMkLst>
        <pc:docMk/>
      </pc:docMkLst>
      <pc:sldChg chg="modSp mod">
        <pc:chgData name="7 Town" userId="f001bd45134943c1" providerId="LiveId" clId="{2582C28D-B526-4815-81AE-E94092DDE5C5}" dt="2025-09-22T09:32:13.727" v="26" actId="20577"/>
        <pc:sldMkLst>
          <pc:docMk/>
          <pc:sldMk cId="0" sldId="256"/>
        </pc:sldMkLst>
        <pc:spChg chg="mod">
          <ac:chgData name="7 Town" userId="f001bd45134943c1" providerId="LiveId" clId="{2582C28D-B526-4815-81AE-E94092DDE5C5}" dt="2025-09-22T09:32:13.727" v="26" actId="20577"/>
          <ac:spMkLst>
            <pc:docMk/>
            <pc:sldMk cId="0" sldId="256"/>
            <ac:spMk id="5" creationId="{00000000-0000-0000-0000-000000000000}"/>
          </ac:spMkLst>
        </pc:spChg>
      </pc:sldChg>
    </pc:docChg>
  </pc:docChgLst>
  <pc:docChgLst>
    <pc:chgData name="7 Town" userId="f001bd45134943c1" providerId="LiveId" clId="{33CB17F7-3CE2-45F5-85EA-65C2D6BA2C9A}"/>
    <pc:docChg chg="delSld modSection">
      <pc:chgData name="7 Town" userId="f001bd45134943c1" providerId="LiveId" clId="{33CB17F7-3CE2-45F5-85EA-65C2D6BA2C9A}" dt="2024-10-29T09:30:22.243" v="0" actId="47"/>
      <pc:docMkLst>
        <pc:docMk/>
      </pc:docMkLst>
      <pc:sldChg chg="del">
        <pc:chgData name="7 Town" userId="f001bd45134943c1" providerId="LiveId" clId="{33CB17F7-3CE2-45F5-85EA-65C2D6BA2C9A}" dt="2024-10-29T09:30:22.243" v="0" actId="47"/>
        <pc:sldMkLst>
          <pc:docMk/>
          <pc:sldMk cId="2630122061" sldId="301"/>
        </pc:sldMkLst>
      </pc:sldChg>
    </pc:docChg>
  </pc:docChgLst>
  <pc:docChgLst>
    <pc:chgData name="7 Town" userId="f001bd45134943c1" providerId="LiveId" clId="{1AA3D7FF-3EBB-46D1-A363-977F47C8B3C7}"/>
    <pc:docChg chg="custSel modSld">
      <pc:chgData name="7 Town" userId="f001bd45134943c1" providerId="LiveId" clId="{1AA3D7FF-3EBB-46D1-A363-977F47C8B3C7}" dt="2024-10-16T06:00:04.817" v="45" actId="20577"/>
      <pc:docMkLst>
        <pc:docMk/>
      </pc:docMkLst>
      <pc:sldChg chg="delSp modSp mod">
        <pc:chgData name="7 Town" userId="f001bd45134943c1" providerId="LiveId" clId="{1AA3D7FF-3EBB-46D1-A363-977F47C8B3C7}" dt="2024-10-16T05:51:49.162" v="1" actId="478"/>
        <pc:sldMkLst>
          <pc:docMk/>
          <pc:sldMk cId="0" sldId="271"/>
        </pc:sldMkLst>
        <pc:spChg chg="del mod">
          <ac:chgData name="7 Town" userId="f001bd45134943c1" providerId="LiveId" clId="{1AA3D7FF-3EBB-46D1-A363-977F47C8B3C7}" dt="2024-10-16T05:51:49.162" v="1" actId="478"/>
          <ac:spMkLst>
            <pc:docMk/>
            <pc:sldMk cId="0" sldId="271"/>
            <ac:spMk id="75" creationId="{00000000-0000-0000-0000-000000000000}"/>
          </ac:spMkLst>
        </pc:spChg>
      </pc:sldChg>
      <pc:sldChg chg="modSp mod">
        <pc:chgData name="7 Town" userId="f001bd45134943c1" providerId="LiveId" clId="{1AA3D7FF-3EBB-46D1-A363-977F47C8B3C7}" dt="2024-10-16T06:00:04.817" v="45" actId="20577"/>
        <pc:sldMkLst>
          <pc:docMk/>
          <pc:sldMk cId="0" sldId="284"/>
        </pc:sldMkLst>
        <pc:spChg chg="mod">
          <ac:chgData name="7 Town" userId="f001bd45134943c1" providerId="LiveId" clId="{1AA3D7FF-3EBB-46D1-A363-977F47C8B3C7}" dt="2024-10-16T06:00:04.817" v="45" actId="20577"/>
          <ac:spMkLst>
            <pc:docMk/>
            <pc:sldMk cId="0" sldId="284"/>
            <ac:spMk id="32" creationId="{00000000-0000-0000-0000-000000000000}"/>
          </ac:spMkLst>
        </pc:spChg>
      </pc:sldChg>
    </pc:docChg>
  </pc:docChgLst>
  <pc:docChgLst>
    <pc:chgData name="yuting zheng" userId="00c49f17c780fc61" providerId="LiveId" clId="{9B52CB43-0090-43E6-8DAD-A93A880B0927}"/>
    <pc:docChg chg="undo redo custSel addSld modSld">
      <pc:chgData name="yuting zheng" userId="00c49f17c780fc61" providerId="LiveId" clId="{9B52CB43-0090-43E6-8DAD-A93A880B0927}" dt="2024-10-15T17:35:17.370" v="885"/>
      <pc:docMkLst>
        <pc:docMk/>
      </pc:docMkLst>
      <pc:sldChg chg="modSp mod">
        <pc:chgData name="yuting zheng" userId="00c49f17c780fc61" providerId="LiveId" clId="{9B52CB43-0090-43E6-8DAD-A93A880B0927}" dt="2024-10-15T17:33:09.296" v="734" actId="20577"/>
        <pc:sldMkLst>
          <pc:docMk/>
          <pc:sldMk cId="0" sldId="264"/>
        </pc:sldMkLst>
        <pc:spChg chg="mod">
          <ac:chgData name="yuting zheng" userId="00c49f17c780fc61" providerId="LiveId" clId="{9B52CB43-0090-43E6-8DAD-A93A880B0927}" dt="2024-10-15T17:32:57.971" v="707" actId="20577"/>
          <ac:spMkLst>
            <pc:docMk/>
            <pc:sldMk cId="0" sldId="264"/>
            <ac:spMk id="22" creationId="{00000000-0000-0000-0000-000000000000}"/>
          </ac:spMkLst>
        </pc:spChg>
        <pc:spChg chg="mod">
          <ac:chgData name="yuting zheng" userId="00c49f17c780fc61" providerId="LiveId" clId="{9B52CB43-0090-43E6-8DAD-A93A880B0927}" dt="2024-10-15T17:33:09.296" v="734" actId="20577"/>
          <ac:spMkLst>
            <pc:docMk/>
            <pc:sldMk cId="0" sldId="264"/>
            <ac:spMk id="23" creationId="{00000000-0000-0000-0000-000000000000}"/>
          </ac:spMkLst>
        </pc:spChg>
        <pc:cxnChg chg="mod">
          <ac:chgData name="yuting zheng" userId="00c49f17c780fc61" providerId="LiveId" clId="{9B52CB43-0090-43E6-8DAD-A93A880B0927}" dt="2024-10-15T17:33:09.296" v="734" actId="20577"/>
          <ac:cxnSpMkLst>
            <pc:docMk/>
            <pc:sldMk cId="0" sldId="264"/>
            <ac:cxnSpMk id="17" creationId="{00000000-0000-0000-0000-000000000000}"/>
          </ac:cxnSpMkLst>
        </pc:cxnChg>
      </pc:sldChg>
      <pc:sldChg chg="addSp modSp mod">
        <pc:chgData name="yuting zheng" userId="00c49f17c780fc61" providerId="LiveId" clId="{9B52CB43-0090-43E6-8DAD-A93A880B0927}" dt="2024-10-15T17:05:04.167" v="196" actId="20577"/>
        <pc:sldMkLst>
          <pc:docMk/>
          <pc:sldMk cId="2261727514" sldId="295"/>
        </pc:sldMkLst>
        <pc:spChg chg="add mod">
          <ac:chgData name="yuting zheng" userId="00c49f17c780fc61" providerId="LiveId" clId="{9B52CB43-0090-43E6-8DAD-A93A880B0927}" dt="2024-10-15T17:05:04.167" v="196" actId="20577"/>
          <ac:spMkLst>
            <pc:docMk/>
            <pc:sldMk cId="2261727514" sldId="295"/>
            <ac:spMk id="2" creationId="{6F9D0718-8D49-7F48-D049-B8E0A609AF22}"/>
          </ac:spMkLst>
        </pc:spChg>
        <pc:spChg chg="add mod">
          <ac:chgData name="yuting zheng" userId="00c49f17c780fc61" providerId="LiveId" clId="{9B52CB43-0090-43E6-8DAD-A93A880B0927}" dt="2024-10-15T16:48:33.006" v="127" actId="1076"/>
          <ac:spMkLst>
            <pc:docMk/>
            <pc:sldMk cId="2261727514" sldId="295"/>
            <ac:spMk id="3" creationId="{5304418B-6925-29B1-3B27-270323FFB6F3}"/>
          </ac:spMkLst>
        </pc:spChg>
        <pc:spChg chg="mod">
          <ac:chgData name="yuting zheng" userId="00c49f17c780fc61" providerId="LiveId" clId="{9B52CB43-0090-43E6-8DAD-A93A880B0927}" dt="2024-10-15T16:43:50.932" v="71" actId="108"/>
          <ac:spMkLst>
            <pc:docMk/>
            <pc:sldMk cId="2261727514" sldId="295"/>
            <ac:spMk id="10" creationId="{00000000-0000-0000-0000-000000000000}"/>
          </ac:spMkLst>
        </pc:spChg>
        <pc:cxnChg chg="add mod">
          <ac:chgData name="yuting zheng" userId="00c49f17c780fc61" providerId="LiveId" clId="{9B52CB43-0090-43E6-8DAD-A93A880B0927}" dt="2024-10-15T16:48:33.006" v="127" actId="1076"/>
          <ac:cxnSpMkLst>
            <pc:docMk/>
            <pc:sldMk cId="2261727514" sldId="295"/>
            <ac:cxnSpMk id="4" creationId="{F73B89F3-2C38-627C-2FB5-1333766910E7}"/>
          </ac:cxnSpMkLst>
        </pc:cxnChg>
      </pc:sldChg>
      <pc:sldChg chg="addSp delSp modSp add mod">
        <pc:chgData name="yuting zheng" userId="00c49f17c780fc61" providerId="LiveId" clId="{9B52CB43-0090-43E6-8DAD-A93A880B0927}" dt="2024-10-15T17:13:17.202" v="358" actId="478"/>
        <pc:sldMkLst>
          <pc:docMk/>
          <pc:sldMk cId="588385674" sldId="296"/>
        </pc:sldMkLst>
        <pc:spChg chg="del">
          <ac:chgData name="yuting zheng" userId="00c49f17c780fc61" providerId="LiveId" clId="{9B52CB43-0090-43E6-8DAD-A93A880B0927}" dt="2024-10-15T16:44:59.291" v="101" actId="478"/>
          <ac:spMkLst>
            <pc:docMk/>
            <pc:sldMk cId="588385674" sldId="296"/>
            <ac:spMk id="2" creationId="{F343B7C7-4B8B-6AF5-6CDE-28F4ABC6C0A4}"/>
          </ac:spMkLst>
        </pc:spChg>
        <pc:spChg chg="del">
          <ac:chgData name="yuting zheng" userId="00c49f17c780fc61" providerId="LiveId" clId="{9B52CB43-0090-43E6-8DAD-A93A880B0927}" dt="2024-10-15T16:44:59.291" v="101" actId="478"/>
          <ac:spMkLst>
            <pc:docMk/>
            <pc:sldMk cId="588385674" sldId="296"/>
            <ac:spMk id="3" creationId="{38C52EEA-34E1-92BF-29F2-1E357AD58B89}"/>
          </ac:spMkLst>
        </pc:spChg>
        <pc:spChg chg="add mod">
          <ac:chgData name="yuting zheng" userId="00c49f17c780fc61" providerId="LiveId" clId="{9B52CB43-0090-43E6-8DAD-A93A880B0927}" dt="2024-10-15T17:09:39.896" v="259" actId="20577"/>
          <ac:spMkLst>
            <pc:docMk/>
            <pc:sldMk cId="588385674" sldId="296"/>
            <ac:spMk id="6" creationId="{1A8554E9-FEAF-00AF-2C5B-3B18AE7F36E6}"/>
          </ac:spMkLst>
        </pc:spChg>
        <pc:spChg chg="add del mod">
          <ac:chgData name="yuting zheng" userId="00c49f17c780fc61" providerId="LiveId" clId="{9B52CB43-0090-43E6-8DAD-A93A880B0927}" dt="2024-10-15T16:48:22.663" v="125"/>
          <ac:spMkLst>
            <pc:docMk/>
            <pc:sldMk cId="588385674" sldId="296"/>
            <ac:spMk id="10" creationId="{8C72C0AC-F86F-4E7A-1923-3607C82BF7C3}"/>
          </ac:spMkLst>
        </pc:spChg>
        <pc:spChg chg="add del mod">
          <ac:chgData name="yuting zheng" userId="00c49f17c780fc61" providerId="LiveId" clId="{9B52CB43-0090-43E6-8DAD-A93A880B0927}" dt="2024-10-15T17:13:15.044" v="356" actId="20577"/>
          <ac:spMkLst>
            <pc:docMk/>
            <pc:sldMk cId="588385674" sldId="296"/>
            <ac:spMk id="11" creationId="{38F42F2E-3959-3E2F-9414-DB9FA2B4D7C6}"/>
          </ac:spMkLst>
        </pc:spChg>
        <pc:cxnChg chg="del">
          <ac:chgData name="yuting zheng" userId="00c49f17c780fc61" providerId="LiveId" clId="{9B52CB43-0090-43E6-8DAD-A93A880B0927}" dt="2024-10-15T16:44:59.291" v="101" actId="478"/>
          <ac:cxnSpMkLst>
            <pc:docMk/>
            <pc:sldMk cId="588385674" sldId="296"/>
            <ac:cxnSpMk id="4" creationId="{3063E947-0166-31DB-2D21-9AFE1E5C47BA}"/>
          </ac:cxnSpMkLst>
        </pc:cxnChg>
        <pc:cxnChg chg="add mod">
          <ac:chgData name="yuting zheng" userId="00c49f17c780fc61" providerId="LiveId" clId="{9B52CB43-0090-43E6-8DAD-A93A880B0927}" dt="2024-10-15T17:09:59.416" v="265" actId="1076"/>
          <ac:cxnSpMkLst>
            <pc:docMk/>
            <pc:sldMk cId="588385674" sldId="296"/>
            <ac:cxnSpMk id="7" creationId="{3965DDDA-62F5-A488-0746-BAF86379437F}"/>
          </ac:cxnSpMkLst>
        </pc:cxnChg>
        <pc:cxnChg chg="add del mod">
          <ac:chgData name="yuting zheng" userId="00c49f17c780fc61" providerId="LiveId" clId="{9B52CB43-0090-43E6-8DAD-A93A880B0927}" dt="2024-10-15T17:13:17.202" v="358" actId="478"/>
          <ac:cxnSpMkLst>
            <pc:docMk/>
            <pc:sldMk cId="588385674" sldId="296"/>
            <ac:cxnSpMk id="13" creationId="{D289B0D6-2FD9-3C02-8B90-C3E2A839EB95}"/>
          </ac:cxnSpMkLst>
        </pc:cxnChg>
        <pc:cxnChg chg="add del mod">
          <ac:chgData name="yuting zheng" userId="00c49f17c780fc61" providerId="LiveId" clId="{9B52CB43-0090-43E6-8DAD-A93A880B0927}" dt="2024-10-15T17:13:11.873" v="351" actId="478"/>
          <ac:cxnSpMkLst>
            <pc:docMk/>
            <pc:sldMk cId="588385674" sldId="296"/>
            <ac:cxnSpMk id="14" creationId="{8EA0DBC5-1EBA-F130-5F97-7DF516F6D6A7}"/>
          </ac:cxnSpMkLst>
        </pc:cxnChg>
      </pc:sldChg>
      <pc:sldChg chg="add">
        <pc:chgData name="yuting zheng" userId="00c49f17c780fc61" providerId="LiveId" clId="{9B52CB43-0090-43E6-8DAD-A93A880B0927}" dt="2024-10-15T17:11:37.445" v="268"/>
        <pc:sldMkLst>
          <pc:docMk/>
          <pc:sldMk cId="1530421922" sldId="297"/>
        </pc:sldMkLst>
      </pc:sldChg>
      <pc:sldChg chg="addSp delSp modSp add mod">
        <pc:chgData name="yuting zheng" userId="00c49f17c780fc61" providerId="LiveId" clId="{9B52CB43-0090-43E6-8DAD-A93A880B0927}" dt="2024-10-15T17:26:31.998" v="644" actId="20577"/>
        <pc:sldMkLst>
          <pc:docMk/>
          <pc:sldMk cId="979545101" sldId="298"/>
        </pc:sldMkLst>
        <pc:spChg chg="mod">
          <ac:chgData name="yuting zheng" userId="00c49f17c780fc61" providerId="LiveId" clId="{9B52CB43-0090-43E6-8DAD-A93A880B0927}" dt="2024-10-15T17:26:31.998" v="644" actId="20577"/>
          <ac:spMkLst>
            <pc:docMk/>
            <pc:sldMk cId="979545101" sldId="298"/>
            <ac:spMk id="6" creationId="{81539C9F-27AB-6B5F-3D47-7299BAE635FC}"/>
          </ac:spMkLst>
        </pc:spChg>
        <pc:spChg chg="mod">
          <ac:chgData name="yuting zheng" userId="00c49f17c780fc61" providerId="LiveId" clId="{9B52CB43-0090-43E6-8DAD-A93A880B0927}" dt="2024-10-15T17:13:46.664" v="413" actId="14100"/>
          <ac:spMkLst>
            <pc:docMk/>
            <pc:sldMk cId="979545101" sldId="298"/>
            <ac:spMk id="11" creationId="{476692D5-D055-770C-ED23-E9331E43222D}"/>
          </ac:spMkLst>
        </pc:spChg>
        <pc:cxnChg chg="del">
          <ac:chgData name="yuting zheng" userId="00c49f17c780fc61" providerId="LiveId" clId="{9B52CB43-0090-43E6-8DAD-A93A880B0927}" dt="2024-10-15T17:14:49.393" v="415" actId="478"/>
          <ac:cxnSpMkLst>
            <pc:docMk/>
            <pc:sldMk cId="979545101" sldId="298"/>
            <ac:cxnSpMk id="7" creationId="{62F058F5-47D9-26E1-C94D-D7F1D3982090}"/>
          </ac:cxnSpMkLst>
        </pc:cxnChg>
        <pc:cxnChg chg="add del">
          <ac:chgData name="yuting zheng" userId="00c49f17c780fc61" providerId="LiveId" clId="{9B52CB43-0090-43E6-8DAD-A93A880B0927}" dt="2024-10-15T17:13:12.770" v="353" actId="478"/>
          <ac:cxnSpMkLst>
            <pc:docMk/>
            <pc:sldMk cId="979545101" sldId="298"/>
            <ac:cxnSpMk id="13" creationId="{068CADE5-5E6B-0FF2-C8C2-AB81B5F2746D}"/>
          </ac:cxnSpMkLst>
        </pc:cxnChg>
        <pc:cxnChg chg="add del">
          <ac:chgData name="yuting zheng" userId="00c49f17c780fc61" providerId="LiveId" clId="{9B52CB43-0090-43E6-8DAD-A93A880B0927}" dt="2024-10-15T17:13:12.243" v="352" actId="478"/>
          <ac:cxnSpMkLst>
            <pc:docMk/>
            <pc:sldMk cId="979545101" sldId="298"/>
            <ac:cxnSpMk id="14" creationId="{20A62381-F74D-B27A-1667-971194B13FC3}"/>
          </ac:cxnSpMkLst>
        </pc:cxnChg>
      </pc:sldChg>
      <pc:sldChg chg="modSp add mod">
        <pc:chgData name="yuting zheng" userId="00c49f17c780fc61" providerId="LiveId" clId="{9B52CB43-0090-43E6-8DAD-A93A880B0927}" dt="2024-10-15T17:29:56.958" v="686" actId="1076"/>
        <pc:sldMkLst>
          <pc:docMk/>
          <pc:sldMk cId="2513376359" sldId="299"/>
        </pc:sldMkLst>
        <pc:spChg chg="mod">
          <ac:chgData name="yuting zheng" userId="00c49f17c780fc61" providerId="LiveId" clId="{9B52CB43-0090-43E6-8DAD-A93A880B0927}" dt="2024-10-15T17:29:56.958" v="686" actId="1076"/>
          <ac:spMkLst>
            <pc:docMk/>
            <pc:sldMk cId="2513376359" sldId="299"/>
            <ac:spMk id="6" creationId="{2B3CE6DB-F6ED-C7AA-DE6E-F43443D07EE7}"/>
          </ac:spMkLst>
        </pc:spChg>
      </pc:sldChg>
      <pc:sldChg chg="modSp add mod">
        <pc:chgData name="yuting zheng" userId="00c49f17c780fc61" providerId="LiveId" clId="{9B52CB43-0090-43E6-8DAD-A93A880B0927}" dt="2024-10-15T17:32:37.760" v="703" actId="108"/>
        <pc:sldMkLst>
          <pc:docMk/>
          <pc:sldMk cId="1935257416" sldId="300"/>
        </pc:sldMkLst>
        <pc:spChg chg="mod">
          <ac:chgData name="yuting zheng" userId="00c49f17c780fc61" providerId="LiveId" clId="{9B52CB43-0090-43E6-8DAD-A93A880B0927}" dt="2024-10-15T17:31:49.299" v="689" actId="20577"/>
          <ac:spMkLst>
            <pc:docMk/>
            <pc:sldMk cId="1935257416" sldId="300"/>
            <ac:spMk id="3" creationId="{554A4023-CE10-249C-59EB-8C38AB522713}"/>
          </ac:spMkLst>
        </pc:spChg>
        <pc:spChg chg="mod">
          <ac:chgData name="yuting zheng" userId="00c49f17c780fc61" providerId="LiveId" clId="{9B52CB43-0090-43E6-8DAD-A93A880B0927}" dt="2024-10-15T17:32:01.840" v="699" actId="14100"/>
          <ac:spMkLst>
            <pc:docMk/>
            <pc:sldMk cId="1935257416" sldId="300"/>
            <ac:spMk id="4" creationId="{9431981F-A32E-AE57-B1A4-EF39587F969F}"/>
          </ac:spMkLst>
        </pc:spChg>
        <pc:spChg chg="mod">
          <ac:chgData name="yuting zheng" userId="00c49f17c780fc61" providerId="LiveId" clId="{9B52CB43-0090-43E6-8DAD-A93A880B0927}" dt="2024-10-15T17:31:55.702" v="697" actId="20577"/>
          <ac:spMkLst>
            <pc:docMk/>
            <pc:sldMk cId="1935257416" sldId="300"/>
            <ac:spMk id="5" creationId="{2EC115BC-0124-069B-3B84-1E11505E559E}"/>
          </ac:spMkLst>
        </pc:spChg>
        <pc:spChg chg="mod">
          <ac:chgData name="yuting zheng" userId="00c49f17c780fc61" providerId="LiveId" clId="{9B52CB43-0090-43E6-8DAD-A93A880B0927}" dt="2024-10-15T17:32:29.159" v="702" actId="108"/>
          <ac:spMkLst>
            <pc:docMk/>
            <pc:sldMk cId="1935257416" sldId="300"/>
            <ac:spMk id="7" creationId="{E088EDFD-C0D4-E2DF-294B-E3EEC464FF9B}"/>
          </ac:spMkLst>
        </pc:spChg>
        <pc:spChg chg="mod">
          <ac:chgData name="yuting zheng" userId="00c49f17c780fc61" providerId="LiveId" clId="{9B52CB43-0090-43E6-8DAD-A93A880B0927}" dt="2024-10-15T17:32:37.760" v="703" actId="108"/>
          <ac:spMkLst>
            <pc:docMk/>
            <pc:sldMk cId="1935257416" sldId="300"/>
            <ac:spMk id="8" creationId="{04BCD296-1BA2-9C1F-73C2-895AC46BEEFD}"/>
          </ac:spMkLst>
        </pc:spChg>
        <pc:spChg chg="mod">
          <ac:chgData name="yuting zheng" userId="00c49f17c780fc61" providerId="LiveId" clId="{9B52CB43-0090-43E6-8DAD-A93A880B0927}" dt="2024-10-15T17:32:14.073" v="700" actId="108"/>
          <ac:spMkLst>
            <pc:docMk/>
            <pc:sldMk cId="1935257416" sldId="300"/>
            <ac:spMk id="9" creationId="{55B16819-2577-C81F-BAFB-7950AD10BEB3}"/>
          </ac:spMkLst>
        </pc:spChg>
        <pc:spChg chg="mod">
          <ac:chgData name="yuting zheng" userId="00c49f17c780fc61" providerId="LiveId" clId="{9B52CB43-0090-43E6-8DAD-A93A880B0927}" dt="2024-10-15T17:32:23.628" v="701" actId="108"/>
          <ac:spMkLst>
            <pc:docMk/>
            <pc:sldMk cId="1935257416" sldId="300"/>
            <ac:spMk id="10" creationId="{D3C0D5DB-D8AD-083A-2718-77678DC8DDA0}"/>
          </ac:spMkLst>
        </pc:spChg>
      </pc:sldChg>
      <pc:sldChg chg="modSp add mod">
        <pc:chgData name="yuting zheng" userId="00c49f17c780fc61" providerId="LiveId" clId="{9B52CB43-0090-43E6-8DAD-A93A880B0927}" dt="2024-10-15T17:34:26.261" v="831" actId="20577"/>
        <pc:sldMkLst>
          <pc:docMk/>
          <pc:sldMk cId="4023903824" sldId="301"/>
        </pc:sldMkLst>
        <pc:spChg chg="mod">
          <ac:chgData name="yuting zheng" userId="00c49f17c780fc61" providerId="LiveId" clId="{9B52CB43-0090-43E6-8DAD-A93A880B0927}" dt="2024-10-15T17:34:26.261" v="831" actId="20577"/>
          <ac:spMkLst>
            <pc:docMk/>
            <pc:sldMk cId="4023903824" sldId="301"/>
            <ac:spMk id="3" creationId="{9A4702E5-ABE3-E813-0E22-087A22F042FD}"/>
          </ac:spMkLst>
        </pc:spChg>
        <pc:spChg chg="mod">
          <ac:chgData name="yuting zheng" userId="00c49f17c780fc61" providerId="LiveId" clId="{9B52CB43-0090-43E6-8DAD-A93A880B0927}" dt="2024-10-15T17:34:20.384" v="821" actId="20577"/>
          <ac:spMkLst>
            <pc:docMk/>
            <pc:sldMk cId="4023903824" sldId="301"/>
            <ac:spMk id="11" creationId="{CDF4DBC2-F096-3D48-E9B3-7B80E9C3CEF6}"/>
          </ac:spMkLst>
        </pc:spChg>
        <pc:spChg chg="mod">
          <ac:chgData name="yuting zheng" userId="00c49f17c780fc61" providerId="LiveId" clId="{9B52CB43-0090-43E6-8DAD-A93A880B0927}" dt="2024-10-15T17:33:34.512" v="741" actId="20577"/>
          <ac:spMkLst>
            <pc:docMk/>
            <pc:sldMk cId="4023903824" sldId="301"/>
            <ac:spMk id="22" creationId="{6EE9EDAD-6BC1-F619-43ED-F3061FAF1262}"/>
          </ac:spMkLst>
        </pc:spChg>
        <pc:spChg chg="mod">
          <ac:chgData name="yuting zheng" userId="00c49f17c780fc61" providerId="LiveId" clId="{9B52CB43-0090-43E6-8DAD-A93A880B0927}" dt="2024-10-15T17:34:00.330" v="803" actId="20577"/>
          <ac:spMkLst>
            <pc:docMk/>
            <pc:sldMk cId="4023903824" sldId="301"/>
            <ac:spMk id="23" creationId="{6EE0323D-126B-317A-F29D-162A2D7AB9E2}"/>
          </ac:spMkLst>
        </pc:spChg>
        <pc:cxnChg chg="mod">
          <ac:chgData name="yuting zheng" userId="00c49f17c780fc61" providerId="LiveId" clId="{9B52CB43-0090-43E6-8DAD-A93A880B0927}" dt="2024-10-15T17:34:00.330" v="803" actId="20577"/>
          <ac:cxnSpMkLst>
            <pc:docMk/>
            <pc:sldMk cId="4023903824" sldId="301"/>
            <ac:cxnSpMk id="17" creationId="{D893178C-5358-EAF0-087D-2E7DAD694E43}"/>
          </ac:cxnSpMkLst>
        </pc:cxnChg>
      </pc:sldChg>
      <pc:sldChg chg="delSp modSp add mod">
        <pc:chgData name="yuting zheng" userId="00c49f17c780fc61" providerId="LiveId" clId="{9B52CB43-0090-43E6-8DAD-A93A880B0927}" dt="2024-10-15T17:35:17.370" v="885"/>
        <pc:sldMkLst>
          <pc:docMk/>
          <pc:sldMk cId="3389344360" sldId="302"/>
        </pc:sldMkLst>
        <pc:spChg chg="del mod">
          <ac:chgData name="yuting zheng" userId="00c49f17c780fc61" providerId="LiveId" clId="{9B52CB43-0090-43E6-8DAD-A93A880B0927}" dt="2024-10-15T17:35:17.370" v="885"/>
          <ac:spMkLst>
            <pc:docMk/>
            <pc:sldMk cId="3389344360" sldId="302"/>
            <ac:spMk id="3" creationId="{D1C1D0A8-B45A-1B1F-7BBB-B202C0B6CDE0}"/>
          </ac:spMkLst>
        </pc:spChg>
        <pc:spChg chg="mod">
          <ac:chgData name="yuting zheng" userId="00c49f17c780fc61" providerId="LiveId" clId="{9B52CB43-0090-43E6-8DAD-A93A880B0927}" dt="2024-10-15T17:35:13.025" v="875" actId="20577"/>
          <ac:spMkLst>
            <pc:docMk/>
            <pc:sldMk cId="3389344360" sldId="302"/>
            <ac:spMk id="23" creationId="{DC5EE5CF-B17F-1134-3AEC-512A0CEC45FC}"/>
          </ac:spMkLst>
        </pc:spChg>
        <pc:cxnChg chg="mod">
          <ac:chgData name="yuting zheng" userId="00c49f17c780fc61" providerId="LiveId" clId="{9B52CB43-0090-43E6-8DAD-A93A880B0927}" dt="2024-10-15T17:35:13.025" v="875" actId="20577"/>
          <ac:cxnSpMkLst>
            <pc:docMk/>
            <pc:sldMk cId="3389344360" sldId="302"/>
            <ac:cxnSpMk id="17" creationId="{E87EE984-091B-9C48-54DA-5BB2F82DDE52}"/>
          </ac:cxnSpMkLst>
        </pc:cxnChg>
      </pc:sldChg>
    </pc:docChg>
  </pc:docChgLst>
  <pc:docChgLst>
    <pc:chgData name="yuting zheng" userId="00c49f17c780fc61" providerId="LiveId" clId="{49DE0611-F4B8-4172-A0DF-BE29E9B14AD8}"/>
    <pc:docChg chg="undo custSel addSld delSld modSld sldOrd modSection">
      <pc:chgData name="yuting zheng" userId="00c49f17c780fc61" providerId="LiveId" clId="{49DE0611-F4B8-4172-A0DF-BE29E9B14AD8}" dt="2024-10-16T03:19:44.806" v="637" actId="108"/>
      <pc:docMkLst>
        <pc:docMk/>
      </pc:docMkLst>
      <pc:sldChg chg="addSp delSp modSp del mod">
        <pc:chgData name="yuting zheng" userId="00c49f17c780fc61" providerId="LiveId" clId="{49DE0611-F4B8-4172-A0DF-BE29E9B14AD8}" dt="2024-10-16T02:46:41.041" v="86" actId="2696"/>
        <pc:sldMkLst>
          <pc:docMk/>
          <pc:sldMk cId="0" sldId="264"/>
        </pc:sldMkLst>
        <pc:spChg chg="add mod">
          <ac:chgData name="yuting zheng" userId="00c49f17c780fc61" providerId="LiveId" clId="{49DE0611-F4B8-4172-A0DF-BE29E9B14AD8}" dt="2024-10-16T02:42:07.915" v="6" actId="1076"/>
          <ac:spMkLst>
            <pc:docMk/>
            <pc:sldMk cId="0" sldId="264"/>
            <ac:spMk id="2" creationId="{6F9D0718-8D49-7F48-D049-B8E0A609AF22}"/>
          </ac:spMkLst>
        </pc:spChg>
        <pc:spChg chg="add mod">
          <ac:chgData name="yuting zheng" userId="00c49f17c780fc61" providerId="LiveId" clId="{49DE0611-F4B8-4172-A0DF-BE29E9B14AD8}" dt="2024-10-16T02:43:06.468" v="52" actId="20577"/>
          <ac:spMkLst>
            <pc:docMk/>
            <pc:sldMk cId="0" sldId="264"/>
            <ac:spMk id="3" creationId="{5304418B-6925-29B1-3B27-270323FFB6F3}"/>
          </ac:spMkLst>
        </pc:spChg>
        <pc:spChg chg="del">
          <ac:chgData name="yuting zheng" userId="00c49f17c780fc61" providerId="LiveId" clId="{49DE0611-F4B8-4172-A0DF-BE29E9B14AD8}" dt="2024-10-16T02:41:27.505" v="0" actId="478"/>
          <ac:spMkLst>
            <pc:docMk/>
            <pc:sldMk cId="0" sldId="264"/>
            <ac:spMk id="4" creationId="{00000000-0000-0000-0000-000000000000}"/>
          </ac:spMkLst>
        </pc:spChg>
        <pc:spChg chg="del">
          <ac:chgData name="yuting zheng" userId="00c49f17c780fc61" providerId="LiveId" clId="{49DE0611-F4B8-4172-A0DF-BE29E9B14AD8}" dt="2024-10-16T02:41:27.505" v="0" actId="478"/>
          <ac:spMkLst>
            <pc:docMk/>
            <pc:sldMk cId="0" sldId="264"/>
            <ac:spMk id="6" creationId="{00000000-0000-0000-0000-000000000000}"/>
          </ac:spMkLst>
        </pc:spChg>
        <pc:spChg chg="add mod">
          <ac:chgData name="yuting zheng" userId="00c49f17c780fc61" providerId="LiveId" clId="{49DE0611-F4B8-4172-A0DF-BE29E9B14AD8}" dt="2024-10-16T02:42:53.282" v="34" actId="20577"/>
          <ac:spMkLst>
            <pc:docMk/>
            <pc:sldMk cId="0" sldId="264"/>
            <ac:spMk id="7" creationId="{9BB35B67-ED41-AAF2-6E23-290C981823B4}"/>
          </ac:spMkLst>
        </pc:spChg>
        <pc:spChg chg="del">
          <ac:chgData name="yuting zheng" userId="00c49f17c780fc61" providerId="LiveId" clId="{49DE0611-F4B8-4172-A0DF-BE29E9B14AD8}" dt="2024-10-16T02:41:27.505" v="0" actId="478"/>
          <ac:spMkLst>
            <pc:docMk/>
            <pc:sldMk cId="0" sldId="264"/>
            <ac:spMk id="8" creationId="{00000000-0000-0000-0000-000000000000}"/>
          </ac:spMkLst>
        </pc:spChg>
        <pc:spChg chg="del">
          <ac:chgData name="yuting zheng" userId="00c49f17c780fc61" providerId="LiveId" clId="{49DE0611-F4B8-4172-A0DF-BE29E9B14AD8}" dt="2024-10-16T02:41:27.505" v="0" actId="478"/>
          <ac:spMkLst>
            <pc:docMk/>
            <pc:sldMk cId="0" sldId="264"/>
            <ac:spMk id="9" creationId="{00000000-0000-0000-0000-000000000000}"/>
          </ac:spMkLst>
        </pc:spChg>
        <pc:spChg chg="add mod">
          <ac:chgData name="yuting zheng" userId="00c49f17c780fc61" providerId="LiveId" clId="{49DE0611-F4B8-4172-A0DF-BE29E9B14AD8}" dt="2024-10-16T02:42:07.915" v="6" actId="1076"/>
          <ac:spMkLst>
            <pc:docMk/>
            <pc:sldMk cId="0" sldId="264"/>
            <ac:spMk id="10" creationId="{00000000-0000-0000-0000-000000000000}"/>
          </ac:spMkLst>
        </pc:spChg>
        <pc:spChg chg="del">
          <ac:chgData name="yuting zheng" userId="00c49f17c780fc61" providerId="LiveId" clId="{49DE0611-F4B8-4172-A0DF-BE29E9B14AD8}" dt="2024-10-16T02:41:27.505" v="0" actId="478"/>
          <ac:spMkLst>
            <pc:docMk/>
            <pc:sldMk cId="0" sldId="264"/>
            <ac:spMk id="14" creationId="{00000000-0000-0000-0000-000000000000}"/>
          </ac:spMkLst>
        </pc:spChg>
        <pc:spChg chg="del">
          <ac:chgData name="yuting zheng" userId="00c49f17c780fc61" providerId="LiveId" clId="{49DE0611-F4B8-4172-A0DF-BE29E9B14AD8}" dt="2024-10-16T02:41:27.505" v="0" actId="478"/>
          <ac:spMkLst>
            <pc:docMk/>
            <pc:sldMk cId="0" sldId="264"/>
            <ac:spMk id="15" creationId="{00000000-0000-0000-0000-000000000000}"/>
          </ac:spMkLst>
        </pc:spChg>
        <pc:spChg chg="del">
          <ac:chgData name="yuting zheng" userId="00c49f17c780fc61" providerId="LiveId" clId="{49DE0611-F4B8-4172-A0DF-BE29E9B14AD8}" dt="2024-10-16T02:41:27.505" v="0" actId="478"/>
          <ac:spMkLst>
            <pc:docMk/>
            <pc:sldMk cId="0" sldId="264"/>
            <ac:spMk id="16" creationId="{00000000-0000-0000-0000-000000000000}"/>
          </ac:spMkLst>
        </pc:spChg>
        <pc:spChg chg="del">
          <ac:chgData name="yuting zheng" userId="00c49f17c780fc61" providerId="LiveId" clId="{49DE0611-F4B8-4172-A0DF-BE29E9B14AD8}" dt="2024-10-16T02:41:27.505" v="0" actId="478"/>
          <ac:spMkLst>
            <pc:docMk/>
            <pc:sldMk cId="0" sldId="264"/>
            <ac:spMk id="18" creationId="{00000000-0000-0000-0000-000000000000}"/>
          </ac:spMkLst>
        </pc:spChg>
        <pc:spChg chg="del">
          <ac:chgData name="yuting zheng" userId="00c49f17c780fc61" providerId="LiveId" clId="{49DE0611-F4B8-4172-A0DF-BE29E9B14AD8}" dt="2024-10-16T02:41:27.505" v="0" actId="478"/>
          <ac:spMkLst>
            <pc:docMk/>
            <pc:sldMk cId="0" sldId="264"/>
            <ac:spMk id="20" creationId="{00000000-0000-0000-0000-000000000000}"/>
          </ac:spMkLst>
        </pc:spChg>
        <pc:spChg chg="del">
          <ac:chgData name="yuting zheng" userId="00c49f17c780fc61" providerId="LiveId" clId="{49DE0611-F4B8-4172-A0DF-BE29E9B14AD8}" dt="2024-10-16T02:41:27.505" v="0" actId="478"/>
          <ac:spMkLst>
            <pc:docMk/>
            <pc:sldMk cId="0" sldId="264"/>
            <ac:spMk id="24" creationId="{00000000-0000-0000-0000-000000000000}"/>
          </ac:spMkLst>
        </pc:spChg>
        <pc:spChg chg="del">
          <ac:chgData name="yuting zheng" userId="00c49f17c780fc61" providerId="LiveId" clId="{49DE0611-F4B8-4172-A0DF-BE29E9B14AD8}" dt="2024-10-16T02:41:27.505" v="0" actId="478"/>
          <ac:spMkLst>
            <pc:docMk/>
            <pc:sldMk cId="0" sldId="264"/>
            <ac:spMk id="26" creationId="{00000000-0000-0000-0000-000000000000}"/>
          </ac:spMkLst>
        </pc:spChg>
        <pc:spChg chg="del">
          <ac:chgData name="yuting zheng" userId="00c49f17c780fc61" providerId="LiveId" clId="{49DE0611-F4B8-4172-A0DF-BE29E9B14AD8}" dt="2024-10-16T02:41:27.505" v="0" actId="478"/>
          <ac:spMkLst>
            <pc:docMk/>
            <pc:sldMk cId="0" sldId="264"/>
            <ac:spMk id="28" creationId="{00000000-0000-0000-0000-000000000000}"/>
          </ac:spMkLst>
        </pc:spChg>
        <pc:spChg chg="del">
          <ac:chgData name="yuting zheng" userId="00c49f17c780fc61" providerId="LiveId" clId="{49DE0611-F4B8-4172-A0DF-BE29E9B14AD8}" dt="2024-10-16T02:41:27.505" v="0" actId="478"/>
          <ac:spMkLst>
            <pc:docMk/>
            <pc:sldMk cId="0" sldId="264"/>
            <ac:spMk id="29" creationId="{00000000-0000-0000-0000-000000000000}"/>
          </ac:spMkLst>
        </pc:spChg>
        <pc:spChg chg="del">
          <ac:chgData name="yuting zheng" userId="00c49f17c780fc61" providerId="LiveId" clId="{49DE0611-F4B8-4172-A0DF-BE29E9B14AD8}" dt="2024-10-16T02:41:27.505" v="0" actId="478"/>
          <ac:spMkLst>
            <pc:docMk/>
            <pc:sldMk cId="0" sldId="264"/>
            <ac:spMk id="30" creationId="{00000000-0000-0000-0000-000000000000}"/>
          </ac:spMkLst>
        </pc:spChg>
        <pc:spChg chg="del">
          <ac:chgData name="yuting zheng" userId="00c49f17c780fc61" providerId="LiveId" clId="{49DE0611-F4B8-4172-A0DF-BE29E9B14AD8}" dt="2024-10-16T02:41:27.505" v="0" actId="478"/>
          <ac:spMkLst>
            <pc:docMk/>
            <pc:sldMk cId="0" sldId="264"/>
            <ac:spMk id="31" creationId="{00000000-0000-0000-0000-000000000000}"/>
          </ac:spMkLst>
        </pc:spChg>
        <pc:spChg chg="del">
          <ac:chgData name="yuting zheng" userId="00c49f17c780fc61" providerId="LiveId" clId="{49DE0611-F4B8-4172-A0DF-BE29E9B14AD8}" dt="2024-10-16T02:41:27.505" v="0" actId="478"/>
          <ac:spMkLst>
            <pc:docMk/>
            <pc:sldMk cId="0" sldId="264"/>
            <ac:spMk id="32" creationId="{00000000-0000-0000-0000-000000000000}"/>
          </ac:spMkLst>
        </pc:spChg>
        <pc:spChg chg="del">
          <ac:chgData name="yuting zheng" userId="00c49f17c780fc61" providerId="LiveId" clId="{49DE0611-F4B8-4172-A0DF-BE29E9B14AD8}" dt="2024-10-16T02:41:29.431" v="2" actId="478"/>
          <ac:spMkLst>
            <pc:docMk/>
            <pc:sldMk cId="0" sldId="264"/>
            <ac:spMk id="33" creationId="{00000000-0000-0000-0000-000000000000}"/>
          </ac:spMkLst>
        </pc:spChg>
        <pc:spChg chg="del">
          <ac:chgData name="yuting zheng" userId="00c49f17c780fc61" providerId="LiveId" clId="{49DE0611-F4B8-4172-A0DF-BE29E9B14AD8}" dt="2024-10-16T02:41:27.505" v="0" actId="478"/>
          <ac:spMkLst>
            <pc:docMk/>
            <pc:sldMk cId="0" sldId="264"/>
            <ac:spMk id="34" creationId="{00000000-0000-0000-0000-000000000000}"/>
          </ac:spMkLst>
        </pc:spChg>
        <pc:spChg chg="del">
          <ac:chgData name="yuting zheng" userId="00c49f17c780fc61" providerId="LiveId" clId="{49DE0611-F4B8-4172-A0DF-BE29E9B14AD8}" dt="2024-10-16T02:41:27.505" v="0" actId="478"/>
          <ac:spMkLst>
            <pc:docMk/>
            <pc:sldMk cId="0" sldId="264"/>
            <ac:spMk id="36" creationId="{00000000-0000-0000-0000-000000000000}"/>
          </ac:spMkLst>
        </pc:spChg>
        <pc:spChg chg="del">
          <ac:chgData name="yuting zheng" userId="00c49f17c780fc61" providerId="LiveId" clId="{49DE0611-F4B8-4172-A0DF-BE29E9B14AD8}" dt="2024-10-16T02:41:27.505" v="0" actId="478"/>
          <ac:spMkLst>
            <pc:docMk/>
            <pc:sldMk cId="0" sldId="264"/>
            <ac:spMk id="37" creationId="{00000000-0000-0000-0000-000000000000}"/>
          </ac:spMkLst>
        </pc:spChg>
        <pc:spChg chg="del">
          <ac:chgData name="yuting zheng" userId="00c49f17c780fc61" providerId="LiveId" clId="{49DE0611-F4B8-4172-A0DF-BE29E9B14AD8}" dt="2024-10-16T02:41:27.505" v="0" actId="478"/>
          <ac:spMkLst>
            <pc:docMk/>
            <pc:sldMk cId="0" sldId="264"/>
            <ac:spMk id="38" creationId="{00000000-0000-0000-0000-000000000000}"/>
          </ac:spMkLst>
        </pc:spChg>
        <pc:spChg chg="del">
          <ac:chgData name="yuting zheng" userId="00c49f17c780fc61" providerId="LiveId" clId="{49DE0611-F4B8-4172-A0DF-BE29E9B14AD8}" dt="2024-10-16T02:41:27.505" v="0" actId="478"/>
          <ac:spMkLst>
            <pc:docMk/>
            <pc:sldMk cId="0" sldId="264"/>
            <ac:spMk id="39" creationId="{00000000-0000-0000-0000-000000000000}"/>
          </ac:spMkLst>
        </pc:spChg>
        <pc:spChg chg="del">
          <ac:chgData name="yuting zheng" userId="00c49f17c780fc61" providerId="LiveId" clId="{49DE0611-F4B8-4172-A0DF-BE29E9B14AD8}" dt="2024-10-16T02:41:28.953" v="1" actId="478"/>
          <ac:spMkLst>
            <pc:docMk/>
            <pc:sldMk cId="0" sldId="264"/>
            <ac:spMk id="40" creationId="{00000000-0000-0000-0000-000000000000}"/>
          </ac:spMkLst>
        </pc:spChg>
        <pc:spChg chg="del">
          <ac:chgData name="yuting zheng" userId="00c49f17c780fc61" providerId="LiveId" clId="{49DE0611-F4B8-4172-A0DF-BE29E9B14AD8}" dt="2024-10-16T02:41:27.505" v="0" actId="478"/>
          <ac:spMkLst>
            <pc:docMk/>
            <pc:sldMk cId="0" sldId="264"/>
            <ac:spMk id="41" creationId="{00000000-0000-0000-0000-000000000000}"/>
          </ac:spMkLst>
        </pc:spChg>
        <pc:spChg chg="del">
          <ac:chgData name="yuting zheng" userId="00c49f17c780fc61" providerId="LiveId" clId="{49DE0611-F4B8-4172-A0DF-BE29E9B14AD8}" dt="2024-10-16T02:41:27.505" v="0" actId="478"/>
          <ac:spMkLst>
            <pc:docMk/>
            <pc:sldMk cId="0" sldId="264"/>
            <ac:spMk id="44" creationId="{00000000-0000-0000-0000-000000000000}"/>
          </ac:spMkLst>
        </pc:spChg>
        <pc:spChg chg="del">
          <ac:chgData name="yuting zheng" userId="00c49f17c780fc61" providerId="LiveId" clId="{49DE0611-F4B8-4172-A0DF-BE29E9B14AD8}" dt="2024-10-16T02:41:27.505" v="0" actId="478"/>
          <ac:spMkLst>
            <pc:docMk/>
            <pc:sldMk cId="0" sldId="264"/>
            <ac:spMk id="45" creationId="{00000000-0000-0000-0000-000000000000}"/>
          </ac:spMkLst>
        </pc:spChg>
        <pc:spChg chg="del">
          <ac:chgData name="yuting zheng" userId="00c49f17c780fc61" providerId="LiveId" clId="{49DE0611-F4B8-4172-A0DF-BE29E9B14AD8}" dt="2024-10-16T02:41:27.505" v="0" actId="478"/>
          <ac:spMkLst>
            <pc:docMk/>
            <pc:sldMk cId="0" sldId="264"/>
            <ac:spMk id="48" creationId="{00000000-0000-0000-0000-000000000000}"/>
          </ac:spMkLst>
        </pc:spChg>
        <pc:spChg chg="del">
          <ac:chgData name="yuting zheng" userId="00c49f17c780fc61" providerId="LiveId" clId="{49DE0611-F4B8-4172-A0DF-BE29E9B14AD8}" dt="2024-10-16T02:41:27.505" v="0" actId="478"/>
          <ac:spMkLst>
            <pc:docMk/>
            <pc:sldMk cId="0" sldId="264"/>
            <ac:spMk id="49" creationId="{00000000-0000-0000-0000-000000000000}"/>
          </ac:spMkLst>
        </pc:spChg>
        <pc:cxnChg chg="add mod">
          <ac:chgData name="yuting zheng" userId="00c49f17c780fc61" providerId="LiveId" clId="{49DE0611-F4B8-4172-A0DF-BE29E9B14AD8}" dt="2024-10-16T02:42:07.915" v="6" actId="1076"/>
          <ac:cxnSpMkLst>
            <pc:docMk/>
            <pc:sldMk cId="0" sldId="264"/>
            <ac:cxnSpMk id="5" creationId="{F73B89F3-2C38-627C-2FB5-1333766910E7}"/>
          </ac:cxnSpMkLst>
        </pc:cxnChg>
        <pc:cxnChg chg="add mod">
          <ac:chgData name="yuting zheng" userId="00c49f17c780fc61" providerId="LiveId" clId="{49DE0611-F4B8-4172-A0DF-BE29E9B14AD8}" dt="2024-10-16T02:42:07.915" v="6" actId="1076"/>
          <ac:cxnSpMkLst>
            <pc:docMk/>
            <pc:sldMk cId="0" sldId="264"/>
            <ac:cxnSpMk id="12" creationId="{00000000-0000-0000-0000-000000000000}"/>
          </ac:cxnSpMkLst>
        </pc:cxnChg>
      </pc:sldChg>
      <pc:sldChg chg="addSp delSp modSp mod">
        <pc:chgData name="yuting zheng" userId="00c49f17c780fc61" providerId="LiveId" clId="{49DE0611-F4B8-4172-A0DF-BE29E9B14AD8}" dt="2024-10-16T03:15:34.459" v="541" actId="20577"/>
        <pc:sldMkLst>
          <pc:docMk/>
          <pc:sldMk cId="4023903824" sldId="301"/>
        </pc:sldMkLst>
        <pc:spChg chg="mod">
          <ac:chgData name="yuting zheng" userId="00c49f17c780fc61" providerId="LiveId" clId="{49DE0611-F4B8-4172-A0DF-BE29E9B14AD8}" dt="2024-10-16T03:15:34.459" v="541" actId="20577"/>
          <ac:spMkLst>
            <pc:docMk/>
            <pc:sldMk cId="4023903824" sldId="301"/>
            <ac:spMk id="2" creationId="{B1D08BC3-BB1C-628D-D6AC-D0C467BD7D88}"/>
          </ac:spMkLst>
        </pc:spChg>
        <pc:spChg chg="add mod">
          <ac:chgData name="yuting zheng" userId="00c49f17c780fc61" providerId="LiveId" clId="{49DE0611-F4B8-4172-A0DF-BE29E9B14AD8}" dt="2024-10-16T03:00:59.764" v="228" actId="11"/>
          <ac:spMkLst>
            <pc:docMk/>
            <pc:sldMk cId="4023903824" sldId="301"/>
            <ac:spMk id="6" creationId="{147449E6-56BA-1FB5-1BFC-AB1638C82440}"/>
          </ac:spMkLst>
        </pc:spChg>
        <pc:spChg chg="add">
          <ac:chgData name="yuting zheng" userId="00c49f17c780fc61" providerId="LiveId" clId="{49DE0611-F4B8-4172-A0DF-BE29E9B14AD8}" dt="2024-10-16T03:02:06.485" v="257"/>
          <ac:spMkLst>
            <pc:docMk/>
            <pc:sldMk cId="4023903824" sldId="301"/>
            <ac:spMk id="7" creationId="{150CCE85-5EC5-6ACA-49EF-EA61708B14DB}"/>
          </ac:spMkLst>
        </pc:spChg>
        <pc:spChg chg="add del mod">
          <ac:chgData name="yuting zheng" userId="00c49f17c780fc61" providerId="LiveId" clId="{49DE0611-F4B8-4172-A0DF-BE29E9B14AD8}" dt="2024-10-16T03:03:36.169" v="299"/>
          <ac:spMkLst>
            <pc:docMk/>
            <pc:sldMk cId="4023903824" sldId="301"/>
            <ac:spMk id="8" creationId="{81DDD389-C97E-20E9-2DBF-537AC717523D}"/>
          </ac:spMkLst>
        </pc:spChg>
        <pc:spChg chg="del mod">
          <ac:chgData name="yuting zheng" userId="00c49f17c780fc61" providerId="LiveId" clId="{49DE0611-F4B8-4172-A0DF-BE29E9B14AD8}" dt="2024-10-16T02:54:53.614" v="214"/>
          <ac:spMkLst>
            <pc:docMk/>
            <pc:sldMk cId="4023903824" sldId="301"/>
            <ac:spMk id="10" creationId="{FC992BC3-6504-06E3-A41C-46CA88370BF8}"/>
          </ac:spMkLst>
        </pc:spChg>
        <pc:spChg chg="mod">
          <ac:chgData name="yuting zheng" userId="00c49f17c780fc61" providerId="LiveId" clId="{49DE0611-F4B8-4172-A0DF-BE29E9B14AD8}" dt="2024-10-16T03:00:28.437" v="216" actId="20577"/>
          <ac:spMkLst>
            <pc:docMk/>
            <pc:sldMk cId="4023903824" sldId="301"/>
            <ac:spMk id="11" creationId="{CDF4DBC2-F096-3D48-E9B3-7B80E9C3CEF6}"/>
          </ac:spMkLst>
        </pc:spChg>
        <pc:cxnChg chg="mod">
          <ac:chgData name="yuting zheng" userId="00c49f17c780fc61" providerId="LiveId" clId="{49DE0611-F4B8-4172-A0DF-BE29E9B14AD8}" dt="2024-10-16T03:02:12.140" v="260" actId="1076"/>
          <ac:cxnSpMkLst>
            <pc:docMk/>
            <pc:sldMk cId="4023903824" sldId="301"/>
            <ac:cxnSpMk id="17" creationId="{D893178C-5358-EAF0-087D-2E7DAD694E43}"/>
          </ac:cxnSpMkLst>
        </pc:cxnChg>
      </pc:sldChg>
      <pc:sldChg chg="addSp modSp mod">
        <pc:chgData name="yuting zheng" userId="00c49f17c780fc61" providerId="LiveId" clId="{49DE0611-F4B8-4172-A0DF-BE29E9B14AD8}" dt="2024-10-16T03:19:44.806" v="637" actId="108"/>
        <pc:sldMkLst>
          <pc:docMk/>
          <pc:sldMk cId="3389344360" sldId="302"/>
        </pc:sldMkLst>
        <pc:spChg chg="mod">
          <ac:chgData name="yuting zheng" userId="00c49f17c780fc61" providerId="LiveId" clId="{49DE0611-F4B8-4172-A0DF-BE29E9B14AD8}" dt="2024-10-16T03:19:40.451" v="634" actId="108"/>
          <ac:spMkLst>
            <pc:docMk/>
            <pc:sldMk cId="3389344360" sldId="302"/>
            <ac:spMk id="2" creationId="{D6426E4F-8296-0347-5BEA-736496A8A5C4}"/>
          </ac:spMkLst>
        </pc:spChg>
        <pc:spChg chg="add mod">
          <ac:chgData name="yuting zheng" userId="00c49f17c780fc61" providerId="LiveId" clId="{49DE0611-F4B8-4172-A0DF-BE29E9B14AD8}" dt="2024-10-16T03:17:37.441" v="600" actId="20577"/>
          <ac:spMkLst>
            <pc:docMk/>
            <pc:sldMk cId="3389344360" sldId="302"/>
            <ac:spMk id="5" creationId="{D40072BE-355C-58A5-5D53-1B4E22DF3D22}"/>
          </ac:spMkLst>
        </pc:spChg>
        <pc:spChg chg="mod">
          <ac:chgData name="yuting zheng" userId="00c49f17c780fc61" providerId="LiveId" clId="{49DE0611-F4B8-4172-A0DF-BE29E9B14AD8}" dt="2024-10-16T03:19:44.806" v="637" actId="108"/>
          <ac:spMkLst>
            <pc:docMk/>
            <pc:sldMk cId="3389344360" sldId="302"/>
            <ac:spMk id="10" creationId="{206CFC1A-F826-DC6D-156D-2BC1F22A32D4}"/>
          </ac:spMkLst>
        </pc:spChg>
        <pc:spChg chg="mod">
          <ac:chgData name="yuting zheng" userId="00c49f17c780fc61" providerId="LiveId" clId="{49DE0611-F4B8-4172-A0DF-BE29E9B14AD8}" dt="2024-10-16T03:13:21.213" v="456" actId="108"/>
          <ac:spMkLst>
            <pc:docMk/>
            <pc:sldMk cId="3389344360" sldId="302"/>
            <ac:spMk id="11" creationId="{F7C27179-B966-9B69-8FA9-7B0E808E3C67}"/>
          </ac:spMkLst>
        </pc:spChg>
      </pc:sldChg>
      <pc:sldChg chg="addSp modSp add mod ord">
        <pc:chgData name="yuting zheng" userId="00c49f17c780fc61" providerId="LiveId" clId="{49DE0611-F4B8-4172-A0DF-BE29E9B14AD8}" dt="2024-10-16T02:49:29.860" v="158" actId="1076"/>
        <pc:sldMkLst>
          <pc:docMk/>
          <pc:sldMk cId="3366771709" sldId="303"/>
        </pc:sldMkLst>
        <pc:spChg chg="mod">
          <ac:chgData name="yuting zheng" userId="00c49f17c780fc61" providerId="LiveId" clId="{49DE0611-F4B8-4172-A0DF-BE29E9B14AD8}" dt="2024-10-16T02:49:29.860" v="158" actId="1076"/>
          <ac:spMkLst>
            <pc:docMk/>
            <pc:sldMk cId="3366771709" sldId="303"/>
            <ac:spMk id="2" creationId="{6F9D0718-8D49-7F48-D049-B8E0A609AF22}"/>
          </ac:spMkLst>
        </pc:spChg>
        <pc:spChg chg="mod">
          <ac:chgData name="yuting zheng" userId="00c49f17c780fc61" providerId="LiveId" clId="{49DE0611-F4B8-4172-A0DF-BE29E9B14AD8}" dt="2024-10-16T02:49:29.860" v="158" actId="1076"/>
          <ac:spMkLst>
            <pc:docMk/>
            <pc:sldMk cId="3366771709" sldId="303"/>
            <ac:spMk id="3" creationId="{5304418B-6925-29B1-3B27-270323FFB6F3}"/>
          </ac:spMkLst>
        </pc:spChg>
        <pc:spChg chg="add mod">
          <ac:chgData name="yuting zheng" userId="00c49f17c780fc61" providerId="LiveId" clId="{49DE0611-F4B8-4172-A0DF-BE29E9B14AD8}" dt="2024-10-16T02:49:29.860" v="158" actId="1076"/>
          <ac:spMkLst>
            <pc:docMk/>
            <pc:sldMk cId="3366771709" sldId="303"/>
            <ac:spMk id="4" creationId="{00000000-0000-0000-0000-000000000000}"/>
          </ac:spMkLst>
        </pc:spChg>
        <pc:spChg chg="mod">
          <ac:chgData name="yuting zheng" userId="00c49f17c780fc61" providerId="LiveId" clId="{49DE0611-F4B8-4172-A0DF-BE29E9B14AD8}" dt="2024-10-16T02:49:29.860" v="158" actId="1076"/>
          <ac:spMkLst>
            <pc:docMk/>
            <pc:sldMk cId="3366771709" sldId="303"/>
            <ac:spMk id="7" creationId="{9BB35B67-ED41-AAF2-6E23-290C981823B4}"/>
          </ac:spMkLst>
        </pc:spChg>
        <pc:spChg chg="add mod">
          <ac:chgData name="yuting zheng" userId="00c49f17c780fc61" providerId="LiveId" clId="{49DE0611-F4B8-4172-A0DF-BE29E9B14AD8}" dt="2024-10-16T02:49:29.860" v="158" actId="1076"/>
          <ac:spMkLst>
            <pc:docMk/>
            <pc:sldMk cId="3366771709" sldId="303"/>
            <ac:spMk id="8" creationId="{9BB35B67-ED41-AAF2-6E23-290C981823B4}"/>
          </ac:spMkLst>
        </pc:spChg>
        <pc:spChg chg="mod">
          <ac:chgData name="yuting zheng" userId="00c49f17c780fc61" providerId="LiveId" clId="{49DE0611-F4B8-4172-A0DF-BE29E9B14AD8}" dt="2024-10-16T02:49:29.860" v="158" actId="1076"/>
          <ac:spMkLst>
            <pc:docMk/>
            <pc:sldMk cId="3366771709" sldId="303"/>
            <ac:spMk id="10" creationId="{00000000-0000-0000-0000-000000000000}"/>
          </ac:spMkLst>
        </pc:spChg>
        <pc:spChg chg="mod">
          <ac:chgData name="yuting zheng" userId="00c49f17c780fc61" providerId="LiveId" clId="{49DE0611-F4B8-4172-A0DF-BE29E9B14AD8}" dt="2024-10-16T02:49:29.860" v="158" actId="1076"/>
          <ac:spMkLst>
            <pc:docMk/>
            <pc:sldMk cId="3366771709" sldId="303"/>
            <ac:spMk id="53" creationId="{00000000-0000-0000-0000-000000000000}"/>
          </ac:spMkLst>
        </pc:spChg>
        <pc:cxnChg chg="mod">
          <ac:chgData name="yuting zheng" userId="00c49f17c780fc61" providerId="LiveId" clId="{49DE0611-F4B8-4172-A0DF-BE29E9B14AD8}" dt="2024-10-16T02:49:29.860" v="158" actId="1076"/>
          <ac:cxnSpMkLst>
            <pc:docMk/>
            <pc:sldMk cId="3366771709" sldId="303"/>
            <ac:cxnSpMk id="5" creationId="{F73B89F3-2C38-627C-2FB5-1333766910E7}"/>
          </ac:cxnSpMkLst>
        </pc:cxnChg>
        <pc:cxnChg chg="add mod">
          <ac:chgData name="yuting zheng" userId="00c49f17c780fc61" providerId="LiveId" clId="{49DE0611-F4B8-4172-A0DF-BE29E9B14AD8}" dt="2024-10-16T02:49:29.860" v="158" actId="1076"/>
          <ac:cxnSpMkLst>
            <pc:docMk/>
            <pc:sldMk cId="3366771709" sldId="303"/>
            <ac:cxnSpMk id="6" creationId="{00000000-0000-0000-0000-000000000000}"/>
          </ac:cxnSpMkLst>
        </pc:cxnChg>
        <pc:cxnChg chg="mod">
          <ac:chgData name="yuting zheng" userId="00c49f17c780fc61" providerId="LiveId" clId="{49DE0611-F4B8-4172-A0DF-BE29E9B14AD8}" dt="2024-10-16T02:49:29.860" v="158" actId="1076"/>
          <ac:cxnSpMkLst>
            <pc:docMk/>
            <pc:sldMk cId="3366771709" sldId="303"/>
            <ac:cxnSpMk id="12" creationId="{00000000-0000-0000-0000-000000000000}"/>
          </ac:cxnSpMkLst>
        </pc:cxnChg>
      </pc:sldChg>
      <pc:sldChg chg="delSp add del mod">
        <pc:chgData name="yuting zheng" userId="00c49f17c780fc61" providerId="LiveId" clId="{49DE0611-F4B8-4172-A0DF-BE29E9B14AD8}" dt="2024-10-16T02:42:20.050" v="9" actId="2696"/>
        <pc:sldMkLst>
          <pc:docMk/>
          <pc:sldMk cId="3473603116" sldId="303"/>
        </pc:sldMkLst>
        <pc:spChg chg="del">
          <ac:chgData name="yuting zheng" userId="00c49f17c780fc61" providerId="LiveId" clId="{49DE0611-F4B8-4172-A0DF-BE29E9B14AD8}" dt="2024-10-16T02:42:00.907" v="4" actId="21"/>
          <ac:spMkLst>
            <pc:docMk/>
            <pc:sldMk cId="3473603116" sldId="303"/>
            <ac:spMk id="2" creationId="{6F9D0718-8D49-7F48-D049-B8E0A609AF22}"/>
          </ac:spMkLst>
        </pc:spChg>
        <pc:spChg chg="del">
          <ac:chgData name="yuting zheng" userId="00c49f17c780fc61" providerId="LiveId" clId="{49DE0611-F4B8-4172-A0DF-BE29E9B14AD8}" dt="2024-10-16T02:42:00.907" v="4" actId="21"/>
          <ac:spMkLst>
            <pc:docMk/>
            <pc:sldMk cId="3473603116" sldId="303"/>
            <ac:spMk id="3" creationId="{5304418B-6925-29B1-3B27-270323FFB6F3}"/>
          </ac:spMkLst>
        </pc:spChg>
        <pc:spChg chg="del">
          <ac:chgData name="yuting zheng" userId="00c49f17c780fc61" providerId="LiveId" clId="{49DE0611-F4B8-4172-A0DF-BE29E9B14AD8}" dt="2024-10-16T02:42:00.907" v="4" actId="21"/>
          <ac:spMkLst>
            <pc:docMk/>
            <pc:sldMk cId="3473603116" sldId="303"/>
            <ac:spMk id="10" creationId="{00000000-0000-0000-0000-000000000000}"/>
          </ac:spMkLst>
        </pc:spChg>
        <pc:cxnChg chg="del">
          <ac:chgData name="yuting zheng" userId="00c49f17c780fc61" providerId="LiveId" clId="{49DE0611-F4B8-4172-A0DF-BE29E9B14AD8}" dt="2024-10-16T02:42:00.907" v="4" actId="21"/>
          <ac:cxnSpMkLst>
            <pc:docMk/>
            <pc:sldMk cId="3473603116" sldId="303"/>
            <ac:cxnSpMk id="4" creationId="{F73B89F3-2C38-627C-2FB5-1333766910E7}"/>
          </ac:cxnSpMkLst>
        </pc:cxnChg>
        <pc:cxnChg chg="del">
          <ac:chgData name="yuting zheng" userId="00c49f17c780fc61" providerId="LiveId" clId="{49DE0611-F4B8-4172-A0DF-BE29E9B14AD8}" dt="2024-10-16T02:42:00.907" v="4" actId="21"/>
          <ac:cxnSpMkLst>
            <pc:docMk/>
            <pc:sldMk cId="3473603116" sldId="303"/>
            <ac:cxnSpMk id="12" creationId="{00000000-0000-0000-0000-000000000000}"/>
          </ac:cxnSpMkLst>
        </pc:cxnChg>
      </pc:sldChg>
      <pc:sldChg chg="delSp modSp add mod">
        <pc:chgData name="yuting zheng" userId="00c49f17c780fc61" providerId="LiveId" clId="{49DE0611-F4B8-4172-A0DF-BE29E9B14AD8}" dt="2024-10-16T02:51:11.118" v="187" actId="108"/>
        <pc:sldMkLst>
          <pc:docMk/>
          <pc:sldMk cId="2963764496" sldId="304"/>
        </pc:sldMkLst>
        <pc:spChg chg="mod">
          <ac:chgData name="yuting zheng" userId="00c49f17c780fc61" providerId="LiveId" clId="{49DE0611-F4B8-4172-A0DF-BE29E9B14AD8}" dt="2024-10-16T02:51:11.118" v="187" actId="108"/>
          <ac:spMkLst>
            <pc:docMk/>
            <pc:sldMk cId="2963764496" sldId="304"/>
            <ac:spMk id="2" creationId="{6F9D0718-8D49-7F48-D049-B8E0A609AF22}"/>
          </ac:spMkLst>
        </pc:spChg>
        <pc:spChg chg="mod">
          <ac:chgData name="yuting zheng" userId="00c49f17c780fc61" providerId="LiveId" clId="{49DE0611-F4B8-4172-A0DF-BE29E9B14AD8}" dt="2024-10-16T02:49:40.898" v="159" actId="1076"/>
          <ac:spMkLst>
            <pc:docMk/>
            <pc:sldMk cId="2963764496" sldId="304"/>
            <ac:spMk id="3" creationId="{5304418B-6925-29B1-3B27-270323FFB6F3}"/>
          </ac:spMkLst>
        </pc:spChg>
        <pc:spChg chg="del mod">
          <ac:chgData name="yuting zheng" userId="00c49f17c780fc61" providerId="LiveId" clId="{49DE0611-F4B8-4172-A0DF-BE29E9B14AD8}" dt="2024-10-16T02:49:05.294" v="153" actId="21"/>
          <ac:spMkLst>
            <pc:docMk/>
            <pc:sldMk cId="2963764496" sldId="304"/>
            <ac:spMk id="7" creationId="{9BB35B67-ED41-AAF2-6E23-290C981823B4}"/>
          </ac:spMkLst>
        </pc:spChg>
        <pc:spChg chg="del mod">
          <ac:chgData name="yuting zheng" userId="00c49f17c780fc61" providerId="LiveId" clId="{49DE0611-F4B8-4172-A0DF-BE29E9B14AD8}" dt="2024-10-16T02:49:05.294" v="153" actId="21"/>
          <ac:spMkLst>
            <pc:docMk/>
            <pc:sldMk cId="2963764496" sldId="304"/>
            <ac:spMk id="10" creationId="{00000000-0000-0000-0000-000000000000}"/>
          </ac:spMkLst>
        </pc:spChg>
        <pc:spChg chg="mod">
          <ac:chgData name="yuting zheng" userId="00c49f17c780fc61" providerId="LiveId" clId="{49DE0611-F4B8-4172-A0DF-BE29E9B14AD8}" dt="2024-10-16T02:49:40.898" v="159" actId="1076"/>
          <ac:spMkLst>
            <pc:docMk/>
            <pc:sldMk cId="2963764496" sldId="304"/>
            <ac:spMk id="53" creationId="{00000000-0000-0000-0000-000000000000}"/>
          </ac:spMkLst>
        </pc:spChg>
        <pc:cxnChg chg="mod">
          <ac:chgData name="yuting zheng" userId="00c49f17c780fc61" providerId="LiveId" clId="{49DE0611-F4B8-4172-A0DF-BE29E9B14AD8}" dt="2024-10-16T02:49:40.898" v="159" actId="1076"/>
          <ac:cxnSpMkLst>
            <pc:docMk/>
            <pc:sldMk cId="2963764496" sldId="304"/>
            <ac:cxnSpMk id="5" creationId="{F73B89F3-2C38-627C-2FB5-1333766910E7}"/>
          </ac:cxnSpMkLst>
        </pc:cxnChg>
        <pc:cxnChg chg="del">
          <ac:chgData name="yuting zheng" userId="00c49f17c780fc61" providerId="LiveId" clId="{49DE0611-F4B8-4172-A0DF-BE29E9B14AD8}" dt="2024-10-16T02:49:05.294" v="153" actId="21"/>
          <ac:cxnSpMkLst>
            <pc:docMk/>
            <pc:sldMk cId="2963764496" sldId="304"/>
            <ac:cxnSpMk id="12" creationId="{00000000-0000-0000-0000-000000000000}"/>
          </ac:cxnSpMkLst>
        </pc:cxnChg>
      </pc:sldChg>
      <pc:sldChg chg="modSp add mod">
        <pc:chgData name="yuting zheng" userId="00c49f17c780fc61" providerId="LiveId" clId="{49DE0611-F4B8-4172-A0DF-BE29E9B14AD8}" dt="2024-10-16T03:09:42.431" v="454" actId="108"/>
        <pc:sldMkLst>
          <pc:docMk/>
          <pc:sldMk cId="3940359430" sldId="305"/>
        </pc:sldMkLst>
        <pc:spChg chg="mod">
          <ac:chgData name="yuting zheng" userId="00c49f17c780fc61" providerId="LiveId" clId="{49DE0611-F4B8-4172-A0DF-BE29E9B14AD8}" dt="2024-10-16T03:09:26.713" v="449" actId="20577"/>
          <ac:spMkLst>
            <pc:docMk/>
            <pc:sldMk cId="3940359430" sldId="305"/>
            <ac:spMk id="2" creationId="{B1D08BC3-BB1C-628D-D6AC-D0C467BD7D88}"/>
          </ac:spMkLst>
        </pc:spChg>
        <pc:spChg chg="mod">
          <ac:chgData name="yuting zheng" userId="00c49f17c780fc61" providerId="LiveId" clId="{49DE0611-F4B8-4172-A0DF-BE29E9B14AD8}" dt="2024-10-16T03:09:42.431" v="454" actId="108"/>
          <ac:spMkLst>
            <pc:docMk/>
            <pc:sldMk cId="3940359430" sldId="305"/>
            <ac:spMk id="3" creationId="{9A4702E5-ABE3-E813-0E22-087A22F042FD}"/>
          </ac:spMkLst>
        </pc:spChg>
        <pc:spChg chg="mod">
          <ac:chgData name="yuting zheng" userId="00c49f17c780fc61" providerId="LiveId" clId="{49DE0611-F4B8-4172-A0DF-BE29E9B14AD8}" dt="2024-10-16T03:07:48.978" v="339" actId="108"/>
          <ac:spMkLst>
            <pc:docMk/>
            <pc:sldMk cId="3940359430" sldId="305"/>
            <ac:spMk id="6" creationId="{147449E6-56BA-1FB5-1BFC-AB1638C82440}"/>
          </ac:spMkLst>
        </pc:spChg>
        <pc:spChg chg="mod">
          <ac:chgData name="yuting zheng" userId="00c49f17c780fc61" providerId="LiveId" clId="{49DE0611-F4B8-4172-A0DF-BE29E9B14AD8}" dt="2024-10-16T03:06:58.049" v="331" actId="108"/>
          <ac:spMkLst>
            <pc:docMk/>
            <pc:sldMk cId="3940359430" sldId="305"/>
            <ac:spMk id="11" creationId="{CDF4DBC2-F096-3D48-E9B3-7B80E9C3CEF6}"/>
          </ac:spMkLst>
        </pc:spChg>
      </pc:sldChg>
    </pc:docChg>
  </pc:docChgLst>
  <pc:docChgLst>
    <pc:chgData name="7 Town" userId="f001bd45134943c1" providerId="LiveId" clId="{6E93F4F6-B0BC-4B01-BE77-9B9B01CAAEED}"/>
    <pc:docChg chg="undo custSel addSld delSld modSld sldOrd modSection">
      <pc:chgData name="7 Town" userId="f001bd45134943c1" providerId="LiveId" clId="{6E93F4F6-B0BC-4B01-BE77-9B9B01CAAEED}" dt="2024-10-14T07:04:45.207" v="1103" actId="47"/>
      <pc:docMkLst>
        <pc:docMk/>
      </pc:docMkLst>
      <pc:sldChg chg="delSp modSp mod">
        <pc:chgData name="7 Town" userId="f001bd45134943c1" providerId="LiveId" clId="{6E93F4F6-B0BC-4B01-BE77-9B9B01CAAEED}" dt="2024-10-14T06:47:24.273" v="224" actId="1035"/>
        <pc:sldMkLst>
          <pc:docMk/>
          <pc:sldMk cId="0" sldId="256"/>
        </pc:sldMkLst>
        <pc:spChg chg="mod">
          <ac:chgData name="7 Town" userId="f001bd45134943c1" providerId="LiveId" clId="{6E93F4F6-B0BC-4B01-BE77-9B9B01CAAEED}" dt="2024-10-14T06:44:18.151" v="50" actId="1076"/>
          <ac:spMkLst>
            <pc:docMk/>
            <pc:sldMk cId="0" sldId="256"/>
            <ac:spMk id="5" creationId="{00000000-0000-0000-0000-000000000000}"/>
          </ac:spMkLst>
        </pc:spChg>
        <pc:spChg chg="del">
          <ac:chgData name="7 Town" userId="f001bd45134943c1" providerId="LiveId" clId="{6E93F4F6-B0BC-4B01-BE77-9B9B01CAAEED}" dt="2024-10-14T06:47:15.811" v="151" actId="478"/>
          <ac:spMkLst>
            <pc:docMk/>
            <pc:sldMk cId="0" sldId="256"/>
            <ac:spMk id="6" creationId="{00000000-0000-0000-0000-000000000000}"/>
          </ac:spMkLst>
        </pc:spChg>
        <pc:spChg chg="del">
          <ac:chgData name="7 Town" userId="f001bd45134943c1" providerId="LiveId" clId="{6E93F4F6-B0BC-4B01-BE77-9B9B01CAAEED}" dt="2024-10-14T06:47:15.811" v="151" actId="478"/>
          <ac:spMkLst>
            <pc:docMk/>
            <pc:sldMk cId="0" sldId="256"/>
            <ac:spMk id="7" creationId="{00000000-0000-0000-0000-000000000000}"/>
          </ac:spMkLst>
        </pc:spChg>
        <pc:spChg chg="del">
          <ac:chgData name="7 Town" userId="f001bd45134943c1" providerId="LiveId" clId="{6E93F4F6-B0BC-4B01-BE77-9B9B01CAAEED}" dt="2024-10-14T06:47:15.811" v="151" actId="478"/>
          <ac:spMkLst>
            <pc:docMk/>
            <pc:sldMk cId="0" sldId="256"/>
            <ac:spMk id="8" creationId="{00000000-0000-0000-0000-000000000000}"/>
          </ac:spMkLst>
        </pc:spChg>
        <pc:spChg chg="del">
          <ac:chgData name="7 Town" userId="f001bd45134943c1" providerId="LiveId" clId="{6E93F4F6-B0BC-4B01-BE77-9B9B01CAAEED}" dt="2024-10-14T06:47:15.811" v="151" actId="478"/>
          <ac:spMkLst>
            <pc:docMk/>
            <pc:sldMk cId="0" sldId="256"/>
            <ac:spMk id="9" creationId="{00000000-0000-0000-0000-000000000000}"/>
          </ac:spMkLst>
        </pc:spChg>
        <pc:spChg chg="del">
          <ac:chgData name="7 Town" userId="f001bd45134943c1" providerId="LiveId" clId="{6E93F4F6-B0BC-4B01-BE77-9B9B01CAAEED}" dt="2024-10-14T06:47:15.811" v="151" actId="478"/>
          <ac:spMkLst>
            <pc:docMk/>
            <pc:sldMk cId="0" sldId="256"/>
            <ac:spMk id="10" creationId="{00000000-0000-0000-0000-000000000000}"/>
          </ac:spMkLst>
        </pc:spChg>
        <pc:spChg chg="del">
          <ac:chgData name="7 Town" userId="f001bd45134943c1" providerId="LiveId" clId="{6E93F4F6-B0BC-4B01-BE77-9B9B01CAAEED}" dt="2024-10-14T06:47:15.811" v="151" actId="478"/>
          <ac:spMkLst>
            <pc:docMk/>
            <pc:sldMk cId="0" sldId="256"/>
            <ac:spMk id="11" creationId="{00000000-0000-0000-0000-000000000000}"/>
          </ac:spMkLst>
        </pc:spChg>
        <pc:spChg chg="mod">
          <ac:chgData name="7 Town" userId="f001bd45134943c1" providerId="LiveId" clId="{6E93F4F6-B0BC-4B01-BE77-9B9B01CAAEED}" dt="2024-10-14T06:47:24.273" v="224" actId="1035"/>
          <ac:spMkLst>
            <pc:docMk/>
            <pc:sldMk cId="0" sldId="256"/>
            <ac:spMk id="15" creationId="{00000000-0000-0000-0000-000000000000}"/>
          </ac:spMkLst>
        </pc:spChg>
        <pc:spChg chg="mod">
          <ac:chgData name="7 Town" userId="f001bd45134943c1" providerId="LiveId" clId="{6E93F4F6-B0BC-4B01-BE77-9B9B01CAAEED}" dt="2024-10-14T06:47:24.273" v="224" actId="1035"/>
          <ac:spMkLst>
            <pc:docMk/>
            <pc:sldMk cId="0" sldId="256"/>
            <ac:spMk id="16" creationId="{00000000-0000-0000-0000-000000000000}"/>
          </ac:spMkLst>
        </pc:spChg>
        <pc:spChg chg="mod">
          <ac:chgData name="7 Town" userId="f001bd45134943c1" providerId="LiveId" clId="{6E93F4F6-B0BC-4B01-BE77-9B9B01CAAEED}" dt="2024-10-14T06:47:24.273" v="224" actId="1035"/>
          <ac:spMkLst>
            <pc:docMk/>
            <pc:sldMk cId="0" sldId="256"/>
            <ac:spMk id="17" creationId="{00000000-0000-0000-0000-000000000000}"/>
          </ac:spMkLst>
        </pc:spChg>
        <pc:spChg chg="mod">
          <ac:chgData name="7 Town" userId="f001bd45134943c1" providerId="LiveId" clId="{6E93F4F6-B0BC-4B01-BE77-9B9B01CAAEED}" dt="2024-10-14T06:47:24.273" v="224" actId="1035"/>
          <ac:spMkLst>
            <pc:docMk/>
            <pc:sldMk cId="0" sldId="256"/>
            <ac:spMk id="34" creationId="{00000000-0000-0000-0000-000000000000}"/>
          </ac:spMkLst>
        </pc:spChg>
        <pc:picChg chg="mod">
          <ac:chgData name="7 Town" userId="f001bd45134943c1" providerId="LiveId" clId="{6E93F4F6-B0BC-4B01-BE77-9B9B01CAAEED}" dt="2024-10-14T06:47:24.273" v="224" actId="1035"/>
          <ac:picMkLst>
            <pc:docMk/>
            <pc:sldMk cId="0" sldId="256"/>
            <ac:picMk id="14" creationId="{00000000-0000-0000-0000-000000000000}"/>
          </ac:picMkLst>
        </pc:picChg>
        <pc:cxnChg chg="mod">
          <ac:chgData name="7 Town" userId="f001bd45134943c1" providerId="LiveId" clId="{6E93F4F6-B0BC-4B01-BE77-9B9B01CAAEED}" dt="2024-10-14T06:47:24.273" v="224" actId="1035"/>
          <ac:cxnSpMkLst>
            <pc:docMk/>
            <pc:sldMk cId="0" sldId="256"/>
            <ac:cxnSpMk id="30" creationId="{00000000-0000-0000-0000-000000000000}"/>
          </ac:cxnSpMkLst>
        </pc:cxnChg>
      </pc:sldChg>
      <pc:sldChg chg="addSp delSp modSp mod">
        <pc:chgData name="7 Town" userId="f001bd45134943c1" providerId="LiveId" clId="{6E93F4F6-B0BC-4B01-BE77-9B9B01CAAEED}" dt="2024-10-14T07:02:18.887" v="1083" actId="1036"/>
        <pc:sldMkLst>
          <pc:docMk/>
          <pc:sldMk cId="0" sldId="257"/>
        </pc:sldMkLst>
        <pc:spChg chg="add mod">
          <ac:chgData name="7 Town" userId="f001bd45134943c1" providerId="LiveId" clId="{6E93F4F6-B0BC-4B01-BE77-9B9B01CAAEED}" dt="2024-10-14T07:02:12.449" v="1062" actId="1036"/>
          <ac:spMkLst>
            <pc:docMk/>
            <pc:sldMk cId="0" sldId="257"/>
            <ac:spMk id="4" creationId="{C9EEF9FB-C9D5-9266-7E6B-3A1DD6A920C6}"/>
          </ac:spMkLst>
        </pc:spChg>
        <pc:spChg chg="add mod">
          <ac:chgData name="7 Town" userId="f001bd45134943c1" providerId="LiveId" clId="{6E93F4F6-B0BC-4B01-BE77-9B9B01CAAEED}" dt="2024-10-14T07:02:18.887" v="1083" actId="1036"/>
          <ac:spMkLst>
            <pc:docMk/>
            <pc:sldMk cId="0" sldId="257"/>
            <ac:spMk id="5" creationId="{B27B92D3-414D-A7F6-9BCA-7B59DF14343B}"/>
          </ac:spMkLst>
        </pc:spChg>
        <pc:spChg chg="add mod">
          <ac:chgData name="7 Town" userId="f001bd45134943c1" providerId="LiveId" clId="{6E93F4F6-B0BC-4B01-BE77-9B9B01CAAEED}" dt="2024-10-14T06:55:32.351" v="917" actId="1038"/>
          <ac:spMkLst>
            <pc:docMk/>
            <pc:sldMk cId="0" sldId="257"/>
            <ac:spMk id="6" creationId="{B3D8EAB1-EE61-E053-C989-F95F6E74F818}"/>
          </ac:spMkLst>
        </pc:spChg>
        <pc:spChg chg="add mod">
          <ac:chgData name="7 Town" userId="f001bd45134943c1" providerId="LiveId" clId="{6E93F4F6-B0BC-4B01-BE77-9B9B01CAAEED}" dt="2024-10-14T07:02:12.449" v="1062" actId="1036"/>
          <ac:spMkLst>
            <pc:docMk/>
            <pc:sldMk cId="0" sldId="257"/>
            <ac:spMk id="7" creationId="{1EB7FF0A-DD2B-1D38-A3BE-46B7179C3B17}"/>
          </ac:spMkLst>
        </pc:spChg>
        <pc:spChg chg="add mod">
          <ac:chgData name="7 Town" userId="f001bd45134943c1" providerId="LiveId" clId="{6E93F4F6-B0BC-4B01-BE77-9B9B01CAAEED}" dt="2024-10-14T07:02:18.887" v="1083" actId="1036"/>
          <ac:spMkLst>
            <pc:docMk/>
            <pc:sldMk cId="0" sldId="257"/>
            <ac:spMk id="8" creationId="{F5005FE2-C215-0136-622A-75348B0F1639}"/>
          </ac:spMkLst>
        </pc:spChg>
        <pc:spChg chg="add del mod">
          <ac:chgData name="7 Town" userId="f001bd45134943c1" providerId="LiveId" clId="{6E93F4F6-B0BC-4B01-BE77-9B9B01CAAEED}" dt="2024-10-14T06:54:49.874" v="831" actId="478"/>
          <ac:spMkLst>
            <pc:docMk/>
            <pc:sldMk cId="0" sldId="257"/>
            <ac:spMk id="9" creationId="{9EB6E367-D5D9-4DB3-29C1-DC53765552EF}"/>
          </ac:spMkLst>
        </pc:spChg>
        <pc:spChg chg="add del mod">
          <ac:chgData name="7 Town" userId="f001bd45134943c1" providerId="LiveId" clId="{6E93F4F6-B0BC-4B01-BE77-9B9B01CAAEED}" dt="2024-10-14T06:54:49.874" v="831" actId="478"/>
          <ac:spMkLst>
            <pc:docMk/>
            <pc:sldMk cId="0" sldId="257"/>
            <ac:spMk id="10" creationId="{8D612BE4-6ADE-8F65-C95B-C1B37DEFDC8F}"/>
          </ac:spMkLst>
        </pc:spChg>
        <pc:spChg chg="add del mod">
          <ac:chgData name="7 Town" userId="f001bd45134943c1" providerId="LiveId" clId="{6E93F4F6-B0BC-4B01-BE77-9B9B01CAAEED}" dt="2024-10-14T07:01:50.539" v="1027" actId="478"/>
          <ac:spMkLst>
            <pc:docMk/>
            <pc:sldMk cId="0" sldId="257"/>
            <ac:spMk id="11" creationId="{E6724887-7F59-DD77-53A4-CF373686531D}"/>
          </ac:spMkLst>
        </pc:spChg>
        <pc:spChg chg="add mod">
          <ac:chgData name="7 Town" userId="f001bd45134943c1" providerId="LiveId" clId="{6E93F4F6-B0BC-4B01-BE77-9B9B01CAAEED}" dt="2024-10-14T07:01:27.773" v="1010"/>
          <ac:spMkLst>
            <pc:docMk/>
            <pc:sldMk cId="0" sldId="257"/>
            <ac:spMk id="12" creationId="{CE4890A7-17A5-21ED-7B74-86B1BF30EB9C}"/>
          </ac:spMkLst>
        </pc:spChg>
        <pc:spChg chg="add del mod">
          <ac:chgData name="7 Town" userId="f001bd45134943c1" providerId="LiveId" clId="{6E93F4F6-B0BC-4B01-BE77-9B9B01CAAEED}" dt="2024-10-14T07:01:50.539" v="1027" actId="478"/>
          <ac:spMkLst>
            <pc:docMk/>
            <pc:sldMk cId="0" sldId="257"/>
            <ac:spMk id="13" creationId="{B07E7E85-F27F-4CA7-5D7B-59F450230E08}"/>
          </ac:spMkLst>
        </pc:spChg>
        <pc:spChg chg="mod">
          <ac:chgData name="7 Town" userId="f001bd45134943c1" providerId="LiveId" clId="{6E93F4F6-B0BC-4B01-BE77-9B9B01CAAEED}" dt="2024-10-14T06:55:22.250" v="872" actId="1038"/>
          <ac:spMkLst>
            <pc:docMk/>
            <pc:sldMk cId="0" sldId="257"/>
            <ac:spMk id="31" creationId="{00000000-0000-0000-0000-000000000000}"/>
          </ac:spMkLst>
        </pc:spChg>
        <pc:spChg chg="mod">
          <ac:chgData name="7 Town" userId="f001bd45134943c1" providerId="LiveId" clId="{6E93F4F6-B0BC-4B01-BE77-9B9B01CAAEED}" dt="2024-10-14T06:55:22.250" v="872" actId="1038"/>
          <ac:spMkLst>
            <pc:docMk/>
            <pc:sldMk cId="0" sldId="257"/>
            <ac:spMk id="33" creationId="{00000000-0000-0000-0000-000000000000}"/>
          </ac:spMkLst>
        </pc:spChg>
        <pc:spChg chg="mod">
          <ac:chgData name="7 Town" userId="f001bd45134943c1" providerId="LiveId" clId="{6E93F4F6-B0BC-4B01-BE77-9B9B01CAAEED}" dt="2024-10-14T07:02:12.449" v="1062" actId="1036"/>
          <ac:spMkLst>
            <pc:docMk/>
            <pc:sldMk cId="0" sldId="257"/>
            <ac:spMk id="46" creationId="{00000000-0000-0000-0000-000000000000}"/>
          </ac:spMkLst>
        </pc:spChg>
        <pc:spChg chg="mod">
          <ac:chgData name="7 Town" userId="f001bd45134943c1" providerId="LiveId" clId="{6E93F4F6-B0BC-4B01-BE77-9B9B01CAAEED}" dt="2024-10-14T07:02:12.449" v="1062" actId="1036"/>
          <ac:spMkLst>
            <pc:docMk/>
            <pc:sldMk cId="0" sldId="257"/>
            <ac:spMk id="47" creationId="{00000000-0000-0000-0000-000000000000}"/>
          </ac:spMkLst>
        </pc:spChg>
        <pc:spChg chg="mod">
          <ac:chgData name="7 Town" userId="f001bd45134943c1" providerId="LiveId" clId="{6E93F4F6-B0BC-4B01-BE77-9B9B01CAAEED}" dt="2024-10-14T07:02:18.887" v="1083" actId="1036"/>
          <ac:spMkLst>
            <pc:docMk/>
            <pc:sldMk cId="0" sldId="257"/>
            <ac:spMk id="49" creationId="{00000000-0000-0000-0000-000000000000}"/>
          </ac:spMkLst>
        </pc:spChg>
        <pc:spChg chg="mod">
          <ac:chgData name="7 Town" userId="f001bd45134943c1" providerId="LiveId" clId="{6E93F4F6-B0BC-4B01-BE77-9B9B01CAAEED}" dt="2024-10-14T07:02:18.887" v="1083" actId="1036"/>
          <ac:spMkLst>
            <pc:docMk/>
            <pc:sldMk cId="0" sldId="257"/>
            <ac:spMk id="50" creationId="{00000000-0000-0000-0000-000000000000}"/>
          </ac:spMkLst>
        </pc:spChg>
        <pc:spChg chg="mod">
          <ac:chgData name="7 Town" userId="f001bd45134943c1" providerId="LiveId" clId="{6E93F4F6-B0BC-4B01-BE77-9B9B01CAAEED}" dt="2024-10-14T06:55:32.351" v="917" actId="1038"/>
          <ac:spMkLst>
            <pc:docMk/>
            <pc:sldMk cId="0" sldId="257"/>
            <ac:spMk id="53" creationId="{00000000-0000-0000-0000-000000000000}"/>
          </ac:spMkLst>
        </pc:spChg>
        <pc:spChg chg="del">
          <ac:chgData name="7 Town" userId="f001bd45134943c1" providerId="LiveId" clId="{6E93F4F6-B0BC-4B01-BE77-9B9B01CAAEED}" dt="2024-10-14T06:50:43.119" v="289" actId="478"/>
          <ac:spMkLst>
            <pc:docMk/>
            <pc:sldMk cId="0" sldId="257"/>
            <ac:spMk id="54" creationId="{00000000-0000-0000-0000-000000000000}"/>
          </ac:spMkLst>
        </pc:spChg>
      </pc:sldChg>
      <pc:sldChg chg="addSp delSp del mod">
        <pc:chgData name="7 Town" userId="f001bd45134943c1" providerId="LiveId" clId="{6E93F4F6-B0BC-4B01-BE77-9B9B01CAAEED}" dt="2024-10-14T07:04:45.207" v="1103" actId="47"/>
        <pc:sldMkLst>
          <pc:docMk/>
          <pc:sldMk cId="0" sldId="258"/>
        </pc:sldMkLst>
        <pc:spChg chg="add del">
          <ac:chgData name="7 Town" userId="f001bd45134943c1" providerId="LiveId" clId="{6E93F4F6-B0BC-4B01-BE77-9B9B01CAAEED}" dt="2024-10-14T07:02:48.697" v="1087" actId="478"/>
          <ac:spMkLst>
            <pc:docMk/>
            <pc:sldMk cId="0" sldId="258"/>
            <ac:spMk id="31" creationId="{00000000-0000-0000-0000-000000000000}"/>
          </ac:spMkLst>
        </pc:spChg>
        <pc:spChg chg="add del">
          <ac:chgData name="7 Town" userId="f001bd45134943c1" providerId="LiveId" clId="{6E93F4F6-B0BC-4B01-BE77-9B9B01CAAEED}" dt="2024-10-14T07:02:48.697" v="1087" actId="478"/>
          <ac:spMkLst>
            <pc:docMk/>
            <pc:sldMk cId="0" sldId="258"/>
            <ac:spMk id="33" creationId="{00000000-0000-0000-0000-000000000000}"/>
          </ac:spMkLst>
        </pc:spChg>
        <pc:spChg chg="add del">
          <ac:chgData name="7 Town" userId="f001bd45134943c1" providerId="LiveId" clId="{6E93F4F6-B0BC-4B01-BE77-9B9B01CAAEED}" dt="2024-10-14T07:02:48.697" v="1087" actId="478"/>
          <ac:spMkLst>
            <pc:docMk/>
            <pc:sldMk cId="0" sldId="258"/>
            <ac:spMk id="46" creationId="{00000000-0000-0000-0000-000000000000}"/>
          </ac:spMkLst>
        </pc:spChg>
        <pc:spChg chg="add del">
          <ac:chgData name="7 Town" userId="f001bd45134943c1" providerId="LiveId" clId="{6E93F4F6-B0BC-4B01-BE77-9B9B01CAAEED}" dt="2024-10-14T07:02:48.697" v="1087" actId="478"/>
          <ac:spMkLst>
            <pc:docMk/>
            <pc:sldMk cId="0" sldId="258"/>
            <ac:spMk id="47" creationId="{00000000-0000-0000-0000-000000000000}"/>
          </ac:spMkLst>
        </pc:spChg>
        <pc:spChg chg="add del">
          <ac:chgData name="7 Town" userId="f001bd45134943c1" providerId="LiveId" clId="{6E93F4F6-B0BC-4B01-BE77-9B9B01CAAEED}" dt="2024-10-14T07:02:48.697" v="1087" actId="478"/>
          <ac:spMkLst>
            <pc:docMk/>
            <pc:sldMk cId="0" sldId="258"/>
            <ac:spMk id="49" creationId="{00000000-0000-0000-0000-000000000000}"/>
          </ac:spMkLst>
        </pc:spChg>
        <pc:spChg chg="add del">
          <ac:chgData name="7 Town" userId="f001bd45134943c1" providerId="LiveId" clId="{6E93F4F6-B0BC-4B01-BE77-9B9B01CAAEED}" dt="2024-10-14T07:02:48.697" v="1087" actId="478"/>
          <ac:spMkLst>
            <pc:docMk/>
            <pc:sldMk cId="0" sldId="258"/>
            <ac:spMk id="50" creationId="{00000000-0000-0000-0000-000000000000}"/>
          </ac:spMkLst>
        </pc:spChg>
        <pc:spChg chg="add del">
          <ac:chgData name="7 Town" userId="f001bd45134943c1" providerId="LiveId" clId="{6E93F4F6-B0BC-4B01-BE77-9B9B01CAAEED}" dt="2024-10-14T07:02:48.697" v="1087" actId="478"/>
          <ac:spMkLst>
            <pc:docMk/>
            <pc:sldMk cId="0" sldId="258"/>
            <ac:spMk id="53" creationId="{00000000-0000-0000-0000-000000000000}"/>
          </ac:spMkLst>
        </pc:spChg>
        <pc:spChg chg="add del">
          <ac:chgData name="7 Town" userId="f001bd45134943c1" providerId="LiveId" clId="{6E93F4F6-B0BC-4B01-BE77-9B9B01CAAEED}" dt="2024-10-14T07:02:48.697" v="1087" actId="478"/>
          <ac:spMkLst>
            <pc:docMk/>
            <pc:sldMk cId="0" sldId="258"/>
            <ac:spMk id="54" creationId="{00000000-0000-0000-0000-000000000000}"/>
          </ac:spMkLst>
        </pc:spChg>
      </pc:sldChg>
      <pc:sldChg chg="addSp delSp modSp add mod ord">
        <pc:chgData name="7 Town" userId="f001bd45134943c1" providerId="LiveId" clId="{6E93F4F6-B0BC-4B01-BE77-9B9B01CAAEED}" dt="2024-10-14T07:04:36.465" v="1102" actId="108"/>
        <pc:sldMkLst>
          <pc:docMk/>
          <pc:sldMk cId="2487724072" sldId="287"/>
        </pc:sldMkLst>
        <pc:spChg chg="add mod">
          <ac:chgData name="7 Town" userId="f001bd45134943c1" providerId="LiveId" clId="{6E93F4F6-B0BC-4B01-BE77-9B9B01CAAEED}" dt="2024-10-14T07:03:04.212" v="1092"/>
          <ac:spMkLst>
            <pc:docMk/>
            <pc:sldMk cId="2487724072" sldId="287"/>
            <ac:spMk id="4" creationId="{34F45FD3-3AE5-E1A6-EF7D-D2D6C7DE2B30}"/>
          </ac:spMkLst>
        </pc:spChg>
        <pc:spChg chg="add mod">
          <ac:chgData name="7 Town" userId="f001bd45134943c1" providerId="LiveId" clId="{6E93F4F6-B0BC-4B01-BE77-9B9B01CAAEED}" dt="2024-10-14T07:03:04.212" v="1092"/>
          <ac:spMkLst>
            <pc:docMk/>
            <pc:sldMk cId="2487724072" sldId="287"/>
            <ac:spMk id="6" creationId="{334F067E-2C82-31EE-8556-226153E8D9C6}"/>
          </ac:spMkLst>
        </pc:spChg>
        <pc:spChg chg="add mod">
          <ac:chgData name="7 Town" userId="f001bd45134943c1" providerId="LiveId" clId="{6E93F4F6-B0BC-4B01-BE77-9B9B01CAAEED}" dt="2024-10-14T07:04:06.238" v="1093" actId="108"/>
          <ac:spMkLst>
            <pc:docMk/>
            <pc:sldMk cId="2487724072" sldId="287"/>
            <ac:spMk id="7" creationId="{FE3145FB-8B80-91BA-2B4B-BFA766B187BE}"/>
          </ac:spMkLst>
        </pc:spChg>
        <pc:spChg chg="add mod">
          <ac:chgData name="7 Town" userId="f001bd45134943c1" providerId="LiveId" clId="{6E93F4F6-B0BC-4B01-BE77-9B9B01CAAEED}" dt="2024-10-14T07:04:33.543" v="1098" actId="108"/>
          <ac:spMkLst>
            <pc:docMk/>
            <pc:sldMk cId="2487724072" sldId="287"/>
            <ac:spMk id="8" creationId="{25A9E502-66EC-0AFC-5383-CF6A38F8F63A}"/>
          </ac:spMkLst>
        </pc:spChg>
        <pc:spChg chg="add mod">
          <ac:chgData name="7 Town" userId="f001bd45134943c1" providerId="LiveId" clId="{6E93F4F6-B0BC-4B01-BE77-9B9B01CAAEED}" dt="2024-10-14T07:04:07.341" v="1094" actId="108"/>
          <ac:spMkLst>
            <pc:docMk/>
            <pc:sldMk cId="2487724072" sldId="287"/>
            <ac:spMk id="9" creationId="{55ADFFA8-384B-C045-4890-75645E8DBC99}"/>
          </ac:spMkLst>
        </pc:spChg>
        <pc:spChg chg="add mod">
          <ac:chgData name="7 Town" userId="f001bd45134943c1" providerId="LiveId" clId="{6E93F4F6-B0BC-4B01-BE77-9B9B01CAAEED}" dt="2024-10-14T07:04:34.301" v="1099" actId="108"/>
          <ac:spMkLst>
            <pc:docMk/>
            <pc:sldMk cId="2487724072" sldId="287"/>
            <ac:spMk id="10" creationId="{F5EF317B-291C-4199-D747-10F3217247F9}"/>
          </ac:spMkLst>
        </pc:spChg>
        <pc:spChg chg="add mod">
          <ac:chgData name="7 Town" userId="f001bd45134943c1" providerId="LiveId" clId="{6E93F4F6-B0BC-4B01-BE77-9B9B01CAAEED}" dt="2024-10-14T07:04:35.143" v="1100" actId="108"/>
          <ac:spMkLst>
            <pc:docMk/>
            <pc:sldMk cId="2487724072" sldId="287"/>
            <ac:spMk id="11" creationId="{0E4FD2E1-98AC-3212-C736-DFC4C814DD25}"/>
          </ac:spMkLst>
        </pc:spChg>
        <pc:spChg chg="add mod">
          <ac:chgData name="7 Town" userId="f001bd45134943c1" providerId="LiveId" clId="{6E93F4F6-B0BC-4B01-BE77-9B9B01CAAEED}" dt="2024-10-14T07:04:35.759" v="1101" actId="108"/>
          <ac:spMkLst>
            <pc:docMk/>
            <pc:sldMk cId="2487724072" sldId="287"/>
            <ac:spMk id="12" creationId="{B6190D0F-5F37-B03C-1BDB-56DF03A1CE06}"/>
          </ac:spMkLst>
        </pc:spChg>
        <pc:spChg chg="add mod">
          <ac:chgData name="7 Town" userId="f001bd45134943c1" providerId="LiveId" clId="{6E93F4F6-B0BC-4B01-BE77-9B9B01CAAEED}" dt="2024-10-14T07:04:36.465" v="1102" actId="108"/>
          <ac:spMkLst>
            <pc:docMk/>
            <pc:sldMk cId="2487724072" sldId="287"/>
            <ac:spMk id="13" creationId="{5F2C4BC4-3CC5-FF71-BBD5-269B76AD47D9}"/>
          </ac:spMkLst>
        </pc:spChg>
        <pc:spChg chg="add mod">
          <ac:chgData name="7 Town" userId="f001bd45134943c1" providerId="LiveId" clId="{6E93F4F6-B0BC-4B01-BE77-9B9B01CAAEED}" dt="2024-10-14T07:04:08.682" v="1096" actId="108"/>
          <ac:spMkLst>
            <pc:docMk/>
            <pc:sldMk cId="2487724072" sldId="287"/>
            <ac:spMk id="14" creationId="{1CF5166D-42A7-3B7F-011D-1067ECDE9DA3}"/>
          </ac:spMkLst>
        </pc:spChg>
        <pc:spChg chg="add mod">
          <ac:chgData name="7 Town" userId="f001bd45134943c1" providerId="LiveId" clId="{6E93F4F6-B0BC-4B01-BE77-9B9B01CAAEED}" dt="2024-10-14T07:04:08.066" v="1095" actId="108"/>
          <ac:spMkLst>
            <pc:docMk/>
            <pc:sldMk cId="2487724072" sldId="287"/>
            <ac:spMk id="15" creationId="{09EBB5B3-B61D-51F3-3B64-B2CD8D55D12D}"/>
          </ac:spMkLst>
        </pc:spChg>
        <pc:spChg chg="add mod">
          <ac:chgData name="7 Town" userId="f001bd45134943c1" providerId="LiveId" clId="{6E93F4F6-B0BC-4B01-BE77-9B9B01CAAEED}" dt="2024-10-14T07:04:09.373" v="1097" actId="108"/>
          <ac:spMkLst>
            <pc:docMk/>
            <pc:sldMk cId="2487724072" sldId="287"/>
            <ac:spMk id="16" creationId="{883DF03C-F910-33B3-FE5F-38307FF1996D}"/>
          </ac:spMkLst>
        </pc:spChg>
        <pc:spChg chg="del">
          <ac:chgData name="7 Town" userId="f001bd45134943c1" providerId="LiveId" clId="{6E93F4F6-B0BC-4B01-BE77-9B9B01CAAEED}" dt="2024-10-14T07:02:57.681" v="1091" actId="478"/>
          <ac:spMkLst>
            <pc:docMk/>
            <pc:sldMk cId="2487724072" sldId="287"/>
            <ac:spMk id="31" creationId="{4D9C07FA-BC33-0102-8D78-79F5DBC54014}"/>
          </ac:spMkLst>
        </pc:spChg>
        <pc:spChg chg="del">
          <ac:chgData name="7 Town" userId="f001bd45134943c1" providerId="LiveId" clId="{6E93F4F6-B0BC-4B01-BE77-9B9B01CAAEED}" dt="2024-10-14T07:02:57.681" v="1091" actId="478"/>
          <ac:spMkLst>
            <pc:docMk/>
            <pc:sldMk cId="2487724072" sldId="287"/>
            <ac:spMk id="33" creationId="{38A51482-1294-F394-D21C-C5B78DA1E6A6}"/>
          </ac:spMkLst>
        </pc:spChg>
        <pc:spChg chg="del">
          <ac:chgData name="7 Town" userId="f001bd45134943c1" providerId="LiveId" clId="{6E93F4F6-B0BC-4B01-BE77-9B9B01CAAEED}" dt="2024-10-14T07:02:57.681" v="1091" actId="478"/>
          <ac:spMkLst>
            <pc:docMk/>
            <pc:sldMk cId="2487724072" sldId="287"/>
            <ac:spMk id="46" creationId="{BED64094-0873-7344-E4A5-9C3F555010A7}"/>
          </ac:spMkLst>
        </pc:spChg>
        <pc:spChg chg="del">
          <ac:chgData name="7 Town" userId="f001bd45134943c1" providerId="LiveId" clId="{6E93F4F6-B0BC-4B01-BE77-9B9B01CAAEED}" dt="2024-10-14T07:02:57.681" v="1091" actId="478"/>
          <ac:spMkLst>
            <pc:docMk/>
            <pc:sldMk cId="2487724072" sldId="287"/>
            <ac:spMk id="47" creationId="{524B7B2D-336B-C008-B3CB-1A18BFC16CA4}"/>
          </ac:spMkLst>
        </pc:spChg>
        <pc:spChg chg="del">
          <ac:chgData name="7 Town" userId="f001bd45134943c1" providerId="LiveId" clId="{6E93F4F6-B0BC-4B01-BE77-9B9B01CAAEED}" dt="2024-10-14T07:02:57.681" v="1091" actId="478"/>
          <ac:spMkLst>
            <pc:docMk/>
            <pc:sldMk cId="2487724072" sldId="287"/>
            <ac:spMk id="49" creationId="{216E8B4E-2889-7D83-5E34-3422C1E867B6}"/>
          </ac:spMkLst>
        </pc:spChg>
        <pc:spChg chg="del">
          <ac:chgData name="7 Town" userId="f001bd45134943c1" providerId="LiveId" clId="{6E93F4F6-B0BC-4B01-BE77-9B9B01CAAEED}" dt="2024-10-14T07:02:57.681" v="1091" actId="478"/>
          <ac:spMkLst>
            <pc:docMk/>
            <pc:sldMk cId="2487724072" sldId="287"/>
            <ac:spMk id="50" creationId="{71125F45-38B1-EF52-C32C-2F449C607217}"/>
          </ac:spMkLst>
        </pc:spChg>
        <pc:spChg chg="del">
          <ac:chgData name="7 Town" userId="f001bd45134943c1" providerId="LiveId" clId="{6E93F4F6-B0BC-4B01-BE77-9B9B01CAAEED}" dt="2024-10-14T07:02:57.681" v="1091" actId="478"/>
          <ac:spMkLst>
            <pc:docMk/>
            <pc:sldMk cId="2487724072" sldId="287"/>
            <ac:spMk id="53" creationId="{25ED9C54-528F-372D-DD80-0F2E3A2FFB22}"/>
          </ac:spMkLst>
        </pc:spChg>
        <pc:spChg chg="del">
          <ac:chgData name="7 Town" userId="f001bd45134943c1" providerId="LiveId" clId="{6E93F4F6-B0BC-4B01-BE77-9B9B01CAAEED}" dt="2024-10-14T07:02:57.681" v="1091" actId="478"/>
          <ac:spMkLst>
            <pc:docMk/>
            <pc:sldMk cId="2487724072" sldId="287"/>
            <ac:spMk id="54" creationId="{D6904602-8532-6473-3C30-B3A80984AE4E}"/>
          </ac:spMkLst>
        </pc:spChg>
      </pc:sldChg>
      <pc:sldChg chg="del">
        <pc:chgData name="7 Town" userId="f001bd45134943c1" providerId="LiveId" clId="{6E93F4F6-B0BC-4B01-BE77-9B9B01CAAEED}" dt="2024-10-14T06:43:34.974" v="1" actId="47"/>
        <pc:sldMkLst>
          <pc:docMk/>
          <pc:sldMk cId="4066450404" sldId="289"/>
        </pc:sldMkLst>
      </pc:sldChg>
      <pc:sldChg chg="del">
        <pc:chgData name="7 Town" userId="f001bd45134943c1" providerId="LiveId" clId="{6E93F4F6-B0BC-4B01-BE77-9B9B01CAAEED}" dt="2024-10-14T06:43:35.784" v="2" actId="47"/>
        <pc:sldMkLst>
          <pc:docMk/>
          <pc:sldMk cId="2128108855" sldId="291"/>
        </pc:sldMkLst>
      </pc:sldChg>
      <pc:sldChg chg="del">
        <pc:chgData name="7 Town" userId="f001bd45134943c1" providerId="LiveId" clId="{6E93F4F6-B0BC-4B01-BE77-9B9B01CAAEED}" dt="2024-10-14T06:43:36.680" v="3" actId="47"/>
        <pc:sldMkLst>
          <pc:docMk/>
          <pc:sldMk cId="3680080282" sldId="292"/>
        </pc:sldMkLst>
      </pc:sldChg>
    </pc:docChg>
  </pc:docChgLst>
  <pc:docChgLst>
    <pc:chgData name="7 Town" userId="f001bd45134943c1" providerId="LiveId" clId="{83CC9F8B-F704-4A6B-AF9F-D920A0D337A6}"/>
    <pc:docChg chg="undo custSel addSld delSld modSld sldOrd modSection">
      <pc:chgData name="7 Town" userId="f001bd45134943c1" providerId="LiveId" clId="{83CC9F8B-F704-4A6B-AF9F-D920A0D337A6}" dt="2024-10-23T05:41:22.931" v="2798" actId="1076"/>
      <pc:docMkLst>
        <pc:docMk/>
      </pc:docMkLst>
      <pc:sldChg chg="addSp delSp modSp add mod">
        <pc:chgData name="7 Town" userId="f001bd45134943c1" providerId="LiveId" clId="{83CC9F8B-F704-4A6B-AF9F-D920A0D337A6}" dt="2024-10-22T14:40:20.363" v="792" actId="20577"/>
        <pc:sldMkLst>
          <pc:docMk/>
          <pc:sldMk cId="0" sldId="263"/>
        </pc:sldMkLst>
        <pc:spChg chg="add mod">
          <ac:chgData name="7 Town" userId="f001bd45134943c1" providerId="LiveId" clId="{83CC9F8B-F704-4A6B-AF9F-D920A0D337A6}" dt="2024-10-22T14:36:33.657" v="714" actId="1076"/>
          <ac:spMkLst>
            <pc:docMk/>
            <pc:sldMk cId="0" sldId="263"/>
            <ac:spMk id="3" creationId="{5B7E0EDD-39E6-14B3-54D7-1E61098F235C}"/>
          </ac:spMkLst>
        </pc:spChg>
        <pc:spChg chg="add mod">
          <ac:chgData name="7 Town" userId="f001bd45134943c1" providerId="LiveId" clId="{83CC9F8B-F704-4A6B-AF9F-D920A0D337A6}" dt="2024-10-22T14:33:51.126" v="655" actId="1076"/>
          <ac:spMkLst>
            <pc:docMk/>
            <pc:sldMk cId="0" sldId="263"/>
            <ac:spMk id="4" creationId="{F03CD199-2F6C-AE91-49C7-F1D48608123E}"/>
          </ac:spMkLst>
        </pc:spChg>
        <pc:spChg chg="add mod ord">
          <ac:chgData name="7 Town" userId="f001bd45134943c1" providerId="LiveId" clId="{83CC9F8B-F704-4A6B-AF9F-D920A0D337A6}" dt="2024-10-22T14:34:45.059" v="663" actId="167"/>
          <ac:spMkLst>
            <pc:docMk/>
            <pc:sldMk cId="0" sldId="263"/>
            <ac:spMk id="5" creationId="{F6BF1348-459C-53A9-DDA3-EF760A6CA399}"/>
          </ac:spMkLst>
        </pc:spChg>
        <pc:spChg chg="add mod">
          <ac:chgData name="7 Town" userId="f001bd45134943c1" providerId="LiveId" clId="{83CC9F8B-F704-4A6B-AF9F-D920A0D337A6}" dt="2024-10-22T14:34:06.009" v="657" actId="1076"/>
          <ac:spMkLst>
            <pc:docMk/>
            <pc:sldMk cId="0" sldId="263"/>
            <ac:spMk id="6" creationId="{1A2AE3B0-944E-6D87-7874-00ACA98E1FE4}"/>
          </ac:spMkLst>
        </pc:spChg>
        <pc:spChg chg="add mod">
          <ac:chgData name="7 Town" userId="f001bd45134943c1" providerId="LiveId" clId="{83CC9F8B-F704-4A6B-AF9F-D920A0D337A6}" dt="2024-10-22T14:37:22.656" v="753" actId="1076"/>
          <ac:spMkLst>
            <pc:docMk/>
            <pc:sldMk cId="0" sldId="263"/>
            <ac:spMk id="7" creationId="{F227E2B3-3D42-C9D1-CB42-F7C9A2C565F6}"/>
          </ac:spMkLst>
        </pc:spChg>
        <pc:spChg chg="add mod">
          <ac:chgData name="7 Town" userId="f001bd45134943c1" providerId="LiveId" clId="{83CC9F8B-F704-4A6B-AF9F-D920A0D337A6}" dt="2024-10-22T14:37:26.081" v="754" actId="1076"/>
          <ac:spMkLst>
            <pc:docMk/>
            <pc:sldMk cId="0" sldId="263"/>
            <ac:spMk id="8" creationId="{27BCC533-A89B-3EF4-09CE-6E08A16F94B2}"/>
          </ac:spMkLst>
        </pc:spChg>
        <pc:spChg chg="add mod">
          <ac:chgData name="7 Town" userId="f001bd45134943c1" providerId="LiveId" clId="{83CC9F8B-F704-4A6B-AF9F-D920A0D337A6}" dt="2024-10-22T14:40:20.363" v="792" actId="20577"/>
          <ac:spMkLst>
            <pc:docMk/>
            <pc:sldMk cId="0" sldId="263"/>
            <ac:spMk id="9" creationId="{71DEE1B6-5AAF-07F8-5E0C-4EEAD64A2AE2}"/>
          </ac:spMkLst>
        </pc:spChg>
        <pc:spChg chg="mod">
          <ac:chgData name="7 Town" userId="f001bd45134943c1" providerId="LiveId" clId="{83CC9F8B-F704-4A6B-AF9F-D920A0D337A6}" dt="2024-10-22T14:40:17.833" v="791" actId="20577"/>
          <ac:spMkLst>
            <pc:docMk/>
            <pc:sldMk cId="0" sldId="263"/>
            <ac:spMk id="10" creationId="{00000000-0000-0000-0000-000000000000}"/>
          </ac:spMkLst>
        </pc:spChg>
        <pc:spChg chg="mod">
          <ac:chgData name="7 Town" userId="f001bd45134943c1" providerId="LiveId" clId="{83CC9F8B-F704-4A6B-AF9F-D920A0D337A6}" dt="2024-10-22T14:39:53.231" v="787" actId="1076"/>
          <ac:spMkLst>
            <pc:docMk/>
            <pc:sldMk cId="0" sldId="263"/>
            <ac:spMk id="11" creationId="{00000000-0000-0000-0000-000000000000}"/>
          </ac:spMkLst>
        </pc:spChg>
        <pc:spChg chg="mod">
          <ac:chgData name="7 Town" userId="f001bd45134943c1" providerId="LiveId" clId="{83CC9F8B-F704-4A6B-AF9F-D920A0D337A6}" dt="2024-10-22T14:27:31.198" v="645" actId="20577"/>
          <ac:spMkLst>
            <pc:docMk/>
            <pc:sldMk cId="0" sldId="263"/>
            <ac:spMk id="22" creationId="{00000000-0000-0000-0000-000000000000}"/>
          </ac:spMkLst>
        </pc:spChg>
        <pc:spChg chg="mod">
          <ac:chgData name="7 Town" userId="f001bd45134943c1" providerId="LiveId" clId="{83CC9F8B-F704-4A6B-AF9F-D920A0D337A6}" dt="2024-10-22T14:18:25.728" v="469" actId="20577"/>
          <ac:spMkLst>
            <pc:docMk/>
            <pc:sldMk cId="0" sldId="263"/>
            <ac:spMk id="23" creationId="{00000000-0000-0000-0000-000000000000}"/>
          </ac:spMkLst>
        </pc:spChg>
        <pc:spChg chg="del">
          <ac:chgData name="7 Town" userId="f001bd45134943c1" providerId="LiveId" clId="{83CC9F8B-F704-4A6B-AF9F-D920A0D337A6}" dt="2024-10-22T14:32:53.199" v="647" actId="478"/>
          <ac:spMkLst>
            <pc:docMk/>
            <pc:sldMk cId="0" sldId="263"/>
            <ac:spMk id="68" creationId="{00000000-0000-0000-0000-000000000000}"/>
          </ac:spMkLst>
        </pc:spChg>
        <pc:spChg chg="del">
          <ac:chgData name="7 Town" userId="f001bd45134943c1" providerId="LiveId" clId="{83CC9F8B-F704-4A6B-AF9F-D920A0D337A6}" dt="2024-10-22T14:19:24.245" v="536" actId="478"/>
          <ac:spMkLst>
            <pc:docMk/>
            <pc:sldMk cId="0" sldId="263"/>
            <ac:spMk id="72" creationId="{00000000-0000-0000-0000-000000000000}"/>
          </ac:spMkLst>
        </pc:spChg>
        <pc:spChg chg="del">
          <ac:chgData name="7 Town" userId="f001bd45134943c1" providerId="LiveId" clId="{83CC9F8B-F704-4A6B-AF9F-D920A0D337A6}" dt="2024-10-22T14:19:24.245" v="536" actId="478"/>
          <ac:spMkLst>
            <pc:docMk/>
            <pc:sldMk cId="0" sldId="263"/>
            <ac:spMk id="73" creationId="{00000000-0000-0000-0000-000000000000}"/>
          </ac:spMkLst>
        </pc:spChg>
        <pc:spChg chg="del mod">
          <ac:chgData name="7 Town" userId="f001bd45134943c1" providerId="LiveId" clId="{83CC9F8B-F704-4A6B-AF9F-D920A0D337A6}" dt="2024-10-22T14:32:54.220" v="648" actId="478"/>
          <ac:spMkLst>
            <pc:docMk/>
            <pc:sldMk cId="0" sldId="263"/>
            <ac:spMk id="76" creationId="{00000000-0000-0000-0000-000000000000}"/>
          </ac:spMkLst>
        </pc:spChg>
        <pc:picChg chg="add del mod">
          <ac:chgData name="7 Town" userId="f001bd45134943c1" providerId="LiveId" clId="{83CC9F8B-F704-4A6B-AF9F-D920A0D337A6}" dt="2024-10-22T14:32:51.609" v="646" actId="478"/>
          <ac:picMkLst>
            <pc:docMk/>
            <pc:sldMk cId="0" sldId="263"/>
            <ac:picMk id="2" creationId="{A0CAA73A-5E71-7A82-7989-88D13F0385A5}"/>
          </ac:picMkLst>
        </pc:picChg>
        <pc:picChg chg="del">
          <ac:chgData name="7 Town" userId="f001bd45134943c1" providerId="LiveId" clId="{83CC9F8B-F704-4A6B-AF9F-D920A0D337A6}" dt="2024-10-22T14:18:05.919" v="459" actId="478"/>
          <ac:picMkLst>
            <pc:docMk/>
            <pc:sldMk cId="0" sldId="263"/>
            <ac:picMk id="67" creationId="{00000000-0000-0000-0000-000000000000}"/>
          </ac:picMkLst>
        </pc:picChg>
        <pc:cxnChg chg="del mod">
          <ac:chgData name="7 Town" userId="f001bd45134943c1" providerId="LiveId" clId="{83CC9F8B-F704-4A6B-AF9F-D920A0D337A6}" dt="2024-10-22T14:35:31.900" v="670" actId="478"/>
          <ac:cxnSpMkLst>
            <pc:docMk/>
            <pc:sldMk cId="0" sldId="263"/>
            <ac:cxnSpMk id="12" creationId="{00000000-0000-0000-0000-000000000000}"/>
          </ac:cxnSpMkLst>
        </pc:cxnChg>
        <pc:cxnChg chg="mod">
          <ac:chgData name="7 Town" userId="f001bd45134943c1" providerId="LiveId" clId="{83CC9F8B-F704-4A6B-AF9F-D920A0D337A6}" dt="2024-10-22T14:18:25.728" v="469" actId="20577"/>
          <ac:cxnSpMkLst>
            <pc:docMk/>
            <pc:sldMk cId="0" sldId="263"/>
            <ac:cxnSpMk id="17" creationId="{00000000-0000-0000-0000-000000000000}"/>
          </ac:cxnSpMkLst>
        </pc:cxnChg>
        <pc:cxnChg chg="del">
          <ac:chgData name="7 Town" userId="f001bd45134943c1" providerId="LiveId" clId="{83CC9F8B-F704-4A6B-AF9F-D920A0D337A6}" dt="2024-10-22T14:19:24.245" v="536" actId="478"/>
          <ac:cxnSpMkLst>
            <pc:docMk/>
            <pc:sldMk cId="0" sldId="263"/>
            <ac:cxnSpMk id="74" creationId="{00000000-0000-0000-0000-000000000000}"/>
          </ac:cxnSpMkLst>
        </pc:cxnChg>
      </pc:sldChg>
      <pc:sldChg chg="add del">
        <pc:chgData name="7 Town" userId="f001bd45134943c1" providerId="LiveId" clId="{83CC9F8B-F704-4A6B-AF9F-D920A0D337A6}" dt="2024-10-22T14:45:54.348" v="793" actId="47"/>
        <pc:sldMkLst>
          <pc:docMk/>
          <pc:sldMk cId="0" sldId="264"/>
        </pc:sldMkLst>
      </pc:sldChg>
      <pc:sldChg chg="addSp delSp modSp add del mod">
        <pc:chgData name="7 Town" userId="f001bd45134943c1" providerId="LiveId" clId="{83CC9F8B-F704-4A6B-AF9F-D920A0D337A6}" dt="2024-10-22T15:38:52.704" v="1296" actId="47"/>
        <pc:sldMkLst>
          <pc:docMk/>
          <pc:sldMk cId="0" sldId="267"/>
        </pc:sldMkLst>
        <pc:spChg chg="add mod">
          <ac:chgData name="7 Town" userId="f001bd45134943c1" providerId="LiveId" clId="{83CC9F8B-F704-4A6B-AF9F-D920A0D337A6}" dt="2024-10-22T15:33:45.105" v="1183" actId="1076"/>
          <ac:spMkLst>
            <pc:docMk/>
            <pc:sldMk cId="0" sldId="267"/>
            <ac:spMk id="3" creationId="{2FA445A4-9506-8F6C-6F48-87D56DAAEA04}"/>
          </ac:spMkLst>
        </pc:spChg>
        <pc:spChg chg="add del">
          <ac:chgData name="7 Town" userId="f001bd45134943c1" providerId="LiveId" clId="{83CC9F8B-F704-4A6B-AF9F-D920A0D337A6}" dt="2024-10-22T15:32:34.907" v="1135" actId="478"/>
          <ac:spMkLst>
            <pc:docMk/>
            <pc:sldMk cId="0" sldId="267"/>
            <ac:spMk id="9" creationId="{00000000-0000-0000-0000-000000000000}"/>
          </ac:spMkLst>
        </pc:spChg>
        <pc:spChg chg="del">
          <ac:chgData name="7 Town" userId="f001bd45134943c1" providerId="LiveId" clId="{83CC9F8B-F704-4A6B-AF9F-D920A0D337A6}" dt="2024-10-22T15:32:28.197" v="1131" actId="478"/>
          <ac:spMkLst>
            <pc:docMk/>
            <pc:sldMk cId="0" sldId="267"/>
            <ac:spMk id="21" creationId="{00000000-0000-0000-0000-000000000000}"/>
          </ac:spMkLst>
        </pc:spChg>
        <pc:spChg chg="mod">
          <ac:chgData name="7 Town" userId="f001bd45134943c1" providerId="LiveId" clId="{83CC9F8B-F704-4A6B-AF9F-D920A0D337A6}" dt="2024-10-22T15:32:08.326" v="1111" actId="20577"/>
          <ac:spMkLst>
            <pc:docMk/>
            <pc:sldMk cId="0" sldId="267"/>
            <ac:spMk id="22" creationId="{00000000-0000-0000-0000-000000000000}"/>
          </ac:spMkLst>
        </pc:spChg>
        <pc:spChg chg="mod">
          <ac:chgData name="7 Town" userId="f001bd45134943c1" providerId="LiveId" clId="{83CC9F8B-F704-4A6B-AF9F-D920A0D337A6}" dt="2024-10-22T15:32:17.576" v="1128" actId="20577"/>
          <ac:spMkLst>
            <pc:docMk/>
            <pc:sldMk cId="0" sldId="267"/>
            <ac:spMk id="23" creationId="{00000000-0000-0000-0000-000000000000}"/>
          </ac:spMkLst>
        </pc:spChg>
        <pc:spChg chg="del">
          <ac:chgData name="7 Town" userId="f001bd45134943c1" providerId="LiveId" clId="{83CC9F8B-F704-4A6B-AF9F-D920A0D337A6}" dt="2024-10-22T15:32:29.612" v="1132" actId="478"/>
          <ac:spMkLst>
            <pc:docMk/>
            <pc:sldMk cId="0" sldId="267"/>
            <ac:spMk id="24" creationId="{00000000-0000-0000-0000-000000000000}"/>
          </ac:spMkLst>
        </pc:spChg>
        <pc:spChg chg="del">
          <ac:chgData name="7 Town" userId="f001bd45134943c1" providerId="LiveId" clId="{83CC9F8B-F704-4A6B-AF9F-D920A0D337A6}" dt="2024-10-22T15:32:38.345" v="1136" actId="478"/>
          <ac:spMkLst>
            <pc:docMk/>
            <pc:sldMk cId="0" sldId="267"/>
            <ac:spMk id="25" creationId="{00000000-0000-0000-0000-000000000000}"/>
          </ac:spMkLst>
        </pc:spChg>
        <pc:spChg chg="del">
          <ac:chgData name="7 Town" userId="f001bd45134943c1" providerId="LiveId" clId="{83CC9F8B-F704-4A6B-AF9F-D920A0D337A6}" dt="2024-10-22T15:32:31.135" v="1133" actId="478"/>
          <ac:spMkLst>
            <pc:docMk/>
            <pc:sldMk cId="0" sldId="267"/>
            <ac:spMk id="26" creationId="{00000000-0000-0000-0000-000000000000}"/>
          </ac:spMkLst>
        </pc:spChg>
        <pc:spChg chg="del">
          <ac:chgData name="7 Town" userId="f001bd45134943c1" providerId="LiveId" clId="{83CC9F8B-F704-4A6B-AF9F-D920A0D337A6}" dt="2024-10-22T15:32:40.025" v="1137" actId="478"/>
          <ac:spMkLst>
            <pc:docMk/>
            <pc:sldMk cId="0" sldId="267"/>
            <ac:spMk id="27" creationId="{00000000-0000-0000-0000-000000000000}"/>
          </ac:spMkLst>
        </pc:spChg>
        <pc:spChg chg="del">
          <ac:chgData name="7 Town" userId="f001bd45134943c1" providerId="LiveId" clId="{83CC9F8B-F704-4A6B-AF9F-D920A0D337A6}" dt="2024-10-22T15:32:41.360" v="1138" actId="478"/>
          <ac:spMkLst>
            <pc:docMk/>
            <pc:sldMk cId="0" sldId="267"/>
            <ac:spMk id="28" creationId="{00000000-0000-0000-0000-000000000000}"/>
          </ac:spMkLst>
        </pc:spChg>
        <pc:picChg chg="del">
          <ac:chgData name="7 Town" userId="f001bd45134943c1" providerId="LiveId" clId="{83CC9F8B-F704-4A6B-AF9F-D920A0D337A6}" dt="2024-10-22T15:32:20.736" v="1129" actId="478"/>
          <ac:picMkLst>
            <pc:docMk/>
            <pc:sldMk cId="0" sldId="267"/>
            <ac:picMk id="4" creationId="{00000000-0000-0000-0000-000000000000}"/>
          </ac:picMkLst>
        </pc:picChg>
        <pc:picChg chg="del">
          <ac:chgData name="7 Town" userId="f001bd45134943c1" providerId="LiveId" clId="{83CC9F8B-F704-4A6B-AF9F-D920A0D337A6}" dt="2024-10-22T15:32:21.647" v="1130" actId="478"/>
          <ac:picMkLst>
            <pc:docMk/>
            <pc:sldMk cId="0" sldId="267"/>
            <ac:picMk id="7" creationId="{00000000-0000-0000-0000-000000000000}"/>
          </ac:picMkLst>
        </pc:picChg>
        <pc:cxnChg chg="mod">
          <ac:chgData name="7 Town" userId="f001bd45134943c1" providerId="LiveId" clId="{83CC9F8B-F704-4A6B-AF9F-D920A0D337A6}" dt="2024-10-22T15:32:17.576" v="1128" actId="20577"/>
          <ac:cxnSpMkLst>
            <pc:docMk/>
            <pc:sldMk cId="0" sldId="267"/>
            <ac:cxnSpMk id="17" creationId="{00000000-0000-0000-0000-000000000000}"/>
          </ac:cxnSpMkLst>
        </pc:cxnChg>
      </pc:sldChg>
      <pc:sldChg chg="add del">
        <pc:chgData name="7 Town" userId="f001bd45134943c1" providerId="LiveId" clId="{83CC9F8B-F704-4A6B-AF9F-D920A0D337A6}" dt="2024-10-22T16:21:43.193" v="2129" actId="47"/>
        <pc:sldMkLst>
          <pc:docMk/>
          <pc:sldMk cId="0" sldId="268"/>
        </pc:sldMkLst>
      </pc:sldChg>
      <pc:sldChg chg="addSp delSp modSp add mod">
        <pc:chgData name="7 Town" userId="f001bd45134943c1" providerId="LiveId" clId="{83CC9F8B-F704-4A6B-AF9F-D920A0D337A6}" dt="2024-10-23T05:41:22.931" v="2798" actId="1076"/>
        <pc:sldMkLst>
          <pc:docMk/>
          <pc:sldMk cId="0" sldId="272"/>
        </pc:sldMkLst>
        <pc:spChg chg="mod">
          <ac:chgData name="7 Town" userId="f001bd45134943c1" providerId="LiveId" clId="{83CC9F8B-F704-4A6B-AF9F-D920A0D337A6}" dt="2024-10-23T05:40:42.052" v="2756" actId="1037"/>
          <ac:spMkLst>
            <pc:docMk/>
            <pc:sldMk cId="0" sldId="272"/>
            <ac:spMk id="3" creationId="{00000000-0000-0000-0000-000000000000}"/>
          </ac:spMkLst>
        </pc:spChg>
        <pc:spChg chg="del">
          <ac:chgData name="7 Town" userId="f001bd45134943c1" providerId="LiveId" clId="{83CC9F8B-F704-4A6B-AF9F-D920A0D337A6}" dt="2024-10-22T15:51:22.241" v="1512" actId="478"/>
          <ac:spMkLst>
            <pc:docMk/>
            <pc:sldMk cId="0" sldId="272"/>
            <ac:spMk id="7" creationId="{00000000-0000-0000-0000-000000000000}"/>
          </ac:spMkLst>
        </pc:spChg>
        <pc:spChg chg="mod">
          <ac:chgData name="7 Town" userId="f001bd45134943c1" providerId="LiveId" clId="{83CC9F8B-F704-4A6B-AF9F-D920A0D337A6}" dt="2024-10-23T05:41:16.656" v="2797" actId="14100"/>
          <ac:spMkLst>
            <pc:docMk/>
            <pc:sldMk cId="0" sldId="272"/>
            <ac:spMk id="10" creationId="{00000000-0000-0000-0000-000000000000}"/>
          </ac:spMkLst>
        </pc:spChg>
        <pc:spChg chg="add mod">
          <ac:chgData name="7 Town" userId="f001bd45134943c1" providerId="LiveId" clId="{83CC9F8B-F704-4A6B-AF9F-D920A0D337A6}" dt="2024-10-23T05:41:22.931" v="2798" actId="1076"/>
          <ac:spMkLst>
            <pc:docMk/>
            <pc:sldMk cId="0" sldId="272"/>
            <ac:spMk id="11" creationId="{71BF21DB-3AA1-4866-A0B6-AAE510F86234}"/>
          </ac:spMkLst>
        </pc:spChg>
        <pc:spChg chg="mod">
          <ac:chgData name="7 Town" userId="f001bd45134943c1" providerId="LiveId" clId="{83CC9F8B-F704-4A6B-AF9F-D920A0D337A6}" dt="2024-10-22T15:59:03.728" v="1754" actId="20577"/>
          <ac:spMkLst>
            <pc:docMk/>
            <pc:sldMk cId="0" sldId="272"/>
            <ac:spMk id="22" creationId="{00000000-0000-0000-0000-000000000000}"/>
          </ac:spMkLst>
        </pc:spChg>
        <pc:spChg chg="mod">
          <ac:chgData name="7 Town" userId="f001bd45134943c1" providerId="LiveId" clId="{83CC9F8B-F704-4A6B-AF9F-D920A0D337A6}" dt="2024-10-22T15:59:17.098" v="1779" actId="20577"/>
          <ac:spMkLst>
            <pc:docMk/>
            <pc:sldMk cId="0" sldId="272"/>
            <ac:spMk id="23" creationId="{00000000-0000-0000-0000-000000000000}"/>
          </ac:spMkLst>
        </pc:spChg>
        <pc:spChg chg="mod">
          <ac:chgData name="7 Town" userId="f001bd45134943c1" providerId="LiveId" clId="{83CC9F8B-F704-4A6B-AF9F-D920A0D337A6}" dt="2024-10-23T05:40:45.668" v="2757" actId="14100"/>
          <ac:spMkLst>
            <pc:docMk/>
            <pc:sldMk cId="0" sldId="272"/>
            <ac:spMk id="52" creationId="{00000000-0000-0000-0000-000000000000}"/>
          </ac:spMkLst>
        </pc:spChg>
        <pc:spChg chg="mod">
          <ac:chgData name="7 Town" userId="f001bd45134943c1" providerId="LiveId" clId="{83CC9F8B-F704-4A6B-AF9F-D920A0D337A6}" dt="2024-10-23T05:40:05.363" v="2691" actId="1035"/>
          <ac:spMkLst>
            <pc:docMk/>
            <pc:sldMk cId="0" sldId="272"/>
            <ac:spMk id="67" creationId="{00000000-0000-0000-0000-000000000000}"/>
          </ac:spMkLst>
        </pc:spChg>
        <pc:spChg chg="del">
          <ac:chgData name="7 Town" userId="f001bd45134943c1" providerId="LiveId" clId="{83CC9F8B-F704-4A6B-AF9F-D920A0D337A6}" dt="2024-10-22T15:51:23.468" v="1513" actId="478"/>
          <ac:spMkLst>
            <pc:docMk/>
            <pc:sldMk cId="0" sldId="272"/>
            <ac:spMk id="68" creationId="{00000000-0000-0000-0000-000000000000}"/>
          </ac:spMkLst>
        </pc:spChg>
        <pc:spChg chg="mod">
          <ac:chgData name="7 Town" userId="f001bd45134943c1" providerId="LiveId" clId="{83CC9F8B-F704-4A6B-AF9F-D920A0D337A6}" dt="2024-10-23T05:41:11.666" v="2795" actId="1076"/>
          <ac:spMkLst>
            <pc:docMk/>
            <pc:sldMk cId="0" sldId="272"/>
            <ac:spMk id="69" creationId="{00000000-0000-0000-0000-000000000000}"/>
          </ac:spMkLst>
        </pc:spChg>
        <pc:spChg chg="mod">
          <ac:chgData name="7 Town" userId="f001bd45134943c1" providerId="LiveId" clId="{83CC9F8B-F704-4A6B-AF9F-D920A0D337A6}" dt="2024-10-23T05:40:51.115" v="2788" actId="1038"/>
          <ac:spMkLst>
            <pc:docMk/>
            <pc:sldMk cId="0" sldId="272"/>
            <ac:spMk id="71" creationId="{00000000-0000-0000-0000-000000000000}"/>
          </ac:spMkLst>
        </pc:spChg>
        <pc:spChg chg="del">
          <ac:chgData name="7 Town" userId="f001bd45134943c1" providerId="LiveId" clId="{83CC9F8B-F704-4A6B-AF9F-D920A0D337A6}" dt="2024-10-22T15:51:24.590" v="1514" actId="478"/>
          <ac:spMkLst>
            <pc:docMk/>
            <pc:sldMk cId="0" sldId="272"/>
            <ac:spMk id="72" creationId="{00000000-0000-0000-0000-000000000000}"/>
          </ac:spMkLst>
        </pc:spChg>
        <pc:spChg chg="del">
          <ac:chgData name="7 Town" userId="f001bd45134943c1" providerId="LiveId" clId="{83CC9F8B-F704-4A6B-AF9F-D920A0D337A6}" dt="2024-10-22T15:58:21.568" v="1710" actId="478"/>
          <ac:spMkLst>
            <pc:docMk/>
            <pc:sldMk cId="0" sldId="272"/>
            <ac:spMk id="73" creationId="{00000000-0000-0000-0000-000000000000}"/>
          </ac:spMkLst>
        </pc:spChg>
        <pc:spChg chg="del">
          <ac:chgData name="7 Town" userId="f001bd45134943c1" providerId="LiveId" clId="{83CC9F8B-F704-4A6B-AF9F-D920A0D337A6}" dt="2024-10-22T15:53:44.829" v="1522" actId="478"/>
          <ac:spMkLst>
            <pc:docMk/>
            <pc:sldMk cId="0" sldId="272"/>
            <ac:spMk id="75" creationId="{00000000-0000-0000-0000-000000000000}"/>
          </ac:spMkLst>
        </pc:spChg>
        <pc:spChg chg="del">
          <ac:chgData name="7 Town" userId="f001bd45134943c1" providerId="LiveId" clId="{83CC9F8B-F704-4A6B-AF9F-D920A0D337A6}" dt="2024-10-22T15:51:25.485" v="1515" actId="478"/>
          <ac:spMkLst>
            <pc:docMk/>
            <pc:sldMk cId="0" sldId="272"/>
            <ac:spMk id="76" creationId="{00000000-0000-0000-0000-000000000000}"/>
          </ac:spMkLst>
        </pc:spChg>
        <pc:spChg chg="del">
          <ac:chgData name="7 Town" userId="f001bd45134943c1" providerId="LiveId" clId="{83CC9F8B-F704-4A6B-AF9F-D920A0D337A6}" dt="2024-10-22T15:53:46.229" v="1523" actId="478"/>
          <ac:spMkLst>
            <pc:docMk/>
            <pc:sldMk cId="0" sldId="272"/>
            <ac:spMk id="77" creationId="{00000000-0000-0000-0000-000000000000}"/>
          </ac:spMkLst>
        </pc:spChg>
        <pc:spChg chg="mod">
          <ac:chgData name="7 Town" userId="f001bd45134943c1" providerId="LiveId" clId="{83CC9F8B-F704-4A6B-AF9F-D920A0D337A6}" dt="2024-10-23T05:40:55.943" v="2789" actId="14100"/>
          <ac:spMkLst>
            <pc:docMk/>
            <pc:sldMk cId="0" sldId="272"/>
            <ac:spMk id="78" creationId="{00000000-0000-0000-0000-000000000000}"/>
          </ac:spMkLst>
        </pc:spChg>
        <pc:spChg chg="del">
          <ac:chgData name="7 Town" userId="f001bd45134943c1" providerId="LiveId" clId="{83CC9F8B-F704-4A6B-AF9F-D920A0D337A6}" dt="2024-10-22T16:01:14.977" v="1780" actId="478"/>
          <ac:spMkLst>
            <pc:docMk/>
            <pc:sldMk cId="0" sldId="272"/>
            <ac:spMk id="79" creationId="{00000000-0000-0000-0000-000000000000}"/>
          </ac:spMkLst>
        </pc:spChg>
        <pc:picChg chg="add mod">
          <ac:chgData name="7 Town" userId="f001bd45134943c1" providerId="LiveId" clId="{83CC9F8B-F704-4A6B-AF9F-D920A0D337A6}" dt="2024-10-23T05:40:08.574" v="2701" actId="1035"/>
          <ac:picMkLst>
            <pc:docMk/>
            <pc:sldMk cId="0" sldId="272"/>
            <ac:picMk id="2" creationId="{3A698952-5CC7-627C-A888-1D05B5F1A37B}"/>
          </ac:picMkLst>
        </pc:picChg>
        <pc:picChg chg="add mod">
          <ac:chgData name="7 Town" userId="f001bd45134943c1" providerId="LiveId" clId="{83CC9F8B-F704-4A6B-AF9F-D920A0D337A6}" dt="2024-10-23T05:40:42.052" v="2756" actId="1037"/>
          <ac:picMkLst>
            <pc:docMk/>
            <pc:sldMk cId="0" sldId="272"/>
            <ac:picMk id="4" creationId="{FE6BCF40-07E9-D796-7217-DFA4B459D245}"/>
          </ac:picMkLst>
        </pc:picChg>
        <pc:picChg chg="add mod">
          <ac:chgData name="7 Town" userId="f001bd45134943c1" providerId="LiveId" clId="{83CC9F8B-F704-4A6B-AF9F-D920A0D337A6}" dt="2024-10-23T05:40:24.050" v="2726" actId="14100"/>
          <ac:picMkLst>
            <pc:docMk/>
            <pc:sldMk cId="0" sldId="272"/>
            <ac:picMk id="6" creationId="{019C4140-99DB-0301-7147-CED61D76DA80}"/>
          </ac:picMkLst>
        </pc:picChg>
        <pc:picChg chg="add mod">
          <ac:chgData name="7 Town" userId="f001bd45134943c1" providerId="LiveId" clId="{83CC9F8B-F704-4A6B-AF9F-D920A0D337A6}" dt="2024-10-23T05:40:51.115" v="2788" actId="1038"/>
          <ac:picMkLst>
            <pc:docMk/>
            <pc:sldMk cId="0" sldId="272"/>
            <ac:picMk id="9" creationId="{392D1542-E769-ABA3-8B39-20E2F32E5A8D}"/>
          </ac:picMkLst>
        </pc:picChg>
        <pc:cxnChg chg="mod">
          <ac:chgData name="7 Town" userId="f001bd45134943c1" providerId="LiveId" clId="{83CC9F8B-F704-4A6B-AF9F-D920A0D337A6}" dt="2024-10-22T15:59:17.098" v="1779" actId="20577"/>
          <ac:cxnSpMkLst>
            <pc:docMk/>
            <pc:sldMk cId="0" sldId="272"/>
            <ac:cxnSpMk id="17" creationId="{00000000-0000-0000-0000-000000000000}"/>
          </ac:cxnSpMkLst>
        </pc:cxnChg>
      </pc:sldChg>
      <pc:sldChg chg="addSp delSp modSp add mod">
        <pc:chgData name="7 Town" userId="f001bd45134943c1" providerId="LiveId" clId="{83CC9F8B-F704-4A6B-AF9F-D920A0D337A6}" dt="2024-10-22T16:34:27.650" v="2504"/>
        <pc:sldMkLst>
          <pc:docMk/>
          <pc:sldMk cId="0" sldId="275"/>
        </pc:sldMkLst>
        <pc:spChg chg="mod">
          <ac:chgData name="7 Town" userId="f001bd45134943c1" providerId="LiveId" clId="{83CC9F8B-F704-4A6B-AF9F-D920A0D337A6}" dt="2024-10-22T16:23:19.423" v="2192" actId="20577"/>
          <ac:spMkLst>
            <pc:docMk/>
            <pc:sldMk cId="0" sldId="275"/>
            <ac:spMk id="7" creationId="{00000000-0000-0000-0000-000000000000}"/>
          </ac:spMkLst>
        </pc:spChg>
        <pc:spChg chg="mod">
          <ac:chgData name="7 Town" userId="f001bd45134943c1" providerId="LiveId" clId="{83CC9F8B-F704-4A6B-AF9F-D920A0D337A6}" dt="2024-10-22T16:29:39.751" v="2466"/>
          <ac:spMkLst>
            <pc:docMk/>
            <pc:sldMk cId="0" sldId="275"/>
            <ac:spMk id="9" creationId="{00000000-0000-0000-0000-000000000000}"/>
          </ac:spMkLst>
        </pc:spChg>
        <pc:spChg chg="del mod">
          <ac:chgData name="7 Town" userId="f001bd45134943c1" providerId="LiveId" clId="{83CC9F8B-F704-4A6B-AF9F-D920A0D337A6}" dt="2024-10-22T16:23:01.353" v="2142" actId="478"/>
          <ac:spMkLst>
            <pc:docMk/>
            <pc:sldMk cId="0" sldId="275"/>
            <ac:spMk id="20" creationId="{00000000-0000-0000-0000-000000000000}"/>
          </ac:spMkLst>
        </pc:spChg>
        <pc:spChg chg="mod">
          <ac:chgData name="7 Town" userId="f001bd45134943c1" providerId="LiveId" clId="{83CC9F8B-F704-4A6B-AF9F-D920A0D337A6}" dt="2024-10-22T16:33:03.162" v="2500" actId="20577"/>
          <ac:spMkLst>
            <pc:docMk/>
            <pc:sldMk cId="0" sldId="275"/>
            <ac:spMk id="26" creationId="{00000000-0000-0000-0000-000000000000}"/>
          </ac:spMkLst>
        </pc:spChg>
        <pc:spChg chg="mod">
          <ac:chgData name="7 Town" userId="f001bd45134943c1" providerId="LiveId" clId="{83CC9F8B-F704-4A6B-AF9F-D920A0D337A6}" dt="2024-10-22T16:34:27.650" v="2504"/>
          <ac:spMkLst>
            <pc:docMk/>
            <pc:sldMk cId="0" sldId="275"/>
            <ac:spMk id="27" creationId="{00000000-0000-0000-0000-000000000000}"/>
          </ac:spMkLst>
        </pc:spChg>
        <pc:spChg chg="del">
          <ac:chgData name="7 Town" userId="f001bd45134943c1" providerId="LiveId" clId="{83CC9F8B-F704-4A6B-AF9F-D920A0D337A6}" dt="2024-10-22T16:32:36.771" v="2468" actId="478"/>
          <ac:spMkLst>
            <pc:docMk/>
            <pc:sldMk cId="0" sldId="275"/>
            <ac:spMk id="31" creationId="{00000000-0000-0000-0000-000000000000}"/>
          </ac:spMkLst>
        </pc:spChg>
        <pc:picChg chg="add mod">
          <ac:chgData name="7 Town" userId="f001bd45134943c1" providerId="LiveId" clId="{83CC9F8B-F704-4A6B-AF9F-D920A0D337A6}" dt="2024-10-22T16:23:03.833" v="2143" actId="1076"/>
          <ac:picMkLst>
            <pc:docMk/>
            <pc:sldMk cId="0" sldId="275"/>
            <ac:picMk id="4" creationId="{B5CE693C-3F54-9638-80BC-667D4B2C48BF}"/>
          </ac:picMkLst>
        </pc:picChg>
        <pc:picChg chg="add mod">
          <ac:chgData name="7 Town" userId="f001bd45134943c1" providerId="LiveId" clId="{83CC9F8B-F704-4A6B-AF9F-D920A0D337A6}" dt="2024-10-22T16:32:52.749" v="2475" actId="1076"/>
          <ac:picMkLst>
            <pc:docMk/>
            <pc:sldMk cId="0" sldId="275"/>
            <ac:picMk id="8" creationId="{4C12EF92-6FB7-64EC-4AFC-F1D2201C1F1B}"/>
          </ac:picMkLst>
        </pc:picChg>
        <pc:picChg chg="del">
          <ac:chgData name="7 Town" userId="f001bd45134943c1" providerId="LiveId" clId="{83CC9F8B-F704-4A6B-AF9F-D920A0D337A6}" dt="2024-10-22T16:22:04.987" v="2131" actId="478"/>
          <ac:picMkLst>
            <pc:docMk/>
            <pc:sldMk cId="0" sldId="275"/>
            <ac:picMk id="19" creationId="{00000000-0000-0000-0000-000000000000}"/>
          </ac:picMkLst>
        </pc:picChg>
        <pc:picChg chg="del">
          <ac:chgData name="7 Town" userId="f001bd45134943c1" providerId="LiveId" clId="{83CC9F8B-F704-4A6B-AF9F-D920A0D337A6}" dt="2024-10-22T16:32:34.321" v="2467" actId="478"/>
          <ac:picMkLst>
            <pc:docMk/>
            <pc:sldMk cId="0" sldId="275"/>
            <ac:picMk id="28" creationId="{00000000-0000-0000-0000-000000000000}"/>
          </ac:picMkLst>
        </pc:picChg>
      </pc:sldChg>
      <pc:sldChg chg="addSp delSp modSp add del mod">
        <pc:chgData name="7 Town" userId="f001bd45134943c1" providerId="LiveId" clId="{83CC9F8B-F704-4A6B-AF9F-D920A0D337A6}" dt="2024-10-22T15:48:39.460" v="1500" actId="47"/>
        <pc:sldMkLst>
          <pc:docMk/>
          <pc:sldMk cId="0" sldId="280"/>
        </pc:sldMkLst>
        <pc:spChg chg="mod">
          <ac:chgData name="7 Town" userId="f001bd45134943c1" providerId="LiveId" clId="{83CC9F8B-F704-4A6B-AF9F-D920A0D337A6}" dt="2024-10-22T15:41:40.455" v="1351" actId="14100"/>
          <ac:spMkLst>
            <pc:docMk/>
            <pc:sldMk cId="0" sldId="280"/>
            <ac:spMk id="3" creationId="{00000000-0000-0000-0000-000000000000}"/>
          </ac:spMkLst>
        </pc:spChg>
        <pc:spChg chg="del">
          <ac:chgData name="7 Town" userId="f001bd45134943c1" providerId="LiveId" clId="{83CC9F8B-F704-4A6B-AF9F-D920A0D337A6}" dt="2024-10-22T15:41:00.964" v="1345" actId="478"/>
          <ac:spMkLst>
            <pc:docMk/>
            <pc:sldMk cId="0" sldId="280"/>
            <ac:spMk id="7" creationId="{00000000-0000-0000-0000-000000000000}"/>
          </ac:spMkLst>
        </pc:spChg>
        <pc:spChg chg="mod">
          <ac:chgData name="7 Town" userId="f001bd45134943c1" providerId="LiveId" clId="{83CC9F8B-F704-4A6B-AF9F-D920A0D337A6}" dt="2024-10-22T15:40:42.766" v="1308" actId="20577"/>
          <ac:spMkLst>
            <pc:docMk/>
            <pc:sldMk cId="0" sldId="280"/>
            <ac:spMk id="22" creationId="{00000000-0000-0000-0000-000000000000}"/>
          </ac:spMkLst>
        </pc:spChg>
        <pc:spChg chg="mod">
          <ac:chgData name="7 Town" userId="f001bd45134943c1" providerId="LiveId" clId="{83CC9F8B-F704-4A6B-AF9F-D920A0D337A6}" dt="2024-10-22T15:40:55.135" v="1342" actId="20577"/>
          <ac:spMkLst>
            <pc:docMk/>
            <pc:sldMk cId="0" sldId="280"/>
            <ac:spMk id="23" creationId="{00000000-0000-0000-0000-000000000000}"/>
          </ac:spMkLst>
        </pc:spChg>
        <pc:graphicFrameChg chg="del modGraphic">
          <ac:chgData name="7 Town" userId="f001bd45134943c1" providerId="LiveId" clId="{83CC9F8B-F704-4A6B-AF9F-D920A0D337A6}" dt="2024-10-22T15:40:59.314" v="1344" actId="478"/>
          <ac:graphicFrameMkLst>
            <pc:docMk/>
            <pc:sldMk cId="0" sldId="280"/>
            <ac:graphicFrameMk id="4" creationId="{00000000-0000-0000-0000-000000000000}"/>
          </ac:graphicFrameMkLst>
        </pc:graphicFrameChg>
        <pc:graphicFrameChg chg="del">
          <ac:chgData name="7 Town" userId="f001bd45134943c1" providerId="LiveId" clId="{83CC9F8B-F704-4A6B-AF9F-D920A0D337A6}" dt="2024-10-22T15:41:02.604" v="1346" actId="478"/>
          <ac:graphicFrameMkLst>
            <pc:docMk/>
            <pc:sldMk cId="0" sldId="280"/>
            <ac:graphicFrameMk id="8" creationId="{00000000-0000-0000-0000-000000000000}"/>
          </ac:graphicFrameMkLst>
        </pc:graphicFrameChg>
        <pc:picChg chg="add mod">
          <ac:chgData name="7 Town" userId="f001bd45134943c1" providerId="LiveId" clId="{83CC9F8B-F704-4A6B-AF9F-D920A0D337A6}" dt="2024-10-22T15:41:29.233" v="1349" actId="1076"/>
          <ac:picMkLst>
            <pc:docMk/>
            <pc:sldMk cId="0" sldId="280"/>
            <ac:picMk id="16" creationId="{C776B121-79B4-D824-F702-4EF90F9409D3}"/>
          </ac:picMkLst>
        </pc:picChg>
        <pc:cxnChg chg="mod">
          <ac:chgData name="7 Town" userId="f001bd45134943c1" providerId="LiveId" clId="{83CC9F8B-F704-4A6B-AF9F-D920A0D337A6}" dt="2024-10-22T15:40:55.135" v="1342" actId="20577"/>
          <ac:cxnSpMkLst>
            <pc:docMk/>
            <pc:sldMk cId="0" sldId="280"/>
            <ac:cxnSpMk id="17" creationId="{00000000-0000-0000-0000-000000000000}"/>
          </ac:cxnSpMkLst>
        </pc:cxnChg>
      </pc:sldChg>
      <pc:sldChg chg="del">
        <pc:chgData name="7 Town" userId="f001bd45134943c1" providerId="LiveId" clId="{83CC9F8B-F704-4A6B-AF9F-D920A0D337A6}" dt="2024-10-22T11:00:37.113" v="0" actId="47"/>
        <pc:sldMkLst>
          <pc:docMk/>
          <pc:sldMk cId="983191376" sldId="286"/>
        </pc:sldMkLst>
      </pc:sldChg>
      <pc:sldChg chg="addSp delSp modSp mod">
        <pc:chgData name="7 Town" userId="f001bd45134943c1" providerId="LiveId" clId="{83CC9F8B-F704-4A6B-AF9F-D920A0D337A6}" dt="2024-10-22T11:28:21.177" v="457" actId="1076"/>
        <pc:sldMkLst>
          <pc:docMk/>
          <pc:sldMk cId="318846087" sldId="288"/>
        </pc:sldMkLst>
        <pc:spChg chg="mod">
          <ac:chgData name="7 Town" userId="f001bd45134943c1" providerId="LiveId" clId="{83CC9F8B-F704-4A6B-AF9F-D920A0D337A6}" dt="2024-10-22T11:06:25.836" v="238" actId="1035"/>
          <ac:spMkLst>
            <pc:docMk/>
            <pc:sldMk cId="318846087" sldId="288"/>
            <ac:spMk id="3" creationId="{FA94A6D6-8604-A48F-3977-871E4B7AAC5E}"/>
          </ac:spMkLst>
        </pc:spChg>
        <pc:spChg chg="add mod">
          <ac:chgData name="7 Town" userId="f001bd45134943c1" providerId="LiveId" clId="{83CC9F8B-F704-4A6B-AF9F-D920A0D337A6}" dt="2024-10-22T11:06:25.836" v="238" actId="1035"/>
          <ac:spMkLst>
            <pc:docMk/>
            <pc:sldMk cId="318846087" sldId="288"/>
            <ac:spMk id="4" creationId="{A5F5BF91-846E-63DB-8FE2-16AA5D255B67}"/>
          </ac:spMkLst>
        </pc:spChg>
        <pc:spChg chg="mod">
          <ac:chgData name="7 Town" userId="f001bd45134943c1" providerId="LiveId" clId="{83CC9F8B-F704-4A6B-AF9F-D920A0D337A6}" dt="2024-10-22T11:06:25.836" v="238" actId="1035"/>
          <ac:spMkLst>
            <pc:docMk/>
            <pc:sldMk cId="318846087" sldId="288"/>
            <ac:spMk id="5" creationId="{445B7AAD-B4DE-D8F4-C871-CC64604609F6}"/>
          </ac:spMkLst>
        </pc:spChg>
        <pc:spChg chg="del">
          <ac:chgData name="7 Town" userId="f001bd45134943c1" providerId="LiveId" clId="{83CC9F8B-F704-4A6B-AF9F-D920A0D337A6}" dt="2024-10-22T11:01:00.122" v="23" actId="478"/>
          <ac:spMkLst>
            <pc:docMk/>
            <pc:sldMk cId="318846087" sldId="288"/>
            <ac:spMk id="6" creationId="{E83F8611-83BC-1242-22BC-AC32326C172E}"/>
          </ac:spMkLst>
        </pc:spChg>
        <pc:spChg chg="mod">
          <ac:chgData name="7 Town" userId="f001bd45134943c1" providerId="LiveId" clId="{83CC9F8B-F704-4A6B-AF9F-D920A0D337A6}" dt="2024-10-22T11:06:25.836" v="238" actId="1035"/>
          <ac:spMkLst>
            <pc:docMk/>
            <pc:sldMk cId="318846087" sldId="288"/>
            <ac:spMk id="7" creationId="{00C8981A-9B14-5DE4-5EB0-A9E513970D37}"/>
          </ac:spMkLst>
        </pc:spChg>
        <pc:spChg chg="mod">
          <ac:chgData name="7 Town" userId="f001bd45134943c1" providerId="LiveId" clId="{83CC9F8B-F704-4A6B-AF9F-D920A0D337A6}" dt="2024-10-22T11:06:25.836" v="238" actId="1035"/>
          <ac:spMkLst>
            <pc:docMk/>
            <pc:sldMk cId="318846087" sldId="288"/>
            <ac:spMk id="8" creationId="{8BE70CF9-7D18-09E2-C08A-D1E9304D3C1F}"/>
          </ac:spMkLst>
        </pc:spChg>
        <pc:spChg chg="mod">
          <ac:chgData name="7 Town" userId="f001bd45134943c1" providerId="LiveId" clId="{83CC9F8B-F704-4A6B-AF9F-D920A0D337A6}" dt="2024-10-22T11:06:25.836" v="238" actId="1035"/>
          <ac:spMkLst>
            <pc:docMk/>
            <pc:sldMk cId="318846087" sldId="288"/>
            <ac:spMk id="9" creationId="{445D6A7C-71A6-4C2B-3F63-D31D29ED19F6}"/>
          </ac:spMkLst>
        </pc:spChg>
        <pc:spChg chg="mod">
          <ac:chgData name="7 Town" userId="f001bd45134943c1" providerId="LiveId" clId="{83CC9F8B-F704-4A6B-AF9F-D920A0D337A6}" dt="2024-10-22T11:06:25.836" v="238" actId="1035"/>
          <ac:spMkLst>
            <pc:docMk/>
            <pc:sldMk cId="318846087" sldId="288"/>
            <ac:spMk id="10" creationId="{B4994C29-7064-4E59-E00B-275FC1B07358}"/>
          </ac:spMkLst>
        </pc:spChg>
        <pc:spChg chg="mod">
          <ac:chgData name="7 Town" userId="f001bd45134943c1" providerId="LiveId" clId="{83CC9F8B-F704-4A6B-AF9F-D920A0D337A6}" dt="2024-10-22T11:06:25.836" v="238" actId="1035"/>
          <ac:spMkLst>
            <pc:docMk/>
            <pc:sldMk cId="318846087" sldId="288"/>
            <ac:spMk id="11" creationId="{99192795-6E92-2F2D-837D-7D72BC7BFCE5}"/>
          </ac:spMkLst>
        </pc:spChg>
        <pc:spChg chg="mod">
          <ac:chgData name="7 Town" userId="f001bd45134943c1" providerId="LiveId" clId="{83CC9F8B-F704-4A6B-AF9F-D920A0D337A6}" dt="2024-10-22T11:06:25.836" v="238" actId="1035"/>
          <ac:spMkLst>
            <pc:docMk/>
            <pc:sldMk cId="318846087" sldId="288"/>
            <ac:spMk id="12" creationId="{70C317EC-01BD-97B3-0A24-91E51D4FA1EF}"/>
          </ac:spMkLst>
        </pc:spChg>
        <pc:spChg chg="mod">
          <ac:chgData name="7 Town" userId="f001bd45134943c1" providerId="LiveId" clId="{83CC9F8B-F704-4A6B-AF9F-D920A0D337A6}" dt="2024-10-22T11:06:25.836" v="238" actId="1035"/>
          <ac:spMkLst>
            <pc:docMk/>
            <pc:sldMk cId="318846087" sldId="288"/>
            <ac:spMk id="13" creationId="{37F0943A-C2DC-3885-8AD0-B7ABDBC9067A}"/>
          </ac:spMkLst>
        </pc:spChg>
        <pc:spChg chg="mod">
          <ac:chgData name="7 Town" userId="f001bd45134943c1" providerId="LiveId" clId="{83CC9F8B-F704-4A6B-AF9F-D920A0D337A6}" dt="2024-10-22T11:06:37.973" v="263" actId="1036"/>
          <ac:spMkLst>
            <pc:docMk/>
            <pc:sldMk cId="318846087" sldId="288"/>
            <ac:spMk id="14" creationId="{38109467-A184-197C-632A-2FFD8BC8745C}"/>
          </ac:spMkLst>
        </pc:spChg>
        <pc:spChg chg="mod">
          <ac:chgData name="7 Town" userId="f001bd45134943c1" providerId="LiveId" clId="{83CC9F8B-F704-4A6B-AF9F-D920A0D337A6}" dt="2024-10-22T11:06:37.973" v="263" actId="1036"/>
          <ac:spMkLst>
            <pc:docMk/>
            <pc:sldMk cId="318846087" sldId="288"/>
            <ac:spMk id="15" creationId="{622861FE-43E3-BE6F-AAD6-3BAE04B87FF5}"/>
          </ac:spMkLst>
        </pc:spChg>
        <pc:spChg chg="add">
          <ac:chgData name="7 Town" userId="f001bd45134943c1" providerId="LiveId" clId="{83CC9F8B-F704-4A6B-AF9F-D920A0D337A6}" dt="2024-10-22T11:15:53.398" v="357"/>
          <ac:spMkLst>
            <pc:docMk/>
            <pc:sldMk cId="318846087" sldId="288"/>
            <ac:spMk id="16" creationId="{5DFCF150-CD55-E022-D264-FAA0C92A81A1}"/>
          </ac:spMkLst>
        </pc:spChg>
        <pc:spChg chg="add del mod">
          <ac:chgData name="7 Town" userId="f001bd45134943c1" providerId="LiveId" clId="{83CC9F8B-F704-4A6B-AF9F-D920A0D337A6}" dt="2024-10-22T11:16:02.429" v="359" actId="478"/>
          <ac:spMkLst>
            <pc:docMk/>
            <pc:sldMk cId="318846087" sldId="288"/>
            <ac:spMk id="18" creationId="{E4D8356D-3372-5DD3-ABD7-C3E3D029C5F4}"/>
          </ac:spMkLst>
        </pc:spChg>
        <pc:spChg chg="add del mod">
          <ac:chgData name="7 Town" userId="f001bd45134943c1" providerId="LiveId" clId="{83CC9F8B-F704-4A6B-AF9F-D920A0D337A6}" dt="2024-10-22T11:19:08.378" v="377" actId="478"/>
          <ac:spMkLst>
            <pc:docMk/>
            <pc:sldMk cId="318846087" sldId="288"/>
            <ac:spMk id="21" creationId="{64C52A5A-B3DC-7E91-2855-E2CEE1F85F90}"/>
          </ac:spMkLst>
        </pc:spChg>
        <pc:spChg chg="add">
          <ac:chgData name="7 Town" userId="f001bd45134943c1" providerId="LiveId" clId="{83CC9F8B-F704-4A6B-AF9F-D920A0D337A6}" dt="2024-10-22T11:18:37.154" v="374"/>
          <ac:spMkLst>
            <pc:docMk/>
            <pc:sldMk cId="318846087" sldId="288"/>
            <ac:spMk id="24" creationId="{46FAC706-06B9-52F5-82F1-2440F2B5C31D}"/>
          </ac:spMkLst>
        </pc:spChg>
        <pc:spChg chg="add">
          <ac:chgData name="7 Town" userId="f001bd45134943c1" providerId="LiveId" clId="{83CC9F8B-F704-4A6B-AF9F-D920A0D337A6}" dt="2024-10-22T11:18:54.451" v="376"/>
          <ac:spMkLst>
            <pc:docMk/>
            <pc:sldMk cId="318846087" sldId="288"/>
            <ac:spMk id="25" creationId="{242723EB-5949-88E3-244A-4B37BD363F74}"/>
          </ac:spMkLst>
        </pc:spChg>
        <pc:spChg chg="add del mod">
          <ac:chgData name="7 Town" userId="f001bd45134943c1" providerId="LiveId" clId="{83CC9F8B-F704-4A6B-AF9F-D920A0D337A6}" dt="2024-10-22T11:19:38.689" v="384" actId="478"/>
          <ac:spMkLst>
            <pc:docMk/>
            <pc:sldMk cId="318846087" sldId="288"/>
            <ac:spMk id="26" creationId="{5173AA55-7842-2517-AB0B-273E8FA19BD5}"/>
          </ac:spMkLst>
        </pc:spChg>
        <pc:spChg chg="mod">
          <ac:chgData name="7 Town" userId="f001bd45134943c1" providerId="LiveId" clId="{83CC9F8B-F704-4A6B-AF9F-D920A0D337A6}" dt="2024-10-22T11:21:40.198" v="397" actId="14100"/>
          <ac:spMkLst>
            <pc:docMk/>
            <pc:sldMk cId="318846087" sldId="288"/>
            <ac:spMk id="27" creationId="{614E7608-87A0-C975-7B19-02A8E1D5D793}"/>
          </ac:spMkLst>
        </pc:spChg>
        <pc:spChg chg="mod">
          <ac:chgData name="7 Town" userId="f001bd45134943c1" providerId="LiveId" clId="{83CC9F8B-F704-4A6B-AF9F-D920A0D337A6}" dt="2024-10-22T11:21:40.198" v="397" actId="14100"/>
          <ac:spMkLst>
            <pc:docMk/>
            <pc:sldMk cId="318846087" sldId="288"/>
            <ac:spMk id="28" creationId="{59FF19D7-838A-5346-21B9-217F349F5DB0}"/>
          </ac:spMkLst>
        </pc:spChg>
        <pc:spChg chg="mod">
          <ac:chgData name="7 Town" userId="f001bd45134943c1" providerId="LiveId" clId="{83CC9F8B-F704-4A6B-AF9F-D920A0D337A6}" dt="2024-10-22T11:07:41.352" v="309" actId="1035"/>
          <ac:spMkLst>
            <pc:docMk/>
            <pc:sldMk cId="318846087" sldId="288"/>
            <ac:spMk id="29" creationId="{101FEE64-7495-7D01-8C01-0AE6676EEBF4}"/>
          </ac:spMkLst>
        </pc:spChg>
        <pc:spChg chg="mod">
          <ac:chgData name="7 Town" userId="f001bd45134943c1" providerId="LiveId" clId="{83CC9F8B-F704-4A6B-AF9F-D920A0D337A6}" dt="2024-10-22T11:19:53.442" v="391" actId="20577"/>
          <ac:spMkLst>
            <pc:docMk/>
            <pc:sldMk cId="318846087" sldId="288"/>
            <ac:spMk id="30" creationId="{EBE1495D-4759-A823-2C52-3B5A9EFE3FA8}"/>
          </ac:spMkLst>
        </pc:spChg>
        <pc:spChg chg="mod">
          <ac:chgData name="7 Town" userId="f001bd45134943c1" providerId="LiveId" clId="{83CC9F8B-F704-4A6B-AF9F-D920A0D337A6}" dt="2024-10-22T11:28:14.826" v="456" actId="14100"/>
          <ac:spMkLst>
            <pc:docMk/>
            <pc:sldMk cId="318846087" sldId="288"/>
            <ac:spMk id="31" creationId="{FF11F988-6358-15E7-C494-F92DF8D0ED9E}"/>
          </ac:spMkLst>
        </pc:spChg>
        <pc:spChg chg="mod">
          <ac:chgData name="7 Town" userId="f001bd45134943c1" providerId="LiveId" clId="{83CC9F8B-F704-4A6B-AF9F-D920A0D337A6}" dt="2024-10-22T11:28:14.826" v="456" actId="14100"/>
          <ac:spMkLst>
            <pc:docMk/>
            <pc:sldMk cId="318846087" sldId="288"/>
            <ac:spMk id="32" creationId="{AC37BACA-216F-1F50-8702-26C8E3A2806A}"/>
          </ac:spMkLst>
        </pc:spChg>
        <pc:spChg chg="del mod">
          <ac:chgData name="7 Town" userId="f001bd45134943c1" providerId="LiveId" clId="{83CC9F8B-F704-4A6B-AF9F-D920A0D337A6}" dt="2024-10-22T11:23:14.127" v="411" actId="478"/>
          <ac:spMkLst>
            <pc:docMk/>
            <pc:sldMk cId="318846087" sldId="288"/>
            <ac:spMk id="33" creationId="{AE87CD96-4DA2-8B64-7347-DE7CA545A603}"/>
          </ac:spMkLst>
        </pc:spChg>
        <pc:spChg chg="mod">
          <ac:chgData name="7 Town" userId="f001bd45134943c1" providerId="LiveId" clId="{83CC9F8B-F704-4A6B-AF9F-D920A0D337A6}" dt="2024-10-22T11:07:41.352" v="309" actId="1035"/>
          <ac:spMkLst>
            <pc:docMk/>
            <pc:sldMk cId="318846087" sldId="288"/>
            <ac:spMk id="34" creationId="{70C45A25-6257-C4C4-36B7-44C0683589F4}"/>
          </ac:spMkLst>
        </pc:spChg>
        <pc:spChg chg="add del mod">
          <ac:chgData name="7 Town" userId="f001bd45134943c1" providerId="LiveId" clId="{83CC9F8B-F704-4A6B-AF9F-D920A0D337A6}" dt="2024-10-22T11:19:33.774" v="383" actId="1076"/>
          <ac:spMkLst>
            <pc:docMk/>
            <pc:sldMk cId="318846087" sldId="288"/>
            <ac:spMk id="35" creationId="{3B87B5AF-6609-159A-FC46-9546E4D4FC5E}"/>
          </ac:spMkLst>
        </pc:spChg>
        <pc:spChg chg="add">
          <ac:chgData name="7 Town" userId="f001bd45134943c1" providerId="LiveId" clId="{83CC9F8B-F704-4A6B-AF9F-D920A0D337A6}" dt="2024-10-22T11:19:49.672" v="389"/>
          <ac:spMkLst>
            <pc:docMk/>
            <pc:sldMk cId="318846087" sldId="288"/>
            <ac:spMk id="36" creationId="{1146E064-7D46-B222-F9D6-748E6DEF8949}"/>
          </ac:spMkLst>
        </pc:spChg>
        <pc:spChg chg="add mod">
          <ac:chgData name="7 Town" userId="f001bd45134943c1" providerId="LiveId" clId="{83CC9F8B-F704-4A6B-AF9F-D920A0D337A6}" dt="2024-10-22T11:28:21.177" v="457" actId="1076"/>
          <ac:spMkLst>
            <pc:docMk/>
            <pc:sldMk cId="318846087" sldId="288"/>
            <ac:spMk id="41" creationId="{C3A5E0ED-DD8C-03F5-881A-266B0B4B867D}"/>
          </ac:spMkLst>
        </pc:spChg>
        <pc:picChg chg="add mod">
          <ac:chgData name="7 Town" userId="f001bd45134943c1" providerId="LiveId" clId="{83CC9F8B-F704-4A6B-AF9F-D920A0D337A6}" dt="2024-10-22T11:18:08.618" v="372" actId="1076"/>
          <ac:picMkLst>
            <pc:docMk/>
            <pc:sldMk cId="318846087" sldId="288"/>
            <ac:picMk id="20" creationId="{80AD074C-5728-3181-046F-A9BFEF8AC877}"/>
          </ac:picMkLst>
        </pc:picChg>
        <pc:picChg chg="add mod">
          <ac:chgData name="7 Town" userId="f001bd45134943c1" providerId="LiveId" clId="{83CC9F8B-F704-4A6B-AF9F-D920A0D337A6}" dt="2024-10-22T11:20:25.547" v="394" actId="1076"/>
          <ac:picMkLst>
            <pc:docMk/>
            <pc:sldMk cId="318846087" sldId="288"/>
            <ac:picMk id="38" creationId="{EBD54673-69DB-9E9A-A576-04770A4F3140}"/>
          </ac:picMkLst>
        </pc:picChg>
        <pc:picChg chg="add mod">
          <ac:chgData name="7 Town" userId="f001bd45134943c1" providerId="LiveId" clId="{83CC9F8B-F704-4A6B-AF9F-D920A0D337A6}" dt="2024-10-22T11:21:56.068" v="404" actId="1076"/>
          <ac:picMkLst>
            <pc:docMk/>
            <pc:sldMk cId="318846087" sldId="288"/>
            <ac:picMk id="40" creationId="{06916173-B847-46BE-0F77-3522BB6C9A67}"/>
          </ac:picMkLst>
        </pc:picChg>
        <pc:picChg chg="add del mod">
          <ac:chgData name="7 Town" userId="f001bd45134943c1" providerId="LiveId" clId="{83CC9F8B-F704-4A6B-AF9F-D920A0D337A6}" dt="2024-10-22T11:11:42.691" v="332" actId="478"/>
          <ac:picMkLst>
            <pc:docMk/>
            <pc:sldMk cId="318846087" sldId="288"/>
            <ac:picMk id="1025" creationId="{C1668411-AFC9-C627-B3F0-40C0C40EB701}"/>
          </ac:picMkLst>
        </pc:picChg>
        <pc:picChg chg="add">
          <ac:chgData name="7 Town" userId="f001bd45134943c1" providerId="LiveId" clId="{83CC9F8B-F704-4A6B-AF9F-D920A0D337A6}" dt="2024-10-22T11:18:37.154" v="374"/>
          <ac:picMkLst>
            <pc:docMk/>
            <pc:sldMk cId="318846087" sldId="288"/>
            <ac:picMk id="1031" creationId="{2AB380E0-8455-0183-EA00-94090611B523}"/>
          </ac:picMkLst>
        </pc:picChg>
        <pc:picChg chg="add">
          <ac:chgData name="7 Town" userId="f001bd45134943c1" providerId="LiveId" clId="{83CC9F8B-F704-4A6B-AF9F-D920A0D337A6}" dt="2024-10-22T11:18:37.154" v="374"/>
          <ac:picMkLst>
            <pc:docMk/>
            <pc:sldMk cId="318846087" sldId="288"/>
            <ac:picMk id="1032" creationId="{70C2C893-DFC2-73BA-D009-30626626A289}"/>
          </ac:picMkLst>
        </pc:picChg>
        <pc:picChg chg="add">
          <ac:chgData name="7 Town" userId="f001bd45134943c1" providerId="LiveId" clId="{83CC9F8B-F704-4A6B-AF9F-D920A0D337A6}" dt="2024-10-22T11:18:54.451" v="376"/>
          <ac:picMkLst>
            <pc:docMk/>
            <pc:sldMk cId="318846087" sldId="288"/>
            <ac:picMk id="1034" creationId="{479AAB55-5070-6B39-2D70-E77EA1B59BDE}"/>
          </ac:picMkLst>
        </pc:picChg>
        <pc:picChg chg="add">
          <ac:chgData name="7 Town" userId="f001bd45134943c1" providerId="LiveId" clId="{83CC9F8B-F704-4A6B-AF9F-D920A0D337A6}" dt="2024-10-22T11:18:54.451" v="376"/>
          <ac:picMkLst>
            <pc:docMk/>
            <pc:sldMk cId="318846087" sldId="288"/>
            <ac:picMk id="1035" creationId="{5AE70016-844A-37E2-14F9-2A5CC09F84CC}"/>
          </ac:picMkLst>
        </pc:picChg>
        <pc:picChg chg="add del mod">
          <ac:chgData name="7 Town" userId="f001bd45134943c1" providerId="LiveId" clId="{83CC9F8B-F704-4A6B-AF9F-D920A0D337A6}" dt="2024-10-22T11:19:33.774" v="383" actId="1076"/>
          <ac:picMkLst>
            <pc:docMk/>
            <pc:sldMk cId="318846087" sldId="288"/>
            <ac:picMk id="1037" creationId="{F60E761E-B436-56F7-10AA-2DFCDB15C960}"/>
          </ac:picMkLst>
        </pc:picChg>
        <pc:picChg chg="add del mod">
          <ac:chgData name="7 Town" userId="f001bd45134943c1" providerId="LiveId" clId="{83CC9F8B-F704-4A6B-AF9F-D920A0D337A6}" dt="2024-10-22T11:19:33.774" v="383" actId="1076"/>
          <ac:picMkLst>
            <pc:docMk/>
            <pc:sldMk cId="318846087" sldId="288"/>
            <ac:picMk id="1038" creationId="{66DAA66B-9A96-F969-6F22-A31F88F9B22B}"/>
          </ac:picMkLst>
        </pc:picChg>
        <pc:picChg chg="add">
          <ac:chgData name="7 Town" userId="f001bd45134943c1" providerId="LiveId" clId="{83CC9F8B-F704-4A6B-AF9F-D920A0D337A6}" dt="2024-10-22T11:19:49.672" v="389"/>
          <ac:picMkLst>
            <pc:docMk/>
            <pc:sldMk cId="318846087" sldId="288"/>
            <ac:picMk id="1040" creationId="{BD2CA762-16AB-4B95-FDF1-4D392BC67742}"/>
          </ac:picMkLst>
        </pc:picChg>
        <pc:picChg chg="add">
          <ac:chgData name="7 Town" userId="f001bd45134943c1" providerId="LiveId" clId="{83CC9F8B-F704-4A6B-AF9F-D920A0D337A6}" dt="2024-10-22T11:19:49.672" v="389"/>
          <ac:picMkLst>
            <pc:docMk/>
            <pc:sldMk cId="318846087" sldId="288"/>
            <ac:picMk id="1041" creationId="{C181AAD1-50A4-41D0-F9CA-BD5661B19378}"/>
          </ac:picMkLst>
        </pc:picChg>
      </pc:sldChg>
      <pc:sldChg chg="addSp delSp modSp add mod">
        <pc:chgData name="7 Town" userId="f001bd45134943c1" providerId="LiveId" clId="{83CC9F8B-F704-4A6B-AF9F-D920A0D337A6}" dt="2024-10-22T16:08:10.947" v="1883" actId="20577"/>
        <pc:sldMkLst>
          <pc:docMk/>
          <pc:sldMk cId="931995051" sldId="289"/>
        </pc:sldMkLst>
        <pc:spChg chg="del">
          <ac:chgData name="7 Town" userId="f001bd45134943c1" providerId="LiveId" clId="{83CC9F8B-F704-4A6B-AF9F-D920A0D337A6}" dt="2024-10-22T14:52:38.212" v="795" actId="478"/>
          <ac:spMkLst>
            <pc:docMk/>
            <pc:sldMk cId="931995051" sldId="289"/>
            <ac:spMk id="3" creationId="{CE06B70B-18F6-B8B3-D13E-626405E478F7}"/>
          </ac:spMkLst>
        </pc:spChg>
        <pc:spChg chg="del">
          <ac:chgData name="7 Town" userId="f001bd45134943c1" providerId="LiveId" clId="{83CC9F8B-F704-4A6B-AF9F-D920A0D337A6}" dt="2024-10-22T14:52:38.212" v="795" actId="478"/>
          <ac:spMkLst>
            <pc:docMk/>
            <pc:sldMk cId="931995051" sldId="289"/>
            <ac:spMk id="4" creationId="{AF68772B-FA56-6D33-0717-D3DE7F912787}"/>
          </ac:spMkLst>
        </pc:spChg>
        <pc:spChg chg="del">
          <ac:chgData name="7 Town" userId="f001bd45134943c1" providerId="LiveId" clId="{83CC9F8B-F704-4A6B-AF9F-D920A0D337A6}" dt="2024-10-22T14:52:38.212" v="795" actId="478"/>
          <ac:spMkLst>
            <pc:docMk/>
            <pc:sldMk cId="931995051" sldId="289"/>
            <ac:spMk id="5" creationId="{9072FC5C-EE04-2646-0C06-DE928923F0C4}"/>
          </ac:spMkLst>
        </pc:spChg>
        <pc:spChg chg="del">
          <ac:chgData name="7 Town" userId="f001bd45134943c1" providerId="LiveId" clId="{83CC9F8B-F704-4A6B-AF9F-D920A0D337A6}" dt="2024-10-22T14:52:38.212" v="795" actId="478"/>
          <ac:spMkLst>
            <pc:docMk/>
            <pc:sldMk cId="931995051" sldId="289"/>
            <ac:spMk id="6" creationId="{A80E6436-28E0-A993-C143-99DEA177F337}"/>
          </ac:spMkLst>
        </pc:spChg>
        <pc:spChg chg="del">
          <ac:chgData name="7 Town" userId="f001bd45134943c1" providerId="LiveId" clId="{83CC9F8B-F704-4A6B-AF9F-D920A0D337A6}" dt="2024-10-22T14:52:38.212" v="795" actId="478"/>
          <ac:spMkLst>
            <pc:docMk/>
            <pc:sldMk cId="931995051" sldId="289"/>
            <ac:spMk id="7" creationId="{E56ADBE0-1B06-F4E4-9F81-8201B801B69E}"/>
          </ac:spMkLst>
        </pc:spChg>
        <pc:spChg chg="del">
          <ac:chgData name="7 Town" userId="f001bd45134943c1" providerId="LiveId" clId="{83CC9F8B-F704-4A6B-AF9F-D920A0D337A6}" dt="2024-10-22T14:52:38.212" v="795" actId="478"/>
          <ac:spMkLst>
            <pc:docMk/>
            <pc:sldMk cId="931995051" sldId="289"/>
            <ac:spMk id="8" creationId="{626995A2-ADA8-370E-C762-EDE7E96C6CC1}"/>
          </ac:spMkLst>
        </pc:spChg>
        <pc:spChg chg="del">
          <ac:chgData name="7 Town" userId="f001bd45134943c1" providerId="LiveId" clId="{83CC9F8B-F704-4A6B-AF9F-D920A0D337A6}" dt="2024-10-22T14:52:38.212" v="795" actId="478"/>
          <ac:spMkLst>
            <pc:docMk/>
            <pc:sldMk cId="931995051" sldId="289"/>
            <ac:spMk id="9" creationId="{006951A2-3230-8971-03A8-C254FE578AF4}"/>
          </ac:spMkLst>
        </pc:spChg>
        <pc:spChg chg="del">
          <ac:chgData name="7 Town" userId="f001bd45134943c1" providerId="LiveId" clId="{83CC9F8B-F704-4A6B-AF9F-D920A0D337A6}" dt="2024-10-22T14:52:38.212" v="795" actId="478"/>
          <ac:spMkLst>
            <pc:docMk/>
            <pc:sldMk cId="931995051" sldId="289"/>
            <ac:spMk id="10" creationId="{9CE173CA-A1EC-CF91-622A-59EAD9ACDF4A}"/>
          </ac:spMkLst>
        </pc:spChg>
        <pc:spChg chg="del">
          <ac:chgData name="7 Town" userId="f001bd45134943c1" providerId="LiveId" clId="{83CC9F8B-F704-4A6B-AF9F-D920A0D337A6}" dt="2024-10-22T14:52:40.066" v="796" actId="478"/>
          <ac:spMkLst>
            <pc:docMk/>
            <pc:sldMk cId="931995051" sldId="289"/>
            <ac:spMk id="11" creationId="{5E83BDF3-0AE0-154A-49BD-90521A58118D}"/>
          </ac:spMkLst>
        </pc:spChg>
        <pc:spChg chg="add mod">
          <ac:chgData name="7 Town" userId="f001bd45134943c1" providerId="LiveId" clId="{83CC9F8B-F704-4A6B-AF9F-D920A0D337A6}" dt="2024-10-22T16:08:10.947" v="1883" actId="20577"/>
          <ac:spMkLst>
            <pc:docMk/>
            <pc:sldMk cId="931995051" sldId="289"/>
            <ac:spMk id="13" creationId="{6DD44D6A-C93F-0CB5-FE14-905F659FE62B}"/>
          </ac:spMkLst>
        </pc:spChg>
        <pc:spChg chg="add mod">
          <ac:chgData name="7 Town" userId="f001bd45134943c1" providerId="LiveId" clId="{83CC9F8B-F704-4A6B-AF9F-D920A0D337A6}" dt="2024-10-22T15:13:15.331" v="1029" actId="1035"/>
          <ac:spMkLst>
            <pc:docMk/>
            <pc:sldMk cId="931995051" sldId="289"/>
            <ac:spMk id="14" creationId="{1D8B97BA-E908-8CDF-C0EF-42D6CE994263}"/>
          </ac:spMkLst>
        </pc:spChg>
        <pc:spChg chg="del">
          <ac:chgData name="7 Town" userId="f001bd45134943c1" providerId="LiveId" clId="{83CC9F8B-F704-4A6B-AF9F-D920A0D337A6}" dt="2024-10-22T14:52:38.212" v="795" actId="478"/>
          <ac:spMkLst>
            <pc:docMk/>
            <pc:sldMk cId="931995051" sldId="289"/>
            <ac:spMk id="75" creationId="{3F54F971-70AF-184D-84F0-1701EDD36EA3}"/>
          </ac:spMkLst>
        </pc:spChg>
        <pc:picChg chg="add mod">
          <ac:chgData name="7 Town" userId="f001bd45134943c1" providerId="LiveId" clId="{83CC9F8B-F704-4A6B-AF9F-D920A0D337A6}" dt="2024-10-22T15:13:15.331" v="1029" actId="1035"/>
          <ac:picMkLst>
            <pc:docMk/>
            <pc:sldMk cId="931995051" sldId="289"/>
            <ac:picMk id="12" creationId="{65B30587-E733-53A1-A13F-7D7049DE9A6C}"/>
          </ac:picMkLst>
        </pc:picChg>
      </pc:sldChg>
      <pc:sldChg chg="addSp delSp modSp add mod">
        <pc:chgData name="7 Town" userId="f001bd45134943c1" providerId="LiveId" clId="{83CC9F8B-F704-4A6B-AF9F-D920A0D337A6}" dt="2024-10-22T15:39:29.232" v="1305" actId="20577"/>
        <pc:sldMkLst>
          <pc:docMk/>
          <pc:sldMk cId="1466323703" sldId="290"/>
        </pc:sldMkLst>
        <pc:spChg chg="add del mod">
          <ac:chgData name="7 Town" userId="f001bd45134943c1" providerId="LiveId" clId="{83CC9F8B-F704-4A6B-AF9F-D920A0D337A6}" dt="2024-10-22T15:35:12.807" v="1213" actId="478"/>
          <ac:spMkLst>
            <pc:docMk/>
            <pc:sldMk cId="1466323703" sldId="290"/>
            <ac:spMk id="2" creationId="{FE85DC4E-A27E-36DC-8358-A80CF3E53A50}"/>
          </ac:spMkLst>
        </pc:spChg>
        <pc:spChg chg="add del mod">
          <ac:chgData name="7 Town" userId="f001bd45134943c1" providerId="LiveId" clId="{83CC9F8B-F704-4A6B-AF9F-D920A0D337A6}" dt="2024-10-22T15:35:14.173" v="1214" actId="478"/>
          <ac:spMkLst>
            <pc:docMk/>
            <pc:sldMk cId="1466323703" sldId="290"/>
            <ac:spMk id="3" creationId="{E55ECFCF-4B1C-AC62-EE04-6DAD4DF1FD30}"/>
          </ac:spMkLst>
        </pc:spChg>
        <pc:spChg chg="add mod">
          <ac:chgData name="7 Town" userId="f001bd45134943c1" providerId="LiveId" clId="{83CC9F8B-F704-4A6B-AF9F-D920A0D337A6}" dt="2024-10-22T15:38:19.357" v="1269" actId="1035"/>
          <ac:spMkLst>
            <pc:docMk/>
            <pc:sldMk cId="1466323703" sldId="290"/>
            <ac:spMk id="4" creationId="{BB7C5811-3E63-C9B2-A4F2-EF9AFCB9FFC8}"/>
          </ac:spMkLst>
        </pc:spChg>
        <pc:spChg chg="add mod">
          <ac:chgData name="7 Town" userId="f001bd45134943c1" providerId="LiveId" clId="{83CC9F8B-F704-4A6B-AF9F-D920A0D337A6}" dt="2024-10-22T15:36:46.328" v="1239" actId="1076"/>
          <ac:spMkLst>
            <pc:docMk/>
            <pc:sldMk cId="1466323703" sldId="290"/>
            <ac:spMk id="5" creationId="{CC1229C5-EB4F-F095-38D2-E4CA77DC10B1}"/>
          </ac:spMkLst>
        </pc:spChg>
        <pc:spChg chg="add mod">
          <ac:chgData name="7 Town" userId="f001bd45134943c1" providerId="LiveId" clId="{83CC9F8B-F704-4A6B-AF9F-D920A0D337A6}" dt="2024-10-22T15:36:46.328" v="1239" actId="1076"/>
          <ac:spMkLst>
            <pc:docMk/>
            <pc:sldMk cId="1466323703" sldId="290"/>
            <ac:spMk id="6" creationId="{CC5B8E47-D1A6-C221-F15C-069603A402EB}"/>
          </ac:spMkLst>
        </pc:spChg>
        <pc:spChg chg="add mod">
          <ac:chgData name="7 Town" userId="f001bd45134943c1" providerId="LiveId" clId="{83CC9F8B-F704-4A6B-AF9F-D920A0D337A6}" dt="2024-10-22T15:36:46.328" v="1239" actId="1076"/>
          <ac:spMkLst>
            <pc:docMk/>
            <pc:sldMk cId="1466323703" sldId="290"/>
            <ac:spMk id="7" creationId="{D053EE77-1B3C-044F-0116-A768D735CD4D}"/>
          </ac:spMkLst>
        </pc:spChg>
        <pc:spChg chg="add del mod">
          <ac:chgData name="7 Town" userId="f001bd45134943c1" providerId="LiveId" clId="{83CC9F8B-F704-4A6B-AF9F-D920A0D337A6}" dt="2024-10-22T15:34:07.573" v="1186" actId="478"/>
          <ac:spMkLst>
            <pc:docMk/>
            <pc:sldMk cId="1466323703" sldId="290"/>
            <ac:spMk id="8" creationId="{19EDE3C8-3304-74BD-3C02-7FF52919459F}"/>
          </ac:spMkLst>
        </pc:spChg>
        <pc:spChg chg="add del mod">
          <ac:chgData name="7 Town" userId="f001bd45134943c1" providerId="LiveId" clId="{83CC9F8B-F704-4A6B-AF9F-D920A0D337A6}" dt="2024-10-22T15:34:08.690" v="1187" actId="478"/>
          <ac:spMkLst>
            <pc:docMk/>
            <pc:sldMk cId="1466323703" sldId="290"/>
            <ac:spMk id="9" creationId="{2F914F9A-FD3A-07B5-D722-DC2C7388A868}"/>
          </ac:spMkLst>
        </pc:spChg>
        <pc:spChg chg="add del mod">
          <ac:chgData name="7 Town" userId="f001bd45134943c1" providerId="LiveId" clId="{83CC9F8B-F704-4A6B-AF9F-D920A0D337A6}" dt="2024-10-22T15:36:35.456" v="1238" actId="478"/>
          <ac:spMkLst>
            <pc:docMk/>
            <pc:sldMk cId="1466323703" sldId="290"/>
            <ac:spMk id="10" creationId="{366D1F9C-CC33-A38E-67FA-A4CD495BBBF8}"/>
          </ac:spMkLst>
        </pc:spChg>
        <pc:spChg chg="add del mod">
          <ac:chgData name="7 Town" userId="f001bd45134943c1" providerId="LiveId" clId="{83CC9F8B-F704-4A6B-AF9F-D920A0D337A6}" dt="2024-10-22T15:36:35.456" v="1238" actId="478"/>
          <ac:spMkLst>
            <pc:docMk/>
            <pc:sldMk cId="1466323703" sldId="290"/>
            <ac:spMk id="11" creationId="{B9E79AB8-FAE9-EB5D-5A00-A250258BB13E}"/>
          </ac:spMkLst>
        </pc:spChg>
        <pc:spChg chg="del">
          <ac:chgData name="7 Town" userId="f001bd45134943c1" providerId="LiveId" clId="{83CC9F8B-F704-4A6B-AF9F-D920A0D337A6}" dt="2024-10-22T15:30:16.416" v="1100" actId="478"/>
          <ac:spMkLst>
            <pc:docMk/>
            <pc:sldMk cId="1466323703" sldId="290"/>
            <ac:spMk id="13" creationId="{974636C3-A0F7-6E8D-EA46-C4C8838F4BD1}"/>
          </ac:spMkLst>
        </pc:spChg>
        <pc:spChg chg="del">
          <ac:chgData name="7 Town" userId="f001bd45134943c1" providerId="LiveId" clId="{83CC9F8B-F704-4A6B-AF9F-D920A0D337A6}" dt="2024-10-22T15:30:16.416" v="1100" actId="478"/>
          <ac:spMkLst>
            <pc:docMk/>
            <pc:sldMk cId="1466323703" sldId="290"/>
            <ac:spMk id="14" creationId="{35094E69-6D0E-A979-F282-34D7356266E1}"/>
          </ac:spMkLst>
        </pc:spChg>
        <pc:spChg chg="add mod">
          <ac:chgData name="7 Town" userId="f001bd45134943c1" providerId="LiveId" clId="{83CC9F8B-F704-4A6B-AF9F-D920A0D337A6}" dt="2024-10-22T15:38:19.357" v="1269" actId="1035"/>
          <ac:spMkLst>
            <pc:docMk/>
            <pc:sldMk cId="1466323703" sldId="290"/>
            <ac:spMk id="20" creationId="{95910A85-869B-5B11-B70F-6C283AF6F928}"/>
          </ac:spMkLst>
        </pc:spChg>
        <pc:spChg chg="add mod">
          <ac:chgData name="7 Town" userId="f001bd45134943c1" providerId="LiveId" clId="{83CC9F8B-F704-4A6B-AF9F-D920A0D337A6}" dt="2024-10-22T15:38:42.989" v="1295" actId="20577"/>
          <ac:spMkLst>
            <pc:docMk/>
            <pc:sldMk cId="1466323703" sldId="290"/>
            <ac:spMk id="21" creationId="{F94572C4-2EFF-32CA-07EA-B0B816652E00}"/>
          </ac:spMkLst>
        </pc:spChg>
        <pc:spChg chg="mod">
          <ac:chgData name="7 Town" userId="f001bd45134943c1" providerId="LiveId" clId="{83CC9F8B-F704-4A6B-AF9F-D920A0D337A6}" dt="2024-10-22T15:39:29.232" v="1305" actId="20577"/>
          <ac:spMkLst>
            <pc:docMk/>
            <pc:sldMk cId="1466323703" sldId="290"/>
            <ac:spMk id="23" creationId="{EC96BF32-3132-AB08-F592-5904D524EA37}"/>
          </ac:spMkLst>
        </pc:spChg>
        <pc:picChg chg="del">
          <ac:chgData name="7 Town" userId="f001bd45134943c1" providerId="LiveId" clId="{83CC9F8B-F704-4A6B-AF9F-D920A0D337A6}" dt="2024-10-22T15:30:08.370" v="1099" actId="478"/>
          <ac:picMkLst>
            <pc:docMk/>
            <pc:sldMk cId="1466323703" sldId="290"/>
            <ac:picMk id="12" creationId="{E08F6931-F537-AD19-7ED4-61223428342C}"/>
          </ac:picMkLst>
        </pc:picChg>
        <pc:cxnChg chg="add del mod">
          <ac:chgData name="7 Town" userId="f001bd45134943c1" providerId="LiveId" clId="{83CC9F8B-F704-4A6B-AF9F-D920A0D337A6}" dt="2024-10-22T15:34:09.728" v="1188" actId="478"/>
          <ac:cxnSpMkLst>
            <pc:docMk/>
            <pc:sldMk cId="1466323703" sldId="290"/>
            <ac:cxnSpMk id="15" creationId="{13C0C775-5040-C5DA-2015-45E4AC5842FF}"/>
          </ac:cxnSpMkLst>
        </pc:cxnChg>
        <pc:cxnChg chg="mod">
          <ac:chgData name="7 Town" userId="f001bd45134943c1" providerId="LiveId" clId="{83CC9F8B-F704-4A6B-AF9F-D920A0D337A6}" dt="2024-10-22T15:39:29.232" v="1305" actId="20577"/>
          <ac:cxnSpMkLst>
            <pc:docMk/>
            <pc:sldMk cId="1466323703" sldId="290"/>
            <ac:cxnSpMk id="17" creationId="{84BB5227-AE69-9131-88EE-55C4500A7B2F}"/>
          </ac:cxnSpMkLst>
        </pc:cxnChg>
      </pc:sldChg>
      <pc:sldChg chg="addSp delSp modSp add mod">
        <pc:chgData name="7 Town" userId="f001bd45134943c1" providerId="LiveId" clId="{83CC9F8B-F704-4A6B-AF9F-D920A0D337A6}" dt="2024-10-22T15:48:50.648" v="1509" actId="20577"/>
        <pc:sldMkLst>
          <pc:docMk/>
          <pc:sldMk cId="0" sldId="291"/>
        </pc:sldMkLst>
        <pc:spChg chg="del">
          <ac:chgData name="7 Town" userId="f001bd45134943c1" providerId="LiveId" clId="{83CC9F8B-F704-4A6B-AF9F-D920A0D337A6}" dt="2024-10-22T15:43:28.265" v="1357" actId="478"/>
          <ac:spMkLst>
            <pc:docMk/>
            <pc:sldMk cId="0" sldId="291"/>
            <ac:spMk id="10" creationId="{00000000-0000-0000-0000-000000000000}"/>
          </ac:spMkLst>
        </pc:spChg>
        <pc:spChg chg="del">
          <ac:chgData name="7 Town" userId="f001bd45134943c1" providerId="LiveId" clId="{83CC9F8B-F704-4A6B-AF9F-D920A0D337A6}" dt="2024-10-22T15:43:28.265" v="1357" actId="478"/>
          <ac:spMkLst>
            <pc:docMk/>
            <pc:sldMk cId="0" sldId="291"/>
            <ac:spMk id="11" creationId="{00000000-0000-0000-0000-000000000000}"/>
          </ac:spMkLst>
        </pc:spChg>
        <pc:spChg chg="mod">
          <ac:chgData name="7 Town" userId="f001bd45134943c1" providerId="LiveId" clId="{83CC9F8B-F704-4A6B-AF9F-D920A0D337A6}" dt="2024-10-22T15:48:44.863" v="1504" actId="20577"/>
          <ac:spMkLst>
            <pc:docMk/>
            <pc:sldMk cId="0" sldId="291"/>
            <ac:spMk id="22" creationId="{00000000-0000-0000-0000-000000000000}"/>
          </ac:spMkLst>
        </pc:spChg>
        <pc:spChg chg="mod">
          <ac:chgData name="7 Town" userId="f001bd45134943c1" providerId="LiveId" clId="{83CC9F8B-F704-4A6B-AF9F-D920A0D337A6}" dt="2024-10-22T15:48:50.648" v="1509" actId="20577"/>
          <ac:spMkLst>
            <pc:docMk/>
            <pc:sldMk cId="0" sldId="291"/>
            <ac:spMk id="23" creationId="{00000000-0000-0000-0000-000000000000}"/>
          </ac:spMkLst>
        </pc:spChg>
        <pc:spChg chg="mod">
          <ac:chgData name="7 Town" userId="f001bd45134943c1" providerId="LiveId" clId="{83CC9F8B-F704-4A6B-AF9F-D920A0D337A6}" dt="2024-10-22T15:44:07.446" v="1365" actId="1076"/>
          <ac:spMkLst>
            <pc:docMk/>
            <pc:sldMk cId="0" sldId="291"/>
            <ac:spMk id="68" creationId="{00000000-0000-0000-0000-000000000000}"/>
          </ac:spMkLst>
        </pc:spChg>
        <pc:spChg chg="mod">
          <ac:chgData name="7 Town" userId="f001bd45134943c1" providerId="LiveId" clId="{83CC9F8B-F704-4A6B-AF9F-D920A0D337A6}" dt="2024-10-22T15:48:31.029" v="1499" actId="20577"/>
          <ac:spMkLst>
            <pc:docMk/>
            <pc:sldMk cId="0" sldId="291"/>
            <ac:spMk id="72" creationId="{00000000-0000-0000-0000-000000000000}"/>
          </ac:spMkLst>
        </pc:spChg>
        <pc:spChg chg="mod">
          <ac:chgData name="7 Town" userId="f001bd45134943c1" providerId="LiveId" clId="{83CC9F8B-F704-4A6B-AF9F-D920A0D337A6}" dt="2024-10-22T15:44:27.429" v="1384" actId="14100"/>
          <ac:spMkLst>
            <pc:docMk/>
            <pc:sldMk cId="0" sldId="291"/>
            <ac:spMk id="73" creationId="{00000000-0000-0000-0000-000000000000}"/>
          </ac:spMkLst>
        </pc:spChg>
        <pc:spChg chg="del">
          <ac:chgData name="7 Town" userId="f001bd45134943c1" providerId="LiveId" clId="{83CC9F8B-F704-4A6B-AF9F-D920A0D337A6}" dt="2024-10-22T15:44:10.461" v="1366" actId="478"/>
          <ac:spMkLst>
            <pc:docMk/>
            <pc:sldMk cId="0" sldId="291"/>
            <ac:spMk id="76" creationId="{00000000-0000-0000-0000-000000000000}"/>
          </ac:spMkLst>
        </pc:spChg>
        <pc:picChg chg="add mod">
          <ac:chgData name="7 Town" userId="f001bd45134943c1" providerId="LiveId" clId="{83CC9F8B-F704-4A6B-AF9F-D920A0D337A6}" dt="2024-10-22T15:43:40.566" v="1359" actId="1076"/>
          <ac:picMkLst>
            <pc:docMk/>
            <pc:sldMk cId="0" sldId="291"/>
            <ac:picMk id="2" creationId="{A5362694-5E33-756B-9244-1525246A2636}"/>
          </ac:picMkLst>
        </pc:picChg>
        <pc:picChg chg="del">
          <ac:chgData name="7 Town" userId="f001bd45134943c1" providerId="LiveId" clId="{83CC9F8B-F704-4A6B-AF9F-D920A0D337A6}" dt="2024-10-22T15:43:03.316" v="1353" actId="478"/>
          <ac:picMkLst>
            <pc:docMk/>
            <pc:sldMk cId="0" sldId="291"/>
            <ac:picMk id="67" creationId="{00000000-0000-0000-0000-000000000000}"/>
          </ac:picMkLst>
        </pc:picChg>
        <pc:cxnChg chg="del">
          <ac:chgData name="7 Town" userId="f001bd45134943c1" providerId="LiveId" clId="{83CC9F8B-F704-4A6B-AF9F-D920A0D337A6}" dt="2024-10-22T15:43:28.265" v="1357" actId="478"/>
          <ac:cxnSpMkLst>
            <pc:docMk/>
            <pc:sldMk cId="0" sldId="291"/>
            <ac:cxnSpMk id="12" creationId="{00000000-0000-0000-0000-000000000000}"/>
          </ac:cxnSpMkLst>
        </pc:cxnChg>
        <pc:cxnChg chg="mod">
          <ac:chgData name="7 Town" userId="f001bd45134943c1" providerId="LiveId" clId="{83CC9F8B-F704-4A6B-AF9F-D920A0D337A6}" dt="2024-10-22T15:48:50.240" v="1508" actId="20577"/>
          <ac:cxnSpMkLst>
            <pc:docMk/>
            <pc:sldMk cId="0" sldId="291"/>
            <ac:cxnSpMk id="17" creationId="{00000000-0000-0000-0000-000000000000}"/>
          </ac:cxnSpMkLst>
        </pc:cxnChg>
        <pc:cxnChg chg="mod">
          <ac:chgData name="7 Town" userId="f001bd45134943c1" providerId="LiveId" clId="{83CC9F8B-F704-4A6B-AF9F-D920A0D337A6}" dt="2024-10-22T15:44:33.699" v="1385" actId="14100"/>
          <ac:cxnSpMkLst>
            <pc:docMk/>
            <pc:sldMk cId="0" sldId="291"/>
            <ac:cxnSpMk id="74" creationId="{00000000-0000-0000-0000-000000000000}"/>
          </ac:cxnSpMkLst>
        </pc:cxnChg>
      </pc:sldChg>
      <pc:sldChg chg="addSp delSp modSp add mod ord">
        <pc:chgData name="7 Town" userId="f001bd45134943c1" providerId="LiveId" clId="{83CC9F8B-F704-4A6B-AF9F-D920A0D337A6}" dt="2024-10-22T16:18:25.790" v="2127" actId="1076"/>
        <pc:sldMkLst>
          <pc:docMk/>
          <pc:sldMk cId="1281382066" sldId="292"/>
        </pc:sldMkLst>
        <pc:spChg chg="add mod">
          <ac:chgData name="7 Town" userId="f001bd45134943c1" providerId="LiveId" clId="{83CC9F8B-F704-4A6B-AF9F-D920A0D337A6}" dt="2024-10-22T16:18:16.616" v="2126"/>
          <ac:spMkLst>
            <pc:docMk/>
            <pc:sldMk cId="1281382066" sldId="292"/>
            <ac:spMk id="4" creationId="{DEE34491-FFA6-08F0-FBAA-5785B28F8B02}"/>
          </ac:spMkLst>
        </pc:spChg>
        <pc:spChg chg="del">
          <ac:chgData name="7 Town" userId="f001bd45134943c1" providerId="LiveId" clId="{83CC9F8B-F704-4A6B-AF9F-D920A0D337A6}" dt="2024-10-22T16:06:47.266" v="1840" actId="478"/>
          <ac:spMkLst>
            <pc:docMk/>
            <pc:sldMk cId="1281382066" sldId="292"/>
            <ac:spMk id="68" creationId="{0C2A3541-C967-68CE-0D3E-2AE5DA80CCC3}"/>
          </ac:spMkLst>
        </pc:spChg>
        <pc:spChg chg="mod">
          <ac:chgData name="7 Town" userId="f001bd45134943c1" providerId="LiveId" clId="{83CC9F8B-F704-4A6B-AF9F-D920A0D337A6}" dt="2024-10-22T16:18:25.790" v="2127" actId="1076"/>
          <ac:spMkLst>
            <pc:docMk/>
            <pc:sldMk cId="1281382066" sldId="292"/>
            <ac:spMk id="72" creationId="{827AA2A5-9D35-8A4E-C14C-8A91909F41B3}"/>
          </ac:spMkLst>
        </pc:spChg>
        <pc:spChg chg="mod">
          <ac:chgData name="7 Town" userId="f001bd45134943c1" providerId="LiveId" clId="{83CC9F8B-F704-4A6B-AF9F-D920A0D337A6}" dt="2024-10-22T16:18:25.790" v="2127" actId="1076"/>
          <ac:spMkLst>
            <pc:docMk/>
            <pc:sldMk cId="1281382066" sldId="292"/>
            <ac:spMk id="73" creationId="{A20D253E-2709-2474-E5B6-61BC47864AF2}"/>
          </ac:spMkLst>
        </pc:spChg>
        <pc:picChg chg="del">
          <ac:chgData name="7 Town" userId="f001bd45134943c1" providerId="LiveId" clId="{83CC9F8B-F704-4A6B-AF9F-D920A0D337A6}" dt="2024-10-22T16:06:47.916" v="1841" actId="478"/>
          <ac:picMkLst>
            <pc:docMk/>
            <pc:sldMk cId="1281382066" sldId="292"/>
            <ac:picMk id="2" creationId="{4A62D73B-A257-7DD2-0EB3-7FB9AA8DF448}"/>
          </ac:picMkLst>
        </pc:picChg>
        <pc:picChg chg="add mod">
          <ac:chgData name="7 Town" userId="f001bd45134943c1" providerId="LiveId" clId="{83CC9F8B-F704-4A6B-AF9F-D920A0D337A6}" dt="2024-10-22T16:18:16.616" v="2126"/>
          <ac:picMkLst>
            <pc:docMk/>
            <pc:sldMk cId="1281382066" sldId="292"/>
            <ac:picMk id="5" creationId="{3A644493-7A81-F92C-6BF3-369269C01F74}"/>
          </ac:picMkLst>
        </pc:picChg>
        <pc:cxnChg chg="mod">
          <ac:chgData name="7 Town" userId="f001bd45134943c1" providerId="LiveId" clId="{83CC9F8B-F704-4A6B-AF9F-D920A0D337A6}" dt="2024-10-22T16:18:25.790" v="2127" actId="1076"/>
          <ac:cxnSpMkLst>
            <pc:docMk/>
            <pc:sldMk cId="1281382066" sldId="292"/>
            <ac:cxnSpMk id="74" creationId="{26C77CC2-D923-85B0-CAA0-1190930D21E0}"/>
          </ac:cxnSpMkLst>
        </pc:cxnChg>
      </pc:sldChg>
      <pc:sldChg chg="add del">
        <pc:chgData name="7 Town" userId="f001bd45134943c1" providerId="LiveId" clId="{83CC9F8B-F704-4A6B-AF9F-D920A0D337A6}" dt="2024-10-22T16:02:42.537" v="1830" actId="47"/>
        <pc:sldMkLst>
          <pc:docMk/>
          <pc:sldMk cId="4209720937" sldId="292"/>
        </pc:sldMkLst>
      </pc:sldChg>
      <pc:sldChg chg="addSp delSp modSp add mod">
        <pc:chgData name="7 Town" userId="f001bd45134943c1" providerId="LiveId" clId="{83CC9F8B-F704-4A6B-AF9F-D920A0D337A6}" dt="2024-10-22T16:40:31.669" v="2624" actId="20577"/>
        <pc:sldMkLst>
          <pc:docMk/>
          <pc:sldMk cId="334691803" sldId="293"/>
        </pc:sldMkLst>
        <pc:spChg chg="mod">
          <ac:chgData name="7 Town" userId="f001bd45134943c1" providerId="LiveId" clId="{83CC9F8B-F704-4A6B-AF9F-D920A0D337A6}" dt="2024-10-22T16:36:06.039" v="2566" actId="20577"/>
          <ac:spMkLst>
            <pc:docMk/>
            <pc:sldMk cId="334691803" sldId="293"/>
            <ac:spMk id="7" creationId="{3DF4FB00-C2EF-D8C1-9D5F-20EFD02D825D}"/>
          </ac:spMkLst>
        </pc:spChg>
        <pc:spChg chg="mod">
          <ac:chgData name="7 Town" userId="f001bd45134943c1" providerId="LiveId" clId="{83CC9F8B-F704-4A6B-AF9F-D920A0D337A6}" dt="2024-10-22T16:38:46.070" v="2616" actId="1076"/>
          <ac:spMkLst>
            <pc:docMk/>
            <pc:sldMk cId="334691803" sldId="293"/>
            <ac:spMk id="9" creationId="{90827788-1822-76FE-AC98-74A0D8246691}"/>
          </ac:spMkLst>
        </pc:spChg>
        <pc:spChg chg="mod">
          <ac:chgData name="7 Town" userId="f001bd45134943c1" providerId="LiveId" clId="{83CC9F8B-F704-4A6B-AF9F-D920A0D337A6}" dt="2024-10-22T16:36:13.840" v="2578" actId="20577"/>
          <ac:spMkLst>
            <pc:docMk/>
            <pc:sldMk cId="334691803" sldId="293"/>
            <ac:spMk id="24" creationId="{7B1980A3-562C-5C09-52BB-1E2B8D758A82}"/>
          </ac:spMkLst>
        </pc:spChg>
        <pc:spChg chg="mod">
          <ac:chgData name="7 Town" userId="f001bd45134943c1" providerId="LiveId" clId="{83CC9F8B-F704-4A6B-AF9F-D920A0D337A6}" dt="2024-10-22T16:37:04.505" v="2600" actId="20577"/>
          <ac:spMkLst>
            <pc:docMk/>
            <pc:sldMk cId="334691803" sldId="293"/>
            <ac:spMk id="26" creationId="{5603FFEC-4EF4-5661-B5D9-2B8C673F4C18}"/>
          </ac:spMkLst>
        </pc:spChg>
        <pc:spChg chg="mod">
          <ac:chgData name="7 Town" userId="f001bd45134943c1" providerId="LiveId" clId="{83CC9F8B-F704-4A6B-AF9F-D920A0D337A6}" dt="2024-10-22T16:40:31.669" v="2624" actId="20577"/>
          <ac:spMkLst>
            <pc:docMk/>
            <pc:sldMk cId="334691803" sldId="293"/>
            <ac:spMk id="27" creationId="{FF9B6280-5F83-AA6A-BAF0-8FEA89234975}"/>
          </ac:spMkLst>
        </pc:spChg>
        <pc:spChg chg="mod">
          <ac:chgData name="7 Town" userId="f001bd45134943c1" providerId="LiveId" clId="{83CC9F8B-F704-4A6B-AF9F-D920A0D337A6}" dt="2024-10-22T16:36:16.441" v="2580" actId="20577"/>
          <ac:spMkLst>
            <pc:docMk/>
            <pc:sldMk cId="334691803" sldId="293"/>
            <ac:spMk id="40" creationId="{9A35823D-7AA9-036A-DB9E-5185EBB0A792}"/>
          </ac:spMkLst>
        </pc:spChg>
        <pc:picChg chg="del">
          <ac:chgData name="7 Town" userId="f001bd45134943c1" providerId="LiveId" clId="{83CC9F8B-F704-4A6B-AF9F-D920A0D337A6}" dt="2024-10-22T16:36:18.301" v="2581" actId="478"/>
          <ac:picMkLst>
            <pc:docMk/>
            <pc:sldMk cId="334691803" sldId="293"/>
            <ac:picMk id="4" creationId="{F337E0ED-76ED-27ED-8CB4-361C682D5D5C}"/>
          </ac:picMkLst>
        </pc:picChg>
        <pc:picChg chg="add mod">
          <ac:chgData name="7 Town" userId="f001bd45134943c1" providerId="LiveId" clId="{83CC9F8B-F704-4A6B-AF9F-D920A0D337A6}" dt="2024-10-22T16:36:35.960" v="2587" actId="1076"/>
          <ac:picMkLst>
            <pc:docMk/>
            <pc:sldMk cId="334691803" sldId="293"/>
            <ac:picMk id="5" creationId="{31C5A02B-3950-8AC9-7C41-1CA031EC0761}"/>
          </ac:picMkLst>
        </pc:picChg>
        <pc:picChg chg="del">
          <ac:chgData name="7 Town" userId="f001bd45134943c1" providerId="LiveId" clId="{83CC9F8B-F704-4A6B-AF9F-D920A0D337A6}" dt="2024-10-22T16:36:19.810" v="2582" actId="478"/>
          <ac:picMkLst>
            <pc:docMk/>
            <pc:sldMk cId="334691803" sldId="293"/>
            <ac:picMk id="8" creationId="{7579106F-12F9-02BC-70E9-52AA0263E0E1}"/>
          </ac:picMkLst>
        </pc:picChg>
        <pc:picChg chg="add mod">
          <ac:chgData name="7 Town" userId="f001bd45134943c1" providerId="LiveId" clId="{83CC9F8B-F704-4A6B-AF9F-D920A0D337A6}" dt="2024-10-22T16:36:55.080" v="2593" actId="1076"/>
          <ac:picMkLst>
            <pc:docMk/>
            <pc:sldMk cId="334691803" sldId="293"/>
            <ac:picMk id="11" creationId="{A9ECFA02-DAF9-1D3D-4E3C-7A5E7F4679DD}"/>
          </ac:picMkLst>
        </pc:picChg>
      </pc:sldChg>
      <pc:sldChg chg="delSp modSp add del mod">
        <pc:chgData name="7 Town" userId="f001bd45134943c1" providerId="LiveId" clId="{83CC9F8B-F704-4A6B-AF9F-D920A0D337A6}" dt="2024-10-22T16:35:54.530" v="2541" actId="47"/>
        <pc:sldMkLst>
          <pc:docMk/>
          <pc:sldMk cId="4220362203" sldId="293"/>
        </pc:sldMkLst>
        <pc:spChg chg="mod">
          <ac:chgData name="7 Town" userId="f001bd45134943c1" providerId="LiveId" clId="{83CC9F8B-F704-4A6B-AF9F-D920A0D337A6}" dt="2024-10-22T16:35:26.472" v="2538" actId="20577"/>
          <ac:spMkLst>
            <pc:docMk/>
            <pc:sldMk cId="4220362203" sldId="293"/>
            <ac:spMk id="7" creationId="{3C78250C-F7D1-BB50-8782-9F0C216DDEEF}"/>
          </ac:spMkLst>
        </pc:spChg>
        <pc:spChg chg="mod">
          <ac:chgData name="7 Town" userId="f001bd45134943c1" providerId="LiveId" clId="{83CC9F8B-F704-4A6B-AF9F-D920A0D337A6}" dt="2024-10-22T16:35:16.320" v="2511" actId="20577"/>
          <ac:spMkLst>
            <pc:docMk/>
            <pc:sldMk cId="4220362203" sldId="293"/>
            <ac:spMk id="24" creationId="{A55EB988-DDB0-20FE-EA24-88D1CDD4F95D}"/>
          </ac:spMkLst>
        </pc:spChg>
        <pc:spChg chg="del mod">
          <ac:chgData name="7 Town" userId="f001bd45134943c1" providerId="LiveId" clId="{83CC9F8B-F704-4A6B-AF9F-D920A0D337A6}" dt="2024-10-22T16:35:11.100" v="2508" actId="478"/>
          <ac:spMkLst>
            <pc:docMk/>
            <pc:sldMk cId="4220362203" sldId="293"/>
            <ac:spMk id="26" creationId="{6DE59377-D6ED-915A-1D92-47C5BBFFF36D}"/>
          </ac:spMkLst>
        </pc:spChg>
        <pc:spChg chg="del">
          <ac:chgData name="7 Town" userId="f001bd45134943c1" providerId="LiveId" clId="{83CC9F8B-F704-4A6B-AF9F-D920A0D337A6}" dt="2024-10-22T16:35:13.300" v="2509" actId="478"/>
          <ac:spMkLst>
            <pc:docMk/>
            <pc:sldMk cId="4220362203" sldId="293"/>
            <ac:spMk id="27" creationId="{434C677E-5F16-3DAA-7D49-0D47D6C03658}"/>
          </ac:spMkLst>
        </pc:spChg>
        <pc:spChg chg="del">
          <ac:chgData name="7 Town" userId="f001bd45134943c1" providerId="LiveId" clId="{83CC9F8B-F704-4A6B-AF9F-D920A0D337A6}" dt="2024-10-22T16:35:13.300" v="2509" actId="478"/>
          <ac:spMkLst>
            <pc:docMk/>
            <pc:sldMk cId="4220362203" sldId="293"/>
            <ac:spMk id="40" creationId="{03B8F17E-0E06-E49D-EF12-5B1FCCB5C4AF}"/>
          </ac:spMkLst>
        </pc:spChg>
        <pc:picChg chg="del">
          <ac:chgData name="7 Town" userId="f001bd45134943c1" providerId="LiveId" clId="{83CC9F8B-F704-4A6B-AF9F-D920A0D337A6}" dt="2024-10-22T16:35:32.501" v="2540" actId="478"/>
          <ac:picMkLst>
            <pc:docMk/>
            <pc:sldMk cId="4220362203" sldId="293"/>
            <ac:picMk id="4" creationId="{DDC7B81F-6B0A-B051-7341-358C71FA77D8}"/>
          </ac:picMkLst>
        </pc:picChg>
        <pc:picChg chg="del">
          <ac:chgData name="7 Town" userId="f001bd45134943c1" providerId="LiveId" clId="{83CC9F8B-F704-4A6B-AF9F-D920A0D337A6}" dt="2024-10-22T16:35:07.670" v="2506" actId="478"/>
          <ac:picMkLst>
            <pc:docMk/>
            <pc:sldMk cId="4220362203" sldId="293"/>
            <ac:picMk id="8" creationId="{13D42EDF-6034-9BEA-5F24-D306DB121E0C}"/>
          </ac:picMkLst>
        </pc:picChg>
        <pc:cxnChg chg="del">
          <ac:chgData name="7 Town" userId="f001bd45134943c1" providerId="LiveId" clId="{83CC9F8B-F704-4A6B-AF9F-D920A0D337A6}" dt="2024-10-22T16:35:13.300" v="2509" actId="478"/>
          <ac:cxnSpMkLst>
            <pc:docMk/>
            <pc:sldMk cId="4220362203" sldId="293"/>
            <ac:cxnSpMk id="25" creationId="{D1C0F631-1644-0A4D-27E3-154F34A3DA4C}"/>
          </ac:cxnSpMkLst>
        </pc:cxnChg>
        <pc:cxnChg chg="del">
          <ac:chgData name="7 Town" userId="f001bd45134943c1" providerId="LiveId" clId="{83CC9F8B-F704-4A6B-AF9F-D920A0D337A6}" dt="2024-10-22T16:35:30.590" v="2539" actId="478"/>
          <ac:cxnSpMkLst>
            <pc:docMk/>
            <pc:sldMk cId="4220362203" sldId="293"/>
            <ac:cxnSpMk id="50" creationId="{184B3E9B-BB57-52D2-C4EE-CC5A813230A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DB3680-E5A3-400D-85CF-A550B5E36403}" type="datetimeFigureOut">
              <a:rPr lang="zh-CN" altLang="en-US" smtClean="0"/>
              <a:t>2025/9/26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C6E6E5-7668-4EEF-A77C-431C5AE61CF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C6E6E5-7668-4EEF-A77C-431C5AE61CF0}" type="slidenum">
              <a:rPr lang="zh-CN" altLang="en-US" smtClean="0"/>
              <a:t>9</a:t>
            </a:fld>
            <a:endParaRPr lang="zh-CN" altLang="en-US"/>
          </a:p>
        </p:txBody>
      </p:sp>
    </p:spTree>
    <p:extLst>
      <p:ext uri="{BB962C8B-B14F-4D97-AF65-F5344CB8AC3E}">
        <p14:creationId xmlns:p14="http://schemas.microsoft.com/office/powerpoint/2010/main" val="101250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2BBA3-5F5A-895A-C5A5-3C680B0215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76BC5E-6661-F635-3F37-434706F67B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EFF2AF-88EA-B6E9-F538-8F3691CB5B4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15BF186-91EB-A9C2-F775-C7B700B6E238}"/>
              </a:ext>
            </a:extLst>
          </p:cNvPr>
          <p:cNvSpPr>
            <a:spLocks noGrp="1"/>
          </p:cNvSpPr>
          <p:nvPr>
            <p:ph type="sldNum" sz="quarter" idx="5"/>
          </p:nvPr>
        </p:nvSpPr>
        <p:spPr/>
        <p:txBody>
          <a:bodyPr/>
          <a:lstStyle/>
          <a:p>
            <a:fld id="{8FC6E6E5-7668-4EEF-A77C-431C5AE61CF0}" type="slidenum">
              <a:rPr lang="zh-CN" altLang="en-US" smtClean="0"/>
              <a:t>10</a:t>
            </a:fld>
            <a:endParaRPr lang="zh-CN" altLang="en-US"/>
          </a:p>
        </p:txBody>
      </p:sp>
    </p:spTree>
    <p:extLst>
      <p:ext uri="{BB962C8B-B14F-4D97-AF65-F5344CB8AC3E}">
        <p14:creationId xmlns:p14="http://schemas.microsoft.com/office/powerpoint/2010/main" val="3138732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4582-5AD1-B6D0-D2CC-9EA72C7C0D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28307C-2CE9-6BAD-366E-6A3A9842A7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5FBDB6-0D85-2D7C-FB9D-20EA9063DCA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041138A-37C3-9EBF-AA3F-F7E26DC886EA}"/>
              </a:ext>
            </a:extLst>
          </p:cNvPr>
          <p:cNvSpPr>
            <a:spLocks noGrp="1"/>
          </p:cNvSpPr>
          <p:nvPr>
            <p:ph type="sldNum" sz="quarter" idx="5"/>
          </p:nvPr>
        </p:nvSpPr>
        <p:spPr/>
        <p:txBody>
          <a:bodyPr/>
          <a:lstStyle/>
          <a:p>
            <a:fld id="{8FC6E6E5-7668-4EEF-A77C-431C5AE61CF0}" type="slidenum">
              <a:rPr lang="zh-CN" altLang="en-US" smtClean="0"/>
              <a:t>11</a:t>
            </a:fld>
            <a:endParaRPr lang="zh-CN" altLang="en-US"/>
          </a:p>
        </p:txBody>
      </p:sp>
    </p:spTree>
    <p:extLst>
      <p:ext uri="{BB962C8B-B14F-4D97-AF65-F5344CB8AC3E}">
        <p14:creationId xmlns:p14="http://schemas.microsoft.com/office/powerpoint/2010/main" val="2080353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177800" y="160735"/>
            <a:ext cx="11836400" cy="653653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439AFCB-AEEE-443D-8AF2-DDCBBAB8E555}" type="datetime1">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7" name="矩形 16"/>
          <p:cNvSpPr/>
          <p:nvPr userDrawn="1"/>
        </p:nvSpPr>
        <p:spPr>
          <a:xfrm>
            <a:off x="400794" y="335737"/>
            <a:ext cx="612000" cy="61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j-ea"/>
              <a:ea typeface="+mj-ea"/>
            </a:endParaRPr>
          </a:p>
        </p:txBody>
      </p:sp>
      <p:sp>
        <p:nvSpPr>
          <p:cNvPr id="2" name="日期占位符 1"/>
          <p:cNvSpPr>
            <a:spLocks noGrp="1"/>
          </p:cNvSpPr>
          <p:nvPr>
            <p:ph type="dt" sz="half" idx="10"/>
          </p:nvPr>
        </p:nvSpPr>
        <p:spPr/>
        <p:txBody>
          <a:bodyPr/>
          <a:lstStyle/>
          <a:p>
            <a:fld id="{89DA58AD-AD51-434A-B399-0C774EEA1401}" type="datetime1">
              <a:rPr lang="zh-CN" altLang="en-US" smtClean="0"/>
              <a:t>2025/9/26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5D2FA34-3331-43EB-8D25-5E71EBC8F04D}" type="slidenum">
              <a:rPr lang="zh-CN" altLang="en-US" smtClean="0"/>
              <a:t>‹#›</a:t>
            </a:fld>
            <a:endParaRPr lang="zh-CN" altLang="en-US"/>
          </a:p>
        </p:txBody>
      </p:sp>
      <p:pic>
        <p:nvPicPr>
          <p:cNvPr id="19" name="图片 18" descr="8445505B9A9A97520C0CEB57E8F_349EC6D7_EFDE"/>
          <p:cNvPicPr>
            <a:picLocks noChangeAspect="1"/>
          </p:cNvPicPr>
          <p:nvPr userDrawn="1"/>
        </p:nvPicPr>
        <p:blipFill>
          <a:blip r:embed="rId2"/>
          <a:stretch>
            <a:fillRect/>
          </a:stretch>
        </p:blipFill>
        <p:spPr>
          <a:xfrm>
            <a:off x="10785475" y="335915"/>
            <a:ext cx="1234440" cy="87757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634029D-4740-45F8-9602-D83637C59626}" type="datetime1">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56C6A3C-E355-49F6-BC5A-FC14D9F89ED7}" type="datetime1">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327D71B-3AE7-4A20-83E5-EE972329C490}" type="datetime1">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1E390E6-51DE-40B2-A9A3-A3903874309D}" type="datetime1">
              <a:rPr lang="zh-CN" altLang="en-US" smtClean="0"/>
              <a:t>2025/9/26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4335ED4-16FA-4BF0-BA6A-00E512C97599}" type="datetime1">
              <a:rPr lang="zh-CN" altLang="en-US" smtClean="0"/>
              <a:t>2025/9/26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9FB0ED8-4ACF-4B45-8672-8BB8D05B0271}" type="datetime1">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4527F30-2FCF-480F-9B5B-E8CC3B8AA38B}" type="datetime1">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AE2C0CB-E2C4-49CE-A5DC-CE0ABD9FF1CC}" type="datetime1">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7ED7EED-8E66-4361-9BBB-4A6EC86BA7CC}" type="datetime1">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B0379-36CD-4226-8D49-3A8406CB8C13}" type="datetime1">
              <a:rPr lang="zh-CN" altLang="en-US" smtClean="0"/>
              <a:t>2025/9/26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966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D2FA34-3331-43EB-8D25-5E71EBC8F04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98225" y="2084258"/>
            <a:ext cx="2595582" cy="769441"/>
          </a:xfrm>
          <a:prstGeom prst="rect">
            <a:avLst/>
          </a:prstGeom>
          <a:noFill/>
        </p:spPr>
        <p:txBody>
          <a:bodyPr wrap="none" rtlCol="0">
            <a:spAutoFit/>
          </a:bodyPr>
          <a:lstStyle/>
          <a:p>
            <a:pPr algn="ctr"/>
            <a:r>
              <a:rPr lang="zh-CN" altLang="en-US" sz="4400" b="1" spc="300" dirty="0">
                <a:solidFill>
                  <a:schemeClr val="accent1"/>
                </a:solidFill>
                <a:latin typeface="+mj-ea"/>
                <a:ea typeface="+mj-ea"/>
              </a:rPr>
              <a:t>文献汇报</a:t>
            </a:r>
          </a:p>
        </p:txBody>
      </p:sp>
      <p:sp>
        <p:nvSpPr>
          <p:cNvPr id="8" name="文本框 7"/>
          <p:cNvSpPr txBox="1"/>
          <p:nvPr/>
        </p:nvSpPr>
        <p:spPr>
          <a:xfrm>
            <a:off x="2444211" y="3080593"/>
            <a:ext cx="7757496" cy="984885"/>
          </a:xfrm>
          <a:prstGeom prst="rect">
            <a:avLst/>
          </a:prstGeom>
          <a:noFill/>
        </p:spPr>
        <p:txBody>
          <a:bodyPr wrap="square">
            <a:spAutoFit/>
          </a:bodyPr>
          <a:lstStyle/>
          <a:p>
            <a:pPr algn="ctr"/>
            <a:r>
              <a:rPr lang="en-US" altLang="zh-CN" sz="2000" b="1" dirty="0">
                <a:latin typeface="Times New Roman" panose="02020603050405020304" pitchFamily="18" charset="0"/>
                <a:cs typeface="Times New Roman" panose="02020603050405020304" pitchFamily="18" charset="0"/>
              </a:rPr>
              <a:t>Cross-City Latent Space Alignment for Consistency Region Embedding</a:t>
            </a:r>
          </a:p>
          <a:p>
            <a:pPr algn="ctr"/>
            <a:r>
              <a:rPr lang="zh-CN" altLang="en-US" b="1" dirty="0">
                <a:latin typeface="宋体" panose="02010600030101010101" pitchFamily="2" charset="-122"/>
                <a:ea typeface="宋体" panose="02010600030101010101" pitchFamily="2" charset="-122"/>
              </a:rPr>
              <a:t>用于一致性区域嵌入的跨城市潜在空间对齐</a:t>
            </a:r>
          </a:p>
        </p:txBody>
      </p:sp>
      <p:sp>
        <p:nvSpPr>
          <p:cNvPr id="9" name="矩形: 圆角 8"/>
          <p:cNvSpPr/>
          <p:nvPr/>
        </p:nvSpPr>
        <p:spPr>
          <a:xfrm>
            <a:off x="1130300" y="3095964"/>
            <a:ext cx="1095375" cy="369332"/>
          </a:xfrm>
          <a:prstGeom prst="roundRect">
            <a:avLst>
              <a:gd name="adj" fmla="val 269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mj-ea"/>
                <a:ea typeface="+mj-ea"/>
              </a:rPr>
              <a:t>文献</a:t>
            </a:r>
          </a:p>
        </p:txBody>
      </p:sp>
      <p:cxnSp>
        <p:nvCxnSpPr>
          <p:cNvPr id="12" name="直接连接符 11"/>
          <p:cNvCxnSpPr/>
          <p:nvPr/>
        </p:nvCxnSpPr>
        <p:spPr>
          <a:xfrm>
            <a:off x="1130300" y="2982942"/>
            <a:ext cx="972277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4" name="矩形: 圆角 33"/>
          <p:cNvSpPr/>
          <p:nvPr/>
        </p:nvSpPr>
        <p:spPr>
          <a:xfrm>
            <a:off x="3136900" y="5777710"/>
            <a:ext cx="5918200" cy="48180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形 13"/>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36511" y="5874614"/>
            <a:ext cx="288000" cy="288000"/>
          </a:xfrm>
          <a:prstGeom prst="rect">
            <a:avLst/>
          </a:prstGeom>
        </p:spPr>
      </p:pic>
      <p:sp>
        <p:nvSpPr>
          <p:cNvPr id="15" name="文本框 14"/>
          <p:cNvSpPr txBox="1"/>
          <p:nvPr/>
        </p:nvSpPr>
        <p:spPr>
          <a:xfrm>
            <a:off x="3821436" y="5849337"/>
            <a:ext cx="2049067" cy="337185"/>
          </a:xfrm>
          <a:prstGeom prst="rect">
            <a:avLst/>
          </a:prstGeom>
          <a:noFill/>
        </p:spPr>
        <p:txBody>
          <a:bodyPr wrap="square">
            <a:spAutoFit/>
          </a:bodyPr>
          <a:lstStyle/>
          <a:p>
            <a:pPr algn="ctr"/>
            <a:r>
              <a:rPr lang="zh-CN" altLang="en-US" sz="1600" dirty="0">
                <a:solidFill>
                  <a:schemeClr val="bg1"/>
                </a:solidFill>
                <a:latin typeface="+mn-ea"/>
              </a:rPr>
              <a:t>汇报人：梁鹏</a:t>
            </a:r>
          </a:p>
        </p:txBody>
      </p:sp>
      <p:sp>
        <p:nvSpPr>
          <p:cNvPr id="16" name="iconfont-11845-5652464"/>
          <p:cNvSpPr>
            <a:spLocks noChangeAspect="1"/>
          </p:cNvSpPr>
          <p:nvPr/>
        </p:nvSpPr>
        <p:spPr>
          <a:xfrm>
            <a:off x="6322959" y="5874614"/>
            <a:ext cx="288054" cy="288000"/>
          </a:xfrm>
          <a:custGeom>
            <a:avLst/>
            <a:gdLst>
              <a:gd name="T0" fmla="*/ 5599 w 11196"/>
              <a:gd name="T1" fmla="*/ 600 h 11195"/>
              <a:gd name="T2" fmla="*/ 7544 w 11196"/>
              <a:gd name="T3" fmla="*/ 992 h 11195"/>
              <a:gd name="T4" fmla="*/ 9133 w 11196"/>
              <a:gd name="T5" fmla="*/ 2064 h 11195"/>
              <a:gd name="T6" fmla="*/ 10204 w 11196"/>
              <a:gd name="T7" fmla="*/ 3652 h 11195"/>
              <a:gd name="T8" fmla="*/ 10596 w 11196"/>
              <a:gd name="T9" fmla="*/ 5597 h 11195"/>
              <a:gd name="T10" fmla="*/ 10204 w 11196"/>
              <a:gd name="T11" fmla="*/ 7542 h 11195"/>
              <a:gd name="T12" fmla="*/ 9132 w 11196"/>
              <a:gd name="T13" fmla="*/ 9131 h 11195"/>
              <a:gd name="T14" fmla="*/ 7544 w 11196"/>
              <a:gd name="T15" fmla="*/ 10202 h 11195"/>
              <a:gd name="T16" fmla="*/ 5599 w 11196"/>
              <a:gd name="T17" fmla="*/ 10595 h 11195"/>
              <a:gd name="T18" fmla="*/ 3654 w 11196"/>
              <a:gd name="T19" fmla="*/ 10202 h 11195"/>
              <a:gd name="T20" fmla="*/ 2065 w 11196"/>
              <a:gd name="T21" fmla="*/ 9131 h 11195"/>
              <a:gd name="T22" fmla="*/ 994 w 11196"/>
              <a:gd name="T23" fmla="*/ 7542 h 11195"/>
              <a:gd name="T24" fmla="*/ 600 w 11196"/>
              <a:gd name="T25" fmla="*/ 5597 h 11195"/>
              <a:gd name="T26" fmla="*/ 993 w 11196"/>
              <a:gd name="T27" fmla="*/ 3652 h 11195"/>
              <a:gd name="T28" fmla="*/ 2064 w 11196"/>
              <a:gd name="T29" fmla="*/ 2064 h 11195"/>
              <a:gd name="T30" fmla="*/ 3653 w 11196"/>
              <a:gd name="T31" fmla="*/ 992 h 11195"/>
              <a:gd name="T32" fmla="*/ 5599 w 11196"/>
              <a:gd name="T33" fmla="*/ 600 h 11195"/>
              <a:gd name="T34" fmla="*/ 5599 w 11196"/>
              <a:gd name="T35" fmla="*/ 0 h 11195"/>
              <a:gd name="T36" fmla="*/ 0 w 11196"/>
              <a:gd name="T37" fmla="*/ 5597 h 11195"/>
              <a:gd name="T38" fmla="*/ 5598 w 11196"/>
              <a:gd name="T39" fmla="*/ 11195 h 11195"/>
              <a:gd name="T40" fmla="*/ 11196 w 11196"/>
              <a:gd name="T41" fmla="*/ 5597 h 11195"/>
              <a:gd name="T42" fmla="*/ 5599 w 11196"/>
              <a:gd name="T43" fmla="*/ 0 h 11195"/>
              <a:gd name="T44" fmla="*/ 5311 w 11196"/>
              <a:gd name="T45" fmla="*/ 6159 h 11195"/>
              <a:gd name="T46" fmla="*/ 5011 w 11196"/>
              <a:gd name="T47" fmla="*/ 5859 h 11195"/>
              <a:gd name="T48" fmla="*/ 5011 w 11196"/>
              <a:gd name="T49" fmla="*/ 2289 h 11195"/>
              <a:gd name="T50" fmla="*/ 5311 w 11196"/>
              <a:gd name="T51" fmla="*/ 1989 h 11195"/>
              <a:gd name="T52" fmla="*/ 5611 w 11196"/>
              <a:gd name="T53" fmla="*/ 2289 h 11195"/>
              <a:gd name="T54" fmla="*/ 5611 w 11196"/>
              <a:gd name="T55" fmla="*/ 5859 h 11195"/>
              <a:gd name="T56" fmla="*/ 5311 w 11196"/>
              <a:gd name="T57" fmla="*/ 6159 h 11195"/>
              <a:gd name="T58" fmla="*/ 8504 w 11196"/>
              <a:gd name="T59" fmla="*/ 6190 h 11195"/>
              <a:gd name="T60" fmla="*/ 5329 w 11196"/>
              <a:gd name="T61" fmla="*/ 6190 h 11195"/>
              <a:gd name="T62" fmla="*/ 5029 w 11196"/>
              <a:gd name="T63" fmla="*/ 5890 h 11195"/>
              <a:gd name="T64" fmla="*/ 5329 w 11196"/>
              <a:gd name="T65" fmla="*/ 5590 h 11195"/>
              <a:gd name="T66" fmla="*/ 8504 w 11196"/>
              <a:gd name="T67" fmla="*/ 5590 h 11195"/>
              <a:gd name="T68" fmla="*/ 8804 w 11196"/>
              <a:gd name="T69" fmla="*/ 5890 h 11195"/>
              <a:gd name="T70" fmla="*/ 8504 w 11196"/>
              <a:gd name="T71" fmla="*/ 6190 h 1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196" h="11195">
                <a:moveTo>
                  <a:pt x="5599" y="600"/>
                </a:moveTo>
                <a:cubicBezTo>
                  <a:pt x="6274" y="600"/>
                  <a:pt x="6929" y="732"/>
                  <a:pt x="7544" y="992"/>
                </a:cubicBezTo>
                <a:cubicBezTo>
                  <a:pt x="8139" y="1244"/>
                  <a:pt x="8674" y="1605"/>
                  <a:pt x="9133" y="2064"/>
                </a:cubicBezTo>
                <a:cubicBezTo>
                  <a:pt x="9591" y="2522"/>
                  <a:pt x="9953" y="3057"/>
                  <a:pt x="10204" y="3652"/>
                </a:cubicBezTo>
                <a:cubicBezTo>
                  <a:pt x="10464" y="4269"/>
                  <a:pt x="10596" y="4922"/>
                  <a:pt x="10596" y="5597"/>
                </a:cubicBezTo>
                <a:cubicBezTo>
                  <a:pt x="10596" y="6272"/>
                  <a:pt x="10464" y="6926"/>
                  <a:pt x="10204" y="7542"/>
                </a:cubicBezTo>
                <a:cubicBezTo>
                  <a:pt x="9953" y="8137"/>
                  <a:pt x="9591" y="8672"/>
                  <a:pt x="9132" y="9131"/>
                </a:cubicBezTo>
                <a:cubicBezTo>
                  <a:pt x="8674" y="9590"/>
                  <a:pt x="8139" y="9951"/>
                  <a:pt x="7544" y="10202"/>
                </a:cubicBezTo>
                <a:cubicBezTo>
                  <a:pt x="6927" y="10462"/>
                  <a:pt x="6274" y="10595"/>
                  <a:pt x="5599" y="10595"/>
                </a:cubicBezTo>
                <a:cubicBezTo>
                  <a:pt x="4924" y="10595"/>
                  <a:pt x="4269" y="10462"/>
                  <a:pt x="3654" y="10202"/>
                </a:cubicBezTo>
                <a:cubicBezTo>
                  <a:pt x="3059" y="9951"/>
                  <a:pt x="2524" y="9590"/>
                  <a:pt x="2065" y="9131"/>
                </a:cubicBezTo>
                <a:cubicBezTo>
                  <a:pt x="1606" y="8672"/>
                  <a:pt x="1245" y="8137"/>
                  <a:pt x="994" y="7542"/>
                </a:cubicBezTo>
                <a:cubicBezTo>
                  <a:pt x="733" y="6926"/>
                  <a:pt x="600" y="6272"/>
                  <a:pt x="600" y="5597"/>
                </a:cubicBezTo>
                <a:cubicBezTo>
                  <a:pt x="600" y="4922"/>
                  <a:pt x="733" y="4267"/>
                  <a:pt x="993" y="3652"/>
                </a:cubicBezTo>
                <a:cubicBezTo>
                  <a:pt x="1244" y="3057"/>
                  <a:pt x="1605" y="2522"/>
                  <a:pt x="2064" y="2064"/>
                </a:cubicBezTo>
                <a:cubicBezTo>
                  <a:pt x="2523" y="1605"/>
                  <a:pt x="3058" y="1244"/>
                  <a:pt x="3653" y="992"/>
                </a:cubicBezTo>
                <a:cubicBezTo>
                  <a:pt x="4269" y="731"/>
                  <a:pt x="4924" y="600"/>
                  <a:pt x="5599" y="600"/>
                </a:cubicBezTo>
                <a:moveTo>
                  <a:pt x="5599" y="0"/>
                </a:moveTo>
                <a:cubicBezTo>
                  <a:pt x="2506" y="0"/>
                  <a:pt x="0" y="2506"/>
                  <a:pt x="0" y="5597"/>
                </a:cubicBezTo>
                <a:cubicBezTo>
                  <a:pt x="0" y="8689"/>
                  <a:pt x="2506" y="11195"/>
                  <a:pt x="5598" y="11195"/>
                </a:cubicBezTo>
                <a:cubicBezTo>
                  <a:pt x="8689" y="11195"/>
                  <a:pt x="11196" y="8689"/>
                  <a:pt x="11196" y="5597"/>
                </a:cubicBezTo>
                <a:cubicBezTo>
                  <a:pt x="11196" y="2506"/>
                  <a:pt x="8690" y="0"/>
                  <a:pt x="5599" y="0"/>
                </a:cubicBezTo>
                <a:close/>
                <a:moveTo>
                  <a:pt x="5311" y="6159"/>
                </a:moveTo>
                <a:cubicBezTo>
                  <a:pt x="5145" y="6159"/>
                  <a:pt x="5011" y="6025"/>
                  <a:pt x="5011" y="5859"/>
                </a:cubicBezTo>
                <a:lnTo>
                  <a:pt x="5011" y="2289"/>
                </a:lnTo>
                <a:cubicBezTo>
                  <a:pt x="5011" y="2122"/>
                  <a:pt x="5145" y="1989"/>
                  <a:pt x="5311" y="1989"/>
                </a:cubicBezTo>
                <a:cubicBezTo>
                  <a:pt x="5478" y="1989"/>
                  <a:pt x="5611" y="2122"/>
                  <a:pt x="5611" y="2289"/>
                </a:cubicBezTo>
                <a:lnTo>
                  <a:pt x="5611" y="5859"/>
                </a:lnTo>
                <a:cubicBezTo>
                  <a:pt x="5611" y="6025"/>
                  <a:pt x="5476" y="6159"/>
                  <a:pt x="5311" y="6159"/>
                </a:cubicBezTo>
                <a:close/>
                <a:moveTo>
                  <a:pt x="8504" y="6190"/>
                </a:moveTo>
                <a:lnTo>
                  <a:pt x="5329" y="6190"/>
                </a:lnTo>
                <a:cubicBezTo>
                  <a:pt x="5162" y="6190"/>
                  <a:pt x="5029" y="6056"/>
                  <a:pt x="5029" y="5890"/>
                </a:cubicBezTo>
                <a:cubicBezTo>
                  <a:pt x="5029" y="5724"/>
                  <a:pt x="5162" y="5590"/>
                  <a:pt x="5329" y="5590"/>
                </a:cubicBezTo>
                <a:lnTo>
                  <a:pt x="8504" y="5590"/>
                </a:lnTo>
                <a:cubicBezTo>
                  <a:pt x="8670" y="5590"/>
                  <a:pt x="8804" y="5724"/>
                  <a:pt x="8804" y="5890"/>
                </a:cubicBezTo>
                <a:cubicBezTo>
                  <a:pt x="8804" y="6056"/>
                  <a:pt x="8670" y="6190"/>
                  <a:pt x="8504" y="619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16"/>
          <p:cNvSpPr txBox="1"/>
          <p:nvPr/>
        </p:nvSpPr>
        <p:spPr>
          <a:xfrm>
            <a:off x="6631692" y="5849337"/>
            <a:ext cx="2300082" cy="337185"/>
          </a:xfrm>
          <a:prstGeom prst="rect">
            <a:avLst/>
          </a:prstGeom>
          <a:noFill/>
        </p:spPr>
        <p:txBody>
          <a:bodyPr wrap="square">
            <a:spAutoFit/>
          </a:bodyPr>
          <a:lstStyle/>
          <a:p>
            <a:pPr algn="ctr"/>
            <a:r>
              <a:rPr lang="zh-CN" altLang="en-US" sz="1600" dirty="0">
                <a:solidFill>
                  <a:schemeClr val="bg1"/>
                </a:solidFill>
                <a:latin typeface="+mn-ea"/>
              </a:rPr>
              <a:t>汇报时间：</a:t>
            </a:r>
            <a:r>
              <a:rPr lang="en-US" altLang="zh-CN" sz="1600" dirty="0">
                <a:solidFill>
                  <a:schemeClr val="bg1"/>
                </a:solidFill>
                <a:latin typeface="+mn-ea"/>
              </a:rPr>
              <a:t>2025/9/26</a:t>
            </a:r>
            <a:endParaRPr lang="zh-CN" altLang="en-US" sz="1600" dirty="0">
              <a:solidFill>
                <a:schemeClr val="bg1"/>
              </a:solidFill>
              <a:latin typeface="+mn-ea"/>
            </a:endParaRPr>
          </a:p>
        </p:txBody>
      </p:sp>
      <p:cxnSp>
        <p:nvCxnSpPr>
          <p:cNvPr id="30" name="直接连接符 29"/>
          <p:cNvCxnSpPr/>
          <p:nvPr/>
        </p:nvCxnSpPr>
        <p:spPr>
          <a:xfrm>
            <a:off x="6003538" y="5849337"/>
            <a:ext cx="0" cy="3385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BADBD-2EFC-A2A2-4C8F-3812D6CB70DC}"/>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B9B79C6F-85CA-BDE9-9244-4C6034525A04}"/>
              </a:ext>
            </a:extLst>
          </p:cNvPr>
          <p:cNvCxnSpPr>
            <a:stCxn id="23" idx="3"/>
          </p:cNvCxnSpPr>
          <p:nvPr/>
        </p:nvCxnSpPr>
        <p:spPr>
          <a:xfrm flipV="1">
            <a:off x="3041590" y="623737"/>
            <a:ext cx="7822236"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E7D8756-ADA9-8CBC-0280-3F6DBD068AED}"/>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0</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40740B40-9C9B-91B2-36B0-645A2285674D}"/>
              </a:ext>
            </a:extLst>
          </p:cNvPr>
          <p:cNvSpPr txBox="1"/>
          <p:nvPr/>
        </p:nvSpPr>
        <p:spPr>
          <a:xfrm>
            <a:off x="1010265" y="410905"/>
            <a:ext cx="2031325" cy="461665"/>
          </a:xfrm>
          <a:prstGeom prst="rect">
            <a:avLst/>
          </a:prstGeom>
          <a:noFill/>
        </p:spPr>
        <p:txBody>
          <a:bodyPr wrap="none" rtlCol="0">
            <a:spAutoFit/>
          </a:bodyPr>
          <a:lstStyle/>
          <a:p>
            <a:r>
              <a:rPr lang="zh-CN" altLang="en-US" sz="2400" b="1" dirty="0">
                <a:latin typeface="+mj-ea"/>
                <a:ea typeface="+mj-ea"/>
              </a:rPr>
              <a:t>文献基本信息</a:t>
            </a:r>
          </a:p>
        </p:txBody>
      </p:sp>
      <p:sp>
        <p:nvSpPr>
          <p:cNvPr id="45" name="灯片编号占位符 44">
            <a:extLst>
              <a:ext uri="{FF2B5EF4-FFF2-40B4-BE49-F238E27FC236}">
                <a16:creationId xmlns:a16="http://schemas.microsoft.com/office/drawing/2014/main" id="{957B59B0-28AF-46BC-6AC3-2DA7AF2E28C2}"/>
              </a:ext>
            </a:extLst>
          </p:cNvPr>
          <p:cNvSpPr>
            <a:spLocks noGrp="1"/>
          </p:cNvSpPr>
          <p:nvPr>
            <p:ph type="sldNum" sz="quarter" idx="12"/>
          </p:nvPr>
        </p:nvSpPr>
        <p:spPr/>
        <p:txBody>
          <a:bodyPr/>
          <a:lstStyle/>
          <a:p>
            <a:fld id="{85D2FA34-3331-43EB-8D25-5E71EBC8F04D}" type="slidenum">
              <a:rPr lang="zh-CN" altLang="en-US" smtClean="0"/>
              <a:t>2</a:t>
            </a:fld>
            <a:endParaRPr lang="zh-CN" altLang="en-US"/>
          </a:p>
        </p:txBody>
      </p:sp>
      <p:graphicFrame>
        <p:nvGraphicFramePr>
          <p:cNvPr id="4" name="表格 31">
            <a:extLst>
              <a:ext uri="{FF2B5EF4-FFF2-40B4-BE49-F238E27FC236}">
                <a16:creationId xmlns:a16="http://schemas.microsoft.com/office/drawing/2014/main" id="{B3CBEF8F-E816-8945-8586-8E52412B60FE}"/>
              </a:ext>
            </a:extLst>
          </p:cNvPr>
          <p:cNvGraphicFramePr>
            <a:graphicFrameLocks noGrp="1"/>
          </p:cNvGraphicFramePr>
          <p:nvPr>
            <p:extLst>
              <p:ext uri="{D42A27DB-BD31-4B8C-83A1-F6EECF244321}">
                <p14:modId xmlns:p14="http://schemas.microsoft.com/office/powerpoint/2010/main" val="2563461864"/>
              </p:ext>
            </p:extLst>
          </p:nvPr>
        </p:nvGraphicFramePr>
        <p:xfrm>
          <a:off x="1010265" y="3429000"/>
          <a:ext cx="9853561" cy="1463040"/>
        </p:xfrm>
        <a:graphic>
          <a:graphicData uri="http://schemas.openxmlformats.org/drawingml/2006/table">
            <a:tbl>
              <a:tblPr firstRow="1" bandRow="1">
                <a:tableStyleId>{5C22544A-7EE6-4342-B048-85BDC9FD1C3A}</a:tableStyleId>
              </a:tblPr>
              <a:tblGrid>
                <a:gridCol w="4549767">
                  <a:extLst>
                    <a:ext uri="{9D8B030D-6E8A-4147-A177-3AD203B41FA5}">
                      <a16:colId xmlns:a16="http://schemas.microsoft.com/office/drawing/2014/main" val="20000"/>
                    </a:ext>
                  </a:extLst>
                </a:gridCol>
                <a:gridCol w="5303794">
                  <a:extLst>
                    <a:ext uri="{9D8B030D-6E8A-4147-A177-3AD203B41FA5}">
                      <a16:colId xmlns:a16="http://schemas.microsoft.com/office/drawing/2014/main" val="20001"/>
                    </a:ext>
                  </a:extLst>
                </a:gridCol>
              </a:tblGrid>
              <a:tr h="288000">
                <a:tc>
                  <a:txBody>
                    <a:bodyPr/>
                    <a:lstStyle/>
                    <a:p>
                      <a:pPr algn="ctr"/>
                      <a:r>
                        <a:rPr lang="zh-CN" altLang="en-US" sz="1800" b="1" dirty="0">
                          <a:ln>
                            <a:noFill/>
                          </a:ln>
                          <a:solidFill>
                            <a:schemeClr val="tx1"/>
                          </a:solidFill>
                          <a:latin typeface="+mj-lt"/>
                        </a:rPr>
                        <a:t>会议</a:t>
                      </a:r>
                      <a:r>
                        <a:rPr lang="en-US" altLang="zh-CN" sz="1800" b="1" dirty="0">
                          <a:ln>
                            <a:noFill/>
                          </a:ln>
                          <a:solidFill>
                            <a:schemeClr val="tx1"/>
                          </a:solidFill>
                          <a:latin typeface="+mj-lt"/>
                        </a:rPr>
                        <a:t>/</a:t>
                      </a:r>
                      <a:r>
                        <a:rPr lang="zh-CN" altLang="en-US" sz="1800" b="1" dirty="0">
                          <a:ln>
                            <a:noFill/>
                          </a:ln>
                          <a:solidFill>
                            <a:schemeClr val="tx1"/>
                          </a:solidFill>
                          <a:latin typeface="+mj-lt"/>
                        </a:rPr>
                        <a:t>期刊</a:t>
                      </a:r>
                    </a:p>
                  </a:txBody>
                  <a:tcPr/>
                </a:tc>
                <a:tc>
                  <a:txBody>
                    <a:bodyPr/>
                    <a:lstStyle/>
                    <a:p>
                      <a:pPr algn="ctr"/>
                      <a:r>
                        <a:rPr lang="en-US" altLang="zh-CN" sz="1800" b="1" dirty="0">
                          <a:ln>
                            <a:noFill/>
                          </a:ln>
                          <a:solidFill>
                            <a:schemeClr val="tx1"/>
                          </a:solidFill>
                          <a:latin typeface="+mj-lt"/>
                        </a:rPr>
                        <a:t>ICML2025</a:t>
                      </a:r>
                      <a:endParaRPr lang="zh-CN" altLang="en-US" sz="1800" b="1" dirty="0">
                        <a:ln>
                          <a:noFill/>
                        </a:ln>
                        <a:solidFill>
                          <a:schemeClr val="tx1"/>
                        </a:solidFill>
                        <a:latin typeface="+mj-lt"/>
                      </a:endParaRPr>
                    </a:p>
                  </a:txBody>
                  <a:tcPr/>
                </a:tc>
                <a:extLst>
                  <a:ext uri="{0D108BD9-81ED-4DB2-BD59-A6C34878D82A}">
                    <a16:rowId xmlns:a16="http://schemas.microsoft.com/office/drawing/2014/main" val="10000"/>
                  </a:ext>
                </a:extLst>
              </a:tr>
              <a:tr h="0">
                <a:tc>
                  <a:txBody>
                    <a:bodyPr/>
                    <a:lstStyle/>
                    <a:p>
                      <a:pPr algn="ctr"/>
                      <a:r>
                        <a:rPr lang="zh-CN" altLang="en-US" sz="1800" b="1" dirty="0">
                          <a:ln>
                            <a:noFill/>
                          </a:ln>
                          <a:solidFill>
                            <a:schemeClr val="tx1"/>
                          </a:solidFill>
                          <a:latin typeface="+mj-lt"/>
                        </a:rPr>
                        <a:t>作者</a:t>
                      </a:r>
                      <a:r>
                        <a:rPr lang="en-US" altLang="zh-CN" sz="1800" b="1" dirty="0">
                          <a:ln>
                            <a:noFill/>
                          </a:ln>
                          <a:solidFill>
                            <a:schemeClr val="tx1"/>
                          </a:solidFill>
                          <a:latin typeface="+mj-lt"/>
                        </a:rPr>
                        <a:t>/</a:t>
                      </a:r>
                      <a:r>
                        <a:rPr lang="zh-CN" altLang="en-US" sz="1800" b="1" dirty="0">
                          <a:ln>
                            <a:noFill/>
                          </a:ln>
                          <a:solidFill>
                            <a:schemeClr val="tx1"/>
                          </a:solidFill>
                          <a:latin typeface="+mj-lt"/>
                        </a:rPr>
                        <a:t>单位</a:t>
                      </a:r>
                    </a:p>
                  </a:txBody>
                  <a:tcPr/>
                </a:tc>
                <a:tc>
                  <a:txBody>
                    <a:bodyPr/>
                    <a:lstStyle/>
                    <a:p>
                      <a:pPr algn="ctr"/>
                      <a:r>
                        <a:rPr lang="zh-CN" altLang="en-US" sz="1800" b="1" dirty="0">
                          <a:ln>
                            <a:noFill/>
                          </a:ln>
                          <a:solidFill>
                            <a:schemeClr val="tx1"/>
                          </a:solidFill>
                          <a:latin typeface="+mj-lt"/>
                        </a:rPr>
                        <a:t>陈勐</a:t>
                      </a:r>
                      <a:r>
                        <a:rPr lang="en-US" altLang="zh-CN" sz="1800" b="1" dirty="0">
                          <a:ln>
                            <a:noFill/>
                          </a:ln>
                          <a:solidFill>
                            <a:schemeClr val="tx1"/>
                          </a:solidFill>
                          <a:latin typeface="+mj-lt"/>
                        </a:rPr>
                        <a:t>/</a:t>
                      </a:r>
                      <a:r>
                        <a:rPr lang="zh-CN" altLang="en-US" sz="1800" b="1" dirty="0">
                          <a:ln>
                            <a:noFill/>
                          </a:ln>
                          <a:solidFill>
                            <a:schemeClr val="tx1"/>
                          </a:solidFill>
                          <a:latin typeface="+mj-lt"/>
                        </a:rPr>
                        <a:t>山东大学</a:t>
                      </a:r>
                      <a:endParaRPr lang="en-US" altLang="zh-CN" sz="1800" b="1" dirty="0">
                        <a:ln>
                          <a:noFill/>
                        </a:ln>
                        <a:solidFill>
                          <a:schemeClr val="tx1"/>
                        </a:solidFill>
                        <a:latin typeface="+mj-lt"/>
                      </a:endParaRPr>
                    </a:p>
                  </a:txBody>
                  <a:tcPr/>
                </a:tc>
                <a:extLst>
                  <a:ext uri="{0D108BD9-81ED-4DB2-BD59-A6C34878D82A}">
                    <a16:rowId xmlns:a16="http://schemas.microsoft.com/office/drawing/2014/main" val="10001"/>
                  </a:ext>
                </a:extLst>
              </a:tr>
              <a:tr h="288000">
                <a:tc>
                  <a:txBody>
                    <a:bodyPr/>
                    <a:lstStyle/>
                    <a:p>
                      <a:pPr algn="ctr"/>
                      <a:r>
                        <a:rPr lang="zh-CN" altLang="en-US" sz="1800" b="1" dirty="0">
                          <a:ln>
                            <a:noFill/>
                          </a:ln>
                          <a:solidFill>
                            <a:schemeClr val="tx1"/>
                          </a:solidFill>
                          <a:latin typeface="+mj-lt"/>
                        </a:rPr>
                        <a:t>发表时间</a:t>
                      </a:r>
                      <a:endParaRPr lang="en-US" altLang="zh-CN" sz="1800" b="1" dirty="0">
                        <a:ln>
                          <a:noFill/>
                        </a:ln>
                        <a:solidFill>
                          <a:schemeClr val="tx1"/>
                        </a:solidFill>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ln>
                            <a:noFill/>
                          </a:ln>
                          <a:solidFill>
                            <a:schemeClr val="tx1"/>
                          </a:solidFill>
                          <a:latin typeface="+mj-lt"/>
                        </a:rPr>
                        <a:t>2025/05/01</a:t>
                      </a:r>
                    </a:p>
                  </a:txBody>
                  <a:tcPr/>
                </a:tc>
                <a:extLst>
                  <a:ext uri="{0D108BD9-81ED-4DB2-BD59-A6C34878D82A}">
                    <a16:rowId xmlns:a16="http://schemas.microsoft.com/office/drawing/2014/main" val="10002"/>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dirty="0">
                          <a:ln>
                            <a:noFill/>
                          </a:ln>
                          <a:solidFill>
                            <a:schemeClr val="tx1"/>
                          </a:solidFill>
                          <a:latin typeface="+mn-lt"/>
                          <a:ea typeface="+mn-ea"/>
                          <a:cs typeface="+mn-cs"/>
                        </a:rPr>
                        <a:t>CCF</a:t>
                      </a:r>
                      <a:r>
                        <a:rPr lang="zh-CN" altLang="en-US" sz="1800" b="1" kern="1200" dirty="0">
                          <a:ln>
                            <a:noFill/>
                          </a:ln>
                          <a:solidFill>
                            <a:schemeClr val="tx1"/>
                          </a:solidFill>
                          <a:latin typeface="+mn-lt"/>
                          <a:ea typeface="+mn-ea"/>
                          <a:cs typeface="+mn-cs"/>
                        </a:rPr>
                        <a:t>等级</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dirty="0">
                          <a:ln>
                            <a:noFill/>
                          </a:ln>
                          <a:solidFill>
                            <a:schemeClr val="tx1"/>
                          </a:solidFill>
                          <a:latin typeface="+mn-lt"/>
                          <a:ea typeface="+mn-ea"/>
                          <a:cs typeface="+mn-cs"/>
                        </a:rPr>
                        <a:t>A</a:t>
                      </a:r>
                    </a:p>
                  </a:txBody>
                  <a:tcPr/>
                </a:tc>
                <a:extLst>
                  <a:ext uri="{0D108BD9-81ED-4DB2-BD59-A6C34878D82A}">
                    <a16:rowId xmlns:a16="http://schemas.microsoft.com/office/drawing/2014/main" val="3116102119"/>
                  </a:ext>
                </a:extLst>
              </a:tr>
            </a:tbl>
          </a:graphicData>
        </a:graphic>
      </p:graphicFrame>
      <p:sp>
        <p:nvSpPr>
          <p:cNvPr id="5" name="矩形 4">
            <a:extLst>
              <a:ext uri="{FF2B5EF4-FFF2-40B4-BE49-F238E27FC236}">
                <a16:creationId xmlns:a16="http://schemas.microsoft.com/office/drawing/2014/main" id="{B0DFD670-2492-D39F-B82A-D6E7986CBC13}"/>
              </a:ext>
            </a:extLst>
          </p:cNvPr>
          <p:cNvSpPr/>
          <p:nvPr/>
        </p:nvSpPr>
        <p:spPr>
          <a:xfrm>
            <a:off x="4432764" y="5593388"/>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0" i="0" dirty="0">
                <a:effectLst/>
                <a:latin typeface="Noto Sans" panose="020B0502040204020203" pitchFamily="34" charset="0"/>
              </a:rPr>
              <a:t>Consistency Region Embedding</a:t>
            </a:r>
            <a:endParaRPr lang="zh-CN" altLang="en-US" b="1" dirty="0">
              <a:latin typeface="+mj-ea"/>
              <a:ea typeface="+mj-ea"/>
            </a:endParaRPr>
          </a:p>
        </p:txBody>
      </p:sp>
      <p:sp>
        <p:nvSpPr>
          <p:cNvPr id="7" name="矩形 6">
            <a:extLst>
              <a:ext uri="{FF2B5EF4-FFF2-40B4-BE49-F238E27FC236}">
                <a16:creationId xmlns:a16="http://schemas.microsoft.com/office/drawing/2014/main" id="{3D759F80-58DB-7D5A-4CEC-605F8887049C}"/>
              </a:ext>
            </a:extLst>
          </p:cNvPr>
          <p:cNvSpPr/>
          <p:nvPr/>
        </p:nvSpPr>
        <p:spPr>
          <a:xfrm>
            <a:off x="8312383" y="5593389"/>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0" i="0" dirty="0">
                <a:effectLst/>
                <a:latin typeface="Noto Sans" panose="020B0502040504020204" pitchFamily="34" charset="0"/>
              </a:rPr>
              <a:t>Cross-City Knowledge Transfer</a:t>
            </a:r>
            <a:endParaRPr lang="zh-CN" altLang="en-US" b="1" dirty="0">
              <a:latin typeface="+mj-ea"/>
              <a:ea typeface="+mj-ea"/>
            </a:endParaRPr>
          </a:p>
        </p:txBody>
      </p:sp>
      <p:pic>
        <p:nvPicPr>
          <p:cNvPr id="6" name="图片 5">
            <a:extLst>
              <a:ext uri="{FF2B5EF4-FFF2-40B4-BE49-F238E27FC236}">
                <a16:creationId xmlns:a16="http://schemas.microsoft.com/office/drawing/2014/main" id="{85A25092-A5F7-8B24-F635-F9E173F0C3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397" y="1219094"/>
            <a:ext cx="10882581" cy="2008229"/>
          </a:xfrm>
          <a:prstGeom prst="rect">
            <a:avLst/>
          </a:prstGeom>
        </p:spPr>
      </p:pic>
      <p:sp>
        <p:nvSpPr>
          <p:cNvPr id="8" name="矩形 7">
            <a:extLst>
              <a:ext uri="{FF2B5EF4-FFF2-40B4-BE49-F238E27FC236}">
                <a16:creationId xmlns:a16="http://schemas.microsoft.com/office/drawing/2014/main" id="{F4509771-4841-C9B7-0B3C-5C3255700415}"/>
              </a:ext>
            </a:extLst>
          </p:cNvPr>
          <p:cNvSpPr/>
          <p:nvPr/>
        </p:nvSpPr>
        <p:spPr>
          <a:xfrm>
            <a:off x="553145" y="5593388"/>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0" i="0" dirty="0">
                <a:effectLst/>
                <a:latin typeface="Noto Sans" panose="020B0502040204020203" pitchFamily="34" charset="0"/>
              </a:rPr>
              <a:t> Latent Space Alignment</a:t>
            </a:r>
            <a:endParaRPr lang="zh-CN" altLang="en-US" b="1" dirty="0">
              <a:latin typeface="+mj-ea"/>
              <a:ea typeface="+mj-ea"/>
            </a:endParaRPr>
          </a:p>
        </p:txBody>
      </p:sp>
      <p:sp>
        <p:nvSpPr>
          <p:cNvPr id="9" name="矩形: 圆角 8">
            <a:extLst>
              <a:ext uri="{FF2B5EF4-FFF2-40B4-BE49-F238E27FC236}">
                <a16:creationId xmlns:a16="http://schemas.microsoft.com/office/drawing/2014/main" id="{BF71AA5F-2BBE-0327-6081-85AF572E1B35}"/>
              </a:ext>
            </a:extLst>
          </p:cNvPr>
          <p:cNvSpPr/>
          <p:nvPr/>
        </p:nvSpPr>
        <p:spPr>
          <a:xfrm>
            <a:off x="83165" y="5093717"/>
            <a:ext cx="1854200" cy="461665"/>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mj-ea"/>
                <a:ea typeface="+mj-ea"/>
              </a:rPr>
              <a:t>Keywords</a:t>
            </a:r>
            <a:r>
              <a:rPr lang="zh-CN" altLang="en-US" sz="2000" b="1" dirty="0">
                <a:solidFill>
                  <a:schemeClr val="accent1"/>
                </a:solidFill>
                <a:latin typeface="+mj-ea"/>
                <a:ea typeface="+mj-ea"/>
              </a:rPr>
              <a:t>：</a:t>
            </a:r>
            <a:endParaRPr lang="en-US" altLang="zh-CN" sz="2000" b="1" dirty="0">
              <a:solidFill>
                <a:schemeClr val="accent1"/>
              </a:solidFill>
              <a:latin typeface="+mj-ea"/>
              <a:ea typeface="+mj-ea"/>
            </a:endParaRPr>
          </a:p>
        </p:txBody>
      </p:sp>
    </p:spTree>
    <p:extLst>
      <p:ext uri="{BB962C8B-B14F-4D97-AF65-F5344CB8AC3E}">
        <p14:creationId xmlns:p14="http://schemas.microsoft.com/office/powerpoint/2010/main" val="2260990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2F0E7-31E7-1310-2A1D-DF034EDD2A04}"/>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72B40B09-AE86-8CC2-E65A-880EE47C084E}"/>
              </a:ext>
            </a:extLst>
          </p:cNvPr>
          <p:cNvCxnSpPr>
            <a:stCxn id="23" idx="3"/>
          </p:cNvCxnSpPr>
          <p:nvPr/>
        </p:nvCxnSpPr>
        <p:spPr>
          <a:xfrm flipV="1">
            <a:off x="3964920" y="623737"/>
            <a:ext cx="6898906"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D2FFF36C-FDD4-1454-2754-8A60249BBF47}"/>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1</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2E2D285E-62F3-D654-E63A-4DA2195B2234}"/>
              </a:ext>
            </a:extLst>
          </p:cNvPr>
          <p:cNvSpPr txBox="1"/>
          <p:nvPr/>
        </p:nvSpPr>
        <p:spPr>
          <a:xfrm>
            <a:off x="1010265" y="410905"/>
            <a:ext cx="2954655" cy="461665"/>
          </a:xfrm>
          <a:prstGeom prst="rect">
            <a:avLst/>
          </a:prstGeom>
          <a:noFill/>
        </p:spPr>
        <p:txBody>
          <a:bodyPr wrap="none" rtlCol="0">
            <a:spAutoFit/>
          </a:bodyPr>
          <a:lstStyle/>
          <a:p>
            <a:r>
              <a:rPr lang="zh-CN" altLang="en-US" sz="2400" b="1" dirty="0">
                <a:latin typeface="+mj-ea"/>
                <a:ea typeface="+mj-ea"/>
              </a:rPr>
              <a:t>研究背景与核心问题</a:t>
            </a:r>
          </a:p>
        </p:txBody>
      </p:sp>
      <p:sp>
        <p:nvSpPr>
          <p:cNvPr id="75" name="灯片编号占位符 74">
            <a:extLst>
              <a:ext uri="{FF2B5EF4-FFF2-40B4-BE49-F238E27FC236}">
                <a16:creationId xmlns:a16="http://schemas.microsoft.com/office/drawing/2014/main" id="{F9025D7F-CDBB-EB12-0302-E006875C9A10}"/>
              </a:ext>
            </a:extLst>
          </p:cNvPr>
          <p:cNvSpPr>
            <a:spLocks noGrp="1"/>
          </p:cNvSpPr>
          <p:nvPr>
            <p:ph type="sldNum" sz="quarter" idx="12"/>
          </p:nvPr>
        </p:nvSpPr>
        <p:spPr/>
        <p:txBody>
          <a:bodyPr/>
          <a:lstStyle/>
          <a:p>
            <a:fld id="{85D2FA34-3331-43EB-8D25-5E71EBC8F04D}" type="slidenum">
              <a:rPr lang="zh-CN" altLang="en-US" smtClean="0"/>
              <a:t>3</a:t>
            </a:fld>
            <a:endParaRPr lang="zh-CN" altLang="en-US"/>
          </a:p>
        </p:txBody>
      </p:sp>
      <p:sp>
        <p:nvSpPr>
          <p:cNvPr id="8" name="TextBox 50">
            <a:extLst>
              <a:ext uri="{FF2B5EF4-FFF2-40B4-BE49-F238E27FC236}">
                <a16:creationId xmlns:a16="http://schemas.microsoft.com/office/drawing/2014/main" id="{04DD8110-ED6E-1B6D-A7FF-05C84A331DE5}"/>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4" name="文本框 3">
            <a:extLst>
              <a:ext uri="{FF2B5EF4-FFF2-40B4-BE49-F238E27FC236}">
                <a16:creationId xmlns:a16="http://schemas.microsoft.com/office/drawing/2014/main" id="{2803B8AD-19F2-C44C-8F1F-0B04DBCA032B}"/>
              </a:ext>
            </a:extLst>
          </p:cNvPr>
          <p:cNvSpPr txBox="1"/>
          <p:nvPr/>
        </p:nvSpPr>
        <p:spPr>
          <a:xfrm>
            <a:off x="3041590" y="5122870"/>
            <a:ext cx="8578910" cy="1139351"/>
          </a:xfrm>
          <a:prstGeom prst="rect">
            <a:avLst/>
          </a:prstGeom>
          <a:noFill/>
        </p:spPr>
        <p:txBody>
          <a:bodyPr wrap="square" rtlCol="0">
            <a:spAutoFit/>
          </a:bodyPr>
          <a:lstStyle/>
          <a:p>
            <a:pPr>
              <a:lnSpc>
                <a:spcPct val="130000"/>
              </a:lnSpc>
            </a:pPr>
            <a:r>
              <a:rPr lang="zh-CN" altLang="en-US" dirty="0">
                <a:solidFill>
                  <a:schemeClr val="bg1"/>
                </a:solidFill>
              </a:rPr>
              <a:t>提出了一种用于区域表征学习的基于图的城市区域预训练和提示框架（</a:t>
            </a:r>
            <a:r>
              <a:rPr lang="en-US" altLang="zh-CN" dirty="0">
                <a:solidFill>
                  <a:schemeClr val="bg1"/>
                </a:solidFill>
              </a:rPr>
              <a:t>GURPP</a:t>
            </a:r>
            <a:r>
              <a:rPr lang="zh-CN" altLang="en-US" dirty="0">
                <a:solidFill>
                  <a:schemeClr val="bg1"/>
                </a:solidFill>
              </a:rPr>
              <a:t>），开发了一个以子图为中心的城市区域预训练模型，以捕获城市的通用知识；设计了两种基于图的提示方法来整合特定于任务的见解，以增强嵌入对不同任务的适应性。</a:t>
            </a:r>
          </a:p>
        </p:txBody>
      </p:sp>
      <p:sp>
        <p:nvSpPr>
          <p:cNvPr id="6" name="文本框 5">
            <a:extLst>
              <a:ext uri="{FF2B5EF4-FFF2-40B4-BE49-F238E27FC236}">
                <a16:creationId xmlns:a16="http://schemas.microsoft.com/office/drawing/2014/main" id="{5E509359-AA41-AEBF-918E-1C9B8D9387B2}"/>
              </a:ext>
            </a:extLst>
          </p:cNvPr>
          <p:cNvSpPr txBox="1"/>
          <p:nvPr/>
        </p:nvSpPr>
        <p:spPr>
          <a:xfrm>
            <a:off x="695632" y="956543"/>
            <a:ext cx="5776420" cy="430887"/>
          </a:xfrm>
          <a:prstGeom prst="rect">
            <a:avLst/>
          </a:prstGeom>
          <a:noFill/>
        </p:spPr>
        <p:txBody>
          <a:bodyPr wrap="square" rtlCol="0">
            <a:spAutoFit/>
          </a:bodyPr>
          <a:lstStyle/>
          <a:p>
            <a:r>
              <a:rPr lang="en-US" altLang="zh-CN" sz="2200" b="1" dirty="0">
                <a:solidFill>
                  <a:schemeClr val="accent1"/>
                </a:solidFill>
                <a:latin typeface="+mj-ea"/>
                <a:ea typeface="+mj-ea"/>
              </a:rPr>
              <a:t>Background-Urban Region Embeddings </a:t>
            </a:r>
            <a:endParaRPr lang="zh-CN" altLang="en-US" sz="2200" b="1" dirty="0">
              <a:solidFill>
                <a:schemeClr val="accent1"/>
              </a:solidFill>
              <a:latin typeface="+mj-ea"/>
              <a:ea typeface="+mj-ea"/>
            </a:endParaRPr>
          </a:p>
        </p:txBody>
      </p:sp>
      <p:cxnSp>
        <p:nvCxnSpPr>
          <p:cNvPr id="9" name="直接连接符 8">
            <a:extLst>
              <a:ext uri="{FF2B5EF4-FFF2-40B4-BE49-F238E27FC236}">
                <a16:creationId xmlns:a16="http://schemas.microsoft.com/office/drawing/2014/main" id="{35B8B644-7231-3CE7-50B5-F0193CBE0E7B}"/>
              </a:ext>
            </a:extLst>
          </p:cNvPr>
          <p:cNvCxnSpPr>
            <a:cxnSpLocks/>
          </p:cNvCxnSpPr>
          <p:nvPr/>
        </p:nvCxnSpPr>
        <p:spPr>
          <a:xfrm>
            <a:off x="695633" y="1430797"/>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3CE529A6-4CD4-4181-DD0A-36371A8A46CB}"/>
              </a:ext>
            </a:extLst>
          </p:cNvPr>
          <p:cNvSpPr txBox="1"/>
          <p:nvPr/>
        </p:nvSpPr>
        <p:spPr>
          <a:xfrm>
            <a:off x="695104" y="1524927"/>
            <a:ext cx="9402374" cy="2463688"/>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zh-CN" altLang="en-US" sz="2000" dirty="0"/>
              <a:t>技术背景：利用 </a:t>
            </a:r>
            <a:r>
              <a:rPr lang="en-US" altLang="zh-CN" sz="2000" dirty="0"/>
              <a:t>POI</a:t>
            </a:r>
            <a:r>
              <a:rPr lang="zh-CN" altLang="en-US" sz="2000" dirty="0"/>
              <a:t>、人类轨迹等城市感知数据，学习城市小区域的向量表示（嵌入），是城市计算的核心技术。</a:t>
            </a:r>
          </a:p>
          <a:p>
            <a:pPr marL="285750" indent="-285750">
              <a:lnSpc>
                <a:spcPct val="200000"/>
              </a:lnSpc>
              <a:buClr>
                <a:schemeClr val="accent1"/>
              </a:buClr>
              <a:buFont typeface="Wingdings" panose="05000000000000000000" pitchFamily="2" charset="2"/>
              <a:buChar char="ü"/>
            </a:pPr>
            <a:r>
              <a:rPr lang="zh-CN" altLang="en-US" sz="2000" dirty="0"/>
              <a:t>下游应用：支撑土地利用分析、犯罪率预测、房价预测等关键任务，为城市规划与管理提供数据驱动支持。</a:t>
            </a:r>
            <a:endParaRPr lang="en-US" altLang="zh-CN" sz="2000" dirty="0"/>
          </a:p>
        </p:txBody>
      </p:sp>
      <p:pic>
        <p:nvPicPr>
          <p:cNvPr id="21" name="图片 20">
            <a:extLst>
              <a:ext uri="{FF2B5EF4-FFF2-40B4-BE49-F238E27FC236}">
                <a16:creationId xmlns:a16="http://schemas.microsoft.com/office/drawing/2014/main" id="{8554F2CE-B619-B534-B64B-66DF64DA02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132" y="4102172"/>
            <a:ext cx="9659736" cy="2233309"/>
          </a:xfrm>
          <a:prstGeom prst="rect">
            <a:avLst/>
          </a:prstGeom>
        </p:spPr>
      </p:pic>
    </p:spTree>
    <p:extLst>
      <p:ext uri="{BB962C8B-B14F-4D97-AF65-F5344CB8AC3E}">
        <p14:creationId xmlns:p14="http://schemas.microsoft.com/office/powerpoint/2010/main" val="391022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CD840-DCED-A9B7-85C8-A1F75E22400E}"/>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6DDEF813-285B-F83E-A000-444D28CDCD26}"/>
              </a:ext>
            </a:extLst>
          </p:cNvPr>
          <p:cNvCxnSpPr>
            <a:stCxn id="23" idx="3"/>
          </p:cNvCxnSpPr>
          <p:nvPr/>
        </p:nvCxnSpPr>
        <p:spPr>
          <a:xfrm flipV="1">
            <a:off x="3964920" y="623737"/>
            <a:ext cx="6898906"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52B5DBB8-32BC-EFA9-DA4B-C21B5F619426}"/>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1</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A3DA5E9-FCD4-11BB-3DBF-2B5D0E83B3FD}"/>
              </a:ext>
            </a:extLst>
          </p:cNvPr>
          <p:cNvSpPr txBox="1"/>
          <p:nvPr/>
        </p:nvSpPr>
        <p:spPr>
          <a:xfrm>
            <a:off x="1010265" y="410905"/>
            <a:ext cx="2954655" cy="461665"/>
          </a:xfrm>
          <a:prstGeom prst="rect">
            <a:avLst/>
          </a:prstGeom>
          <a:noFill/>
        </p:spPr>
        <p:txBody>
          <a:bodyPr wrap="none" rtlCol="0">
            <a:spAutoFit/>
          </a:bodyPr>
          <a:lstStyle/>
          <a:p>
            <a:r>
              <a:rPr lang="zh-CN" altLang="en-US" sz="2400" b="1" dirty="0">
                <a:latin typeface="+mj-ea"/>
                <a:ea typeface="+mj-ea"/>
              </a:rPr>
              <a:t>研究背景与核心问题</a:t>
            </a:r>
          </a:p>
        </p:txBody>
      </p:sp>
      <p:sp>
        <p:nvSpPr>
          <p:cNvPr id="75" name="灯片编号占位符 74">
            <a:extLst>
              <a:ext uri="{FF2B5EF4-FFF2-40B4-BE49-F238E27FC236}">
                <a16:creationId xmlns:a16="http://schemas.microsoft.com/office/drawing/2014/main" id="{4828D9F8-6AC8-65AE-C276-7BDAEA989B00}"/>
              </a:ext>
            </a:extLst>
          </p:cNvPr>
          <p:cNvSpPr>
            <a:spLocks noGrp="1"/>
          </p:cNvSpPr>
          <p:nvPr>
            <p:ph type="sldNum" sz="quarter" idx="12"/>
          </p:nvPr>
        </p:nvSpPr>
        <p:spPr/>
        <p:txBody>
          <a:bodyPr/>
          <a:lstStyle/>
          <a:p>
            <a:fld id="{85D2FA34-3331-43EB-8D25-5E71EBC8F04D}" type="slidenum">
              <a:rPr lang="zh-CN" altLang="en-US" smtClean="0"/>
              <a:t>4</a:t>
            </a:fld>
            <a:endParaRPr lang="zh-CN" altLang="en-US"/>
          </a:p>
        </p:txBody>
      </p:sp>
      <p:sp>
        <p:nvSpPr>
          <p:cNvPr id="8" name="TextBox 50">
            <a:extLst>
              <a:ext uri="{FF2B5EF4-FFF2-40B4-BE49-F238E27FC236}">
                <a16:creationId xmlns:a16="http://schemas.microsoft.com/office/drawing/2014/main" id="{FC3C600C-22BA-E07C-0E3F-4F603C82BCF1}"/>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4" name="文本框 3">
            <a:extLst>
              <a:ext uri="{FF2B5EF4-FFF2-40B4-BE49-F238E27FC236}">
                <a16:creationId xmlns:a16="http://schemas.microsoft.com/office/drawing/2014/main" id="{6C0C8519-909A-5C0C-BC70-B44668A99FF7}"/>
              </a:ext>
            </a:extLst>
          </p:cNvPr>
          <p:cNvSpPr txBox="1"/>
          <p:nvPr/>
        </p:nvSpPr>
        <p:spPr>
          <a:xfrm>
            <a:off x="3041590" y="5122870"/>
            <a:ext cx="8578910" cy="1139351"/>
          </a:xfrm>
          <a:prstGeom prst="rect">
            <a:avLst/>
          </a:prstGeom>
          <a:noFill/>
        </p:spPr>
        <p:txBody>
          <a:bodyPr wrap="square" rtlCol="0">
            <a:spAutoFit/>
          </a:bodyPr>
          <a:lstStyle/>
          <a:p>
            <a:pPr>
              <a:lnSpc>
                <a:spcPct val="130000"/>
              </a:lnSpc>
            </a:pPr>
            <a:r>
              <a:rPr lang="zh-CN" altLang="en-US" dirty="0">
                <a:solidFill>
                  <a:schemeClr val="bg1"/>
                </a:solidFill>
              </a:rPr>
              <a:t>提出了一种用于区域表征学习的基于图的城市区域预训练和提示框架（</a:t>
            </a:r>
            <a:r>
              <a:rPr lang="en-US" altLang="zh-CN" dirty="0">
                <a:solidFill>
                  <a:schemeClr val="bg1"/>
                </a:solidFill>
              </a:rPr>
              <a:t>GURPP</a:t>
            </a:r>
            <a:r>
              <a:rPr lang="zh-CN" altLang="en-US" dirty="0">
                <a:solidFill>
                  <a:schemeClr val="bg1"/>
                </a:solidFill>
              </a:rPr>
              <a:t>），开发了一个以子图为中心的城市区域预训练模型，以捕获城市的通用知识；设计了两种基于图的提示方法来整合特定于任务的见解，以增强嵌入对不同任务的适应性。</a:t>
            </a:r>
          </a:p>
        </p:txBody>
      </p:sp>
      <p:sp>
        <p:nvSpPr>
          <p:cNvPr id="2" name="文本框 1">
            <a:extLst>
              <a:ext uri="{FF2B5EF4-FFF2-40B4-BE49-F238E27FC236}">
                <a16:creationId xmlns:a16="http://schemas.microsoft.com/office/drawing/2014/main" id="{06AD709A-4E51-AAAA-BD56-6A9240504CFE}"/>
              </a:ext>
            </a:extLst>
          </p:cNvPr>
          <p:cNvSpPr txBox="1"/>
          <p:nvPr/>
        </p:nvSpPr>
        <p:spPr>
          <a:xfrm>
            <a:off x="695632" y="948698"/>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Core issue</a:t>
            </a:r>
            <a:endParaRPr lang="zh-CN" altLang="en-US" sz="2200" b="1" dirty="0">
              <a:solidFill>
                <a:schemeClr val="accent1"/>
              </a:solidFill>
              <a:latin typeface="+mj-ea"/>
              <a:ea typeface="+mj-ea"/>
            </a:endParaRPr>
          </a:p>
        </p:txBody>
      </p:sp>
      <p:cxnSp>
        <p:nvCxnSpPr>
          <p:cNvPr id="7" name="直接连接符 6">
            <a:extLst>
              <a:ext uri="{FF2B5EF4-FFF2-40B4-BE49-F238E27FC236}">
                <a16:creationId xmlns:a16="http://schemas.microsoft.com/office/drawing/2014/main" id="{261317C9-C612-D22E-06AB-6FED73B748B6}"/>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AF92889-3948-42B7-56E6-69BF413996F7}"/>
              </a:ext>
            </a:extLst>
          </p:cNvPr>
          <p:cNvSpPr txBox="1"/>
          <p:nvPr/>
        </p:nvSpPr>
        <p:spPr>
          <a:xfrm>
            <a:off x="695104" y="1517082"/>
            <a:ext cx="9402374" cy="2463688"/>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zh-CN" altLang="en-US" sz="2000" b="1" dirty="0"/>
              <a:t>单城市局限</a:t>
            </a:r>
            <a:r>
              <a:rPr lang="zh-CN" altLang="en-US" sz="2000" dirty="0"/>
              <a:t>：现有方法多聚焦单个城市，不同城市的嵌入空间完全独立。</a:t>
            </a:r>
            <a:endParaRPr lang="en-US" altLang="zh-CN" sz="2000" dirty="0"/>
          </a:p>
          <a:p>
            <a:pPr marL="285750" indent="-285750">
              <a:lnSpc>
                <a:spcPct val="200000"/>
              </a:lnSpc>
              <a:buClr>
                <a:schemeClr val="accent1"/>
              </a:buClr>
              <a:buFont typeface="Wingdings" panose="05000000000000000000" pitchFamily="2" charset="2"/>
              <a:buChar char="ü"/>
            </a:pPr>
            <a:r>
              <a:rPr lang="zh-CN" altLang="en-US" sz="2000" b="1" dirty="0"/>
              <a:t>数据依赖瓶颈：</a:t>
            </a:r>
            <a:r>
              <a:rPr lang="zh-CN" altLang="en-US" sz="2000" dirty="0"/>
              <a:t>下游任务预测器需大量标注数据训练，多数城市缺乏相关数据。</a:t>
            </a:r>
            <a:endParaRPr lang="en-US" altLang="zh-CN" sz="2000" dirty="0"/>
          </a:p>
          <a:p>
            <a:pPr marL="285750" indent="-285750">
              <a:lnSpc>
                <a:spcPct val="200000"/>
              </a:lnSpc>
              <a:buClr>
                <a:schemeClr val="accent1"/>
              </a:buClr>
              <a:buFont typeface="Wingdings" panose="05000000000000000000" pitchFamily="2" charset="2"/>
              <a:buChar char="ü"/>
            </a:pPr>
            <a:r>
              <a:rPr lang="zh-CN" altLang="en-US" sz="2000" b="1" dirty="0"/>
              <a:t>跨城市迁移难</a:t>
            </a:r>
            <a:r>
              <a:rPr lang="zh-CN" altLang="en-US" sz="2000" dirty="0"/>
              <a:t>：传统两阶段方法（先嵌入再翻译）存在嵌入与翻译脱节、依赖人工锚点缺陷，无法实现有效知识迁移</a:t>
            </a:r>
            <a:r>
              <a:rPr lang="zh-CN" altLang="en-US" dirty="0"/>
              <a:t>。</a:t>
            </a:r>
            <a:endParaRPr lang="zh-CN" altLang="en-US" sz="2000" dirty="0"/>
          </a:p>
        </p:txBody>
      </p:sp>
      <p:pic>
        <p:nvPicPr>
          <p:cNvPr id="12" name="图片 11">
            <a:extLst>
              <a:ext uri="{FF2B5EF4-FFF2-40B4-BE49-F238E27FC236}">
                <a16:creationId xmlns:a16="http://schemas.microsoft.com/office/drawing/2014/main" id="{E03B8B99-9830-6209-D942-694F511F6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7889" y="4644886"/>
            <a:ext cx="7456222" cy="1918349"/>
          </a:xfrm>
          <a:prstGeom prst="rect">
            <a:avLst/>
          </a:prstGeom>
        </p:spPr>
      </p:pic>
    </p:spTree>
    <p:extLst>
      <p:ext uri="{BB962C8B-B14F-4D97-AF65-F5344CB8AC3E}">
        <p14:creationId xmlns:p14="http://schemas.microsoft.com/office/powerpoint/2010/main" val="221109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D2ABA-27E2-7618-8B43-1D13C41D7ACA}"/>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D18B4382-E816-CC29-C10E-EF13010C1E05}"/>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A454750-0045-313A-F4A9-500EE496EC0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15DBB0A0-FD86-8E21-466C-8800C596ECAD}"/>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相关工作</a:t>
            </a:r>
          </a:p>
        </p:txBody>
      </p:sp>
      <p:sp>
        <p:nvSpPr>
          <p:cNvPr id="75" name="灯片编号占位符 74">
            <a:extLst>
              <a:ext uri="{FF2B5EF4-FFF2-40B4-BE49-F238E27FC236}">
                <a16:creationId xmlns:a16="http://schemas.microsoft.com/office/drawing/2014/main" id="{E9F65AA6-A2A2-FBC5-F0AB-C483C7193523}"/>
              </a:ext>
            </a:extLst>
          </p:cNvPr>
          <p:cNvSpPr>
            <a:spLocks noGrp="1"/>
          </p:cNvSpPr>
          <p:nvPr>
            <p:ph type="sldNum" sz="quarter" idx="12"/>
          </p:nvPr>
        </p:nvSpPr>
        <p:spPr/>
        <p:txBody>
          <a:bodyPr/>
          <a:lstStyle/>
          <a:p>
            <a:fld id="{85D2FA34-3331-43EB-8D25-5E71EBC8F04D}" type="slidenum">
              <a:rPr lang="zh-CN" altLang="en-US" smtClean="0"/>
              <a:t>5</a:t>
            </a:fld>
            <a:endParaRPr lang="zh-CN" altLang="en-US"/>
          </a:p>
        </p:txBody>
      </p:sp>
      <p:sp>
        <p:nvSpPr>
          <p:cNvPr id="8" name="TextBox 50">
            <a:extLst>
              <a:ext uri="{FF2B5EF4-FFF2-40B4-BE49-F238E27FC236}">
                <a16:creationId xmlns:a16="http://schemas.microsoft.com/office/drawing/2014/main" id="{F3D56609-460A-95FF-CAA5-EF601DD09DE6}"/>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ABE2AA0B-0D18-8904-3824-584286382F59}"/>
              </a:ext>
            </a:extLst>
          </p:cNvPr>
          <p:cNvSpPr txBox="1"/>
          <p:nvPr/>
        </p:nvSpPr>
        <p:spPr>
          <a:xfrm>
            <a:off x="695632" y="948698"/>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Related Work</a:t>
            </a:r>
            <a:endParaRPr lang="zh-CN" altLang="en-US" sz="2200" b="1" dirty="0">
              <a:solidFill>
                <a:schemeClr val="accent1"/>
              </a:solidFill>
              <a:latin typeface="+mj-ea"/>
              <a:ea typeface="+mj-ea"/>
            </a:endParaRPr>
          </a:p>
        </p:txBody>
      </p:sp>
      <p:cxnSp>
        <p:nvCxnSpPr>
          <p:cNvPr id="7" name="直接连接符 6">
            <a:extLst>
              <a:ext uri="{FF2B5EF4-FFF2-40B4-BE49-F238E27FC236}">
                <a16:creationId xmlns:a16="http://schemas.microsoft.com/office/drawing/2014/main" id="{11A23AAA-2F73-5ABF-1B21-CD69B0CB8988}"/>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46BEDCD-A94C-6E06-33B0-2CEF92DF8D50}"/>
              </a:ext>
            </a:extLst>
          </p:cNvPr>
          <p:cNvSpPr txBox="1"/>
          <p:nvPr/>
        </p:nvSpPr>
        <p:spPr>
          <a:xfrm>
            <a:off x="695104" y="1517082"/>
            <a:ext cx="9402374" cy="1232582"/>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en-US" altLang="zh-CN" sz="2000" dirty="0"/>
              <a:t>MVURE</a:t>
            </a:r>
            <a:r>
              <a:rPr lang="zh-CN" altLang="en-US" sz="2000" dirty="0"/>
              <a:t>使用</a:t>
            </a:r>
            <a:r>
              <a:rPr lang="en-US" altLang="zh-CN" sz="2000" b="1" dirty="0"/>
              <a:t>t</a:t>
            </a:r>
            <a:r>
              <a:rPr lang="zh-CN" altLang="en-US" sz="2000" b="1" dirty="0"/>
              <a:t>分布式随机邻域嵌入</a:t>
            </a:r>
            <a:r>
              <a:rPr lang="zh-CN" altLang="en-US" sz="2000" dirty="0"/>
              <a:t>投影到同一个</a:t>
            </a:r>
            <a:r>
              <a:rPr lang="en-US" altLang="zh-CN" sz="2000" dirty="0"/>
              <a:t>2D</a:t>
            </a:r>
            <a:r>
              <a:rPr lang="zh-CN" altLang="en-US" sz="2000" dirty="0"/>
              <a:t>平面上。</a:t>
            </a:r>
            <a:endParaRPr lang="en-US" altLang="zh-CN" sz="2000" dirty="0"/>
          </a:p>
          <a:p>
            <a:pPr marL="285750" indent="-285750">
              <a:lnSpc>
                <a:spcPct val="200000"/>
              </a:lnSpc>
              <a:buClr>
                <a:schemeClr val="accent1"/>
              </a:buClr>
              <a:buFont typeface="Wingdings" panose="05000000000000000000" pitchFamily="2" charset="2"/>
              <a:buChar char="ü"/>
            </a:pPr>
            <a:r>
              <a:rPr lang="zh-CN" altLang="en-US" sz="2000" dirty="0"/>
              <a:t>存在</a:t>
            </a:r>
            <a:r>
              <a:rPr lang="zh-CN" altLang="en-US" sz="2000" b="1" dirty="0"/>
              <a:t>不可比较性问题：</a:t>
            </a:r>
            <a:r>
              <a:rPr lang="zh-CN" altLang="en-US" sz="2000" dirty="0"/>
              <a:t>两个空间明显不同，直接比较两个城市没有意义。</a:t>
            </a:r>
            <a:endParaRPr lang="en-US" altLang="zh-CN" sz="2000" dirty="0"/>
          </a:p>
        </p:txBody>
      </p:sp>
      <p:pic>
        <p:nvPicPr>
          <p:cNvPr id="9" name="图片 8">
            <a:extLst>
              <a:ext uri="{FF2B5EF4-FFF2-40B4-BE49-F238E27FC236}">
                <a16:creationId xmlns:a16="http://schemas.microsoft.com/office/drawing/2014/main" id="{5DB8F4EF-4F1A-D7E8-0F4A-199132D62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00" y="3481643"/>
            <a:ext cx="4360314" cy="3337762"/>
          </a:xfrm>
          <a:prstGeom prst="rect">
            <a:avLst/>
          </a:prstGeom>
        </p:spPr>
      </p:pic>
      <p:sp>
        <p:nvSpPr>
          <p:cNvPr id="11" name="文本框 10">
            <a:extLst>
              <a:ext uri="{FF2B5EF4-FFF2-40B4-BE49-F238E27FC236}">
                <a16:creationId xmlns:a16="http://schemas.microsoft.com/office/drawing/2014/main" id="{609EB3E6-2EB4-2195-4EDD-610422916100}"/>
              </a:ext>
            </a:extLst>
          </p:cNvPr>
          <p:cNvSpPr txBox="1"/>
          <p:nvPr/>
        </p:nvSpPr>
        <p:spPr>
          <a:xfrm>
            <a:off x="6447314" y="5649488"/>
            <a:ext cx="4701187" cy="584775"/>
          </a:xfrm>
          <a:prstGeom prst="rect">
            <a:avLst/>
          </a:prstGeom>
          <a:noFill/>
        </p:spPr>
        <p:txBody>
          <a:bodyPr wrap="square" rtlCol="0">
            <a:spAutoFit/>
          </a:bodyPr>
          <a:lstStyle/>
          <a:p>
            <a:r>
              <a:rPr lang="zh-CN" altLang="en-US" sz="1600" dirty="0"/>
              <a:t>三角形和圆点分别代表：成都和西安中的区域，黄色、绿色和红色分别表示低、中和高的</a:t>
            </a:r>
            <a:r>
              <a:rPr lang="en-US" altLang="zh-CN" sz="1600" dirty="0"/>
              <a:t>GDP</a:t>
            </a:r>
            <a:r>
              <a:rPr lang="zh-CN" altLang="en-US" sz="1600" dirty="0"/>
              <a:t>水平。</a:t>
            </a:r>
          </a:p>
        </p:txBody>
      </p:sp>
    </p:spTree>
    <p:extLst>
      <p:ext uri="{BB962C8B-B14F-4D97-AF65-F5344CB8AC3E}">
        <p14:creationId xmlns:p14="http://schemas.microsoft.com/office/powerpoint/2010/main" val="2864054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5A6AF-1184-B0EF-C8A3-E08222814143}"/>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233174DB-8577-F001-293E-B501D9F75EA8}"/>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119A7BF-7147-5929-8DF3-6D46F8BDDB19}"/>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56DD0E2-6CAE-DE8A-3A58-B2411348ECD3}"/>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相关工作</a:t>
            </a:r>
          </a:p>
        </p:txBody>
      </p:sp>
      <p:sp>
        <p:nvSpPr>
          <p:cNvPr id="75" name="灯片编号占位符 74">
            <a:extLst>
              <a:ext uri="{FF2B5EF4-FFF2-40B4-BE49-F238E27FC236}">
                <a16:creationId xmlns:a16="http://schemas.microsoft.com/office/drawing/2014/main" id="{5212A6E6-8C0E-5E1C-8E79-26BD4188AD1C}"/>
              </a:ext>
            </a:extLst>
          </p:cNvPr>
          <p:cNvSpPr>
            <a:spLocks noGrp="1"/>
          </p:cNvSpPr>
          <p:nvPr>
            <p:ph type="sldNum" sz="quarter" idx="12"/>
          </p:nvPr>
        </p:nvSpPr>
        <p:spPr/>
        <p:txBody>
          <a:bodyPr/>
          <a:lstStyle/>
          <a:p>
            <a:fld id="{85D2FA34-3331-43EB-8D25-5E71EBC8F04D}" type="slidenum">
              <a:rPr lang="zh-CN" altLang="en-US" smtClean="0"/>
              <a:t>6</a:t>
            </a:fld>
            <a:endParaRPr lang="zh-CN" altLang="en-US"/>
          </a:p>
        </p:txBody>
      </p:sp>
      <p:sp>
        <p:nvSpPr>
          <p:cNvPr id="8" name="TextBox 50">
            <a:extLst>
              <a:ext uri="{FF2B5EF4-FFF2-40B4-BE49-F238E27FC236}">
                <a16:creationId xmlns:a16="http://schemas.microsoft.com/office/drawing/2014/main" id="{D1CF6D71-E7F9-C0D5-11AA-979CD9067E42}"/>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918B0011-9B8F-97C0-79FE-D09593AB98DB}"/>
              </a:ext>
            </a:extLst>
          </p:cNvPr>
          <p:cNvSpPr txBox="1"/>
          <p:nvPr/>
        </p:nvSpPr>
        <p:spPr>
          <a:xfrm>
            <a:off x="695632" y="948698"/>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Related Work</a:t>
            </a:r>
            <a:endParaRPr lang="zh-CN" altLang="en-US" sz="2200" b="1" dirty="0">
              <a:solidFill>
                <a:schemeClr val="accent1"/>
              </a:solidFill>
              <a:latin typeface="+mj-ea"/>
              <a:ea typeface="+mj-ea"/>
            </a:endParaRPr>
          </a:p>
        </p:txBody>
      </p:sp>
      <p:cxnSp>
        <p:nvCxnSpPr>
          <p:cNvPr id="7" name="直接连接符 6">
            <a:extLst>
              <a:ext uri="{FF2B5EF4-FFF2-40B4-BE49-F238E27FC236}">
                <a16:creationId xmlns:a16="http://schemas.microsoft.com/office/drawing/2014/main" id="{29C05886-8DA2-98A2-2593-D005EDFFADF0}"/>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D136849-9D54-50AF-E2AC-67937C030220}"/>
              </a:ext>
            </a:extLst>
          </p:cNvPr>
          <p:cNvSpPr txBox="1"/>
          <p:nvPr/>
        </p:nvSpPr>
        <p:spPr>
          <a:xfrm>
            <a:off x="695104" y="1517082"/>
            <a:ext cx="9402374" cy="2463688"/>
          </a:xfrm>
          <a:prstGeom prst="rect">
            <a:avLst/>
          </a:prstGeom>
          <a:noFill/>
        </p:spPr>
        <p:txBody>
          <a:bodyPr wrap="square" rtlCol="0">
            <a:spAutoFit/>
          </a:bodyPr>
          <a:lstStyle/>
          <a:p>
            <a:pPr marL="342900" indent="-342900">
              <a:lnSpc>
                <a:spcPct val="200000"/>
              </a:lnSpc>
              <a:buClr>
                <a:schemeClr val="accent1"/>
              </a:buClr>
              <a:buFont typeface="Wingdings" panose="05000000000000000000" pitchFamily="2" charset="2"/>
              <a:buChar char="l"/>
            </a:pPr>
            <a:r>
              <a:rPr lang="zh-CN" altLang="en-US" sz="2000" dirty="0"/>
              <a:t>通过</a:t>
            </a:r>
            <a:r>
              <a:rPr lang="zh-CN" altLang="en-US" sz="2000" b="1" dirty="0"/>
              <a:t>无监督翻译</a:t>
            </a:r>
            <a:r>
              <a:rPr lang="zh-CN" altLang="en-US" sz="2000" dirty="0"/>
              <a:t>实现实现跨城市预测</a:t>
            </a:r>
            <a:endParaRPr lang="en-US" altLang="zh-CN" sz="2000" dirty="0"/>
          </a:p>
          <a:p>
            <a:pPr marL="342900" indent="-342900">
              <a:lnSpc>
                <a:spcPct val="200000"/>
              </a:lnSpc>
              <a:buClr>
                <a:schemeClr val="accent1"/>
              </a:buClr>
              <a:buFont typeface="Wingdings" panose="05000000000000000000" pitchFamily="2" charset="2"/>
              <a:buChar char="l"/>
            </a:pPr>
            <a:r>
              <a:rPr lang="zh-CN" altLang="en-US" sz="2000" b="1" dirty="0"/>
              <a:t>无监督翻译</a:t>
            </a:r>
            <a:r>
              <a:rPr lang="zh-CN" altLang="en-US" sz="2000" dirty="0"/>
              <a:t>方法存在的问题</a:t>
            </a:r>
            <a:endParaRPr lang="en-US" altLang="zh-CN" sz="2000" dirty="0"/>
          </a:p>
          <a:p>
            <a:pPr marL="800100" lvl="1" indent="-342900">
              <a:lnSpc>
                <a:spcPct val="200000"/>
              </a:lnSpc>
              <a:buClr>
                <a:schemeClr val="accent1"/>
              </a:buClr>
              <a:buFont typeface="Arial" panose="020B0604020202020204" pitchFamily="34" charset="0"/>
              <a:buChar char="•"/>
            </a:pPr>
            <a:r>
              <a:rPr lang="zh-CN" altLang="en-US" sz="2000" dirty="0"/>
              <a:t>现有的一致性区域嵌入跨城市潜在空间对齐方法，依赖人工输入或辅助数据建立区域对应关系，限制了其在数据稀缺场景下的适用性。</a:t>
            </a:r>
          </a:p>
        </p:txBody>
      </p:sp>
      <p:pic>
        <p:nvPicPr>
          <p:cNvPr id="4" name="图片 3">
            <a:extLst>
              <a:ext uri="{FF2B5EF4-FFF2-40B4-BE49-F238E27FC236}">
                <a16:creationId xmlns:a16="http://schemas.microsoft.com/office/drawing/2014/main" id="{2788E3C6-BF88-BFD7-3FB5-7BF813CF2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7944" y="4460746"/>
            <a:ext cx="6736112" cy="1773517"/>
          </a:xfrm>
          <a:prstGeom prst="rect">
            <a:avLst/>
          </a:prstGeom>
        </p:spPr>
      </p:pic>
    </p:spTree>
    <p:extLst>
      <p:ext uri="{BB962C8B-B14F-4D97-AF65-F5344CB8AC3E}">
        <p14:creationId xmlns:p14="http://schemas.microsoft.com/office/powerpoint/2010/main" val="3416403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DC94F-7E05-E6DE-33D8-FD7733C13EF5}"/>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F14730F1-E886-06FA-E777-2E9892BFCE03}"/>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D4924B9-C5A8-D217-6441-945BFE79BD81}"/>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FFAD307E-5338-7B2E-4B5E-E036DC7784A7}"/>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092DA616-3386-1592-3561-FDD49E9D279E}"/>
              </a:ext>
            </a:extLst>
          </p:cNvPr>
          <p:cNvSpPr>
            <a:spLocks noGrp="1"/>
          </p:cNvSpPr>
          <p:nvPr>
            <p:ph type="sldNum" sz="quarter" idx="12"/>
          </p:nvPr>
        </p:nvSpPr>
        <p:spPr/>
        <p:txBody>
          <a:bodyPr/>
          <a:lstStyle/>
          <a:p>
            <a:fld id="{85D2FA34-3331-43EB-8D25-5E71EBC8F04D}" type="slidenum">
              <a:rPr lang="zh-CN" altLang="en-US" smtClean="0"/>
              <a:t>7</a:t>
            </a:fld>
            <a:endParaRPr lang="zh-CN" altLang="en-US"/>
          </a:p>
        </p:txBody>
      </p:sp>
      <p:sp>
        <p:nvSpPr>
          <p:cNvPr id="8" name="TextBox 50">
            <a:extLst>
              <a:ext uri="{FF2B5EF4-FFF2-40B4-BE49-F238E27FC236}">
                <a16:creationId xmlns:a16="http://schemas.microsoft.com/office/drawing/2014/main" id="{96159259-607C-C090-E9BE-9D853E8A7937}"/>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B77B9666-DF42-0952-C7A6-A3F3EEFBE652}"/>
              </a:ext>
            </a:extLst>
          </p:cNvPr>
          <p:cNvSpPr txBox="1"/>
          <p:nvPr/>
        </p:nvSpPr>
        <p:spPr>
          <a:xfrm>
            <a:off x="695632" y="948698"/>
            <a:ext cx="3741067" cy="430887"/>
          </a:xfrm>
          <a:prstGeom prst="rect">
            <a:avLst/>
          </a:prstGeom>
          <a:noFill/>
        </p:spPr>
        <p:txBody>
          <a:bodyPr wrap="square" rtlCol="0">
            <a:spAutoFit/>
          </a:bodyPr>
          <a:lstStyle/>
          <a:p>
            <a:r>
              <a:rPr lang="en-US" altLang="zh-CN" sz="2200" b="1" dirty="0" err="1">
                <a:solidFill>
                  <a:schemeClr val="accent1"/>
                </a:solidFill>
                <a:latin typeface="+mj-ea"/>
                <a:ea typeface="+mj-ea"/>
              </a:rPr>
              <a:t>CoRE</a:t>
            </a:r>
            <a:r>
              <a:rPr lang="zh-CN" altLang="en-US" sz="2200" b="1" dirty="0">
                <a:solidFill>
                  <a:schemeClr val="accent1"/>
                </a:solidFill>
                <a:latin typeface="+mj-ea"/>
                <a:ea typeface="+mj-ea"/>
              </a:rPr>
              <a:t>框架设计</a:t>
            </a:r>
          </a:p>
        </p:txBody>
      </p:sp>
      <p:cxnSp>
        <p:nvCxnSpPr>
          <p:cNvPr id="7" name="直接连接符 6">
            <a:extLst>
              <a:ext uri="{FF2B5EF4-FFF2-40B4-BE49-F238E27FC236}">
                <a16:creationId xmlns:a16="http://schemas.microsoft.com/office/drawing/2014/main" id="{95B0A389-BAFC-7D5A-B871-767F9B468785}"/>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A0D3325C-BF7B-F1F3-C94F-B88EDCA9ADF0}"/>
              </a:ext>
            </a:extLst>
          </p:cNvPr>
          <p:cNvSpPr txBox="1"/>
          <p:nvPr/>
        </p:nvSpPr>
        <p:spPr>
          <a:xfrm>
            <a:off x="695104" y="1517082"/>
            <a:ext cx="9402374" cy="2463688"/>
          </a:xfrm>
          <a:prstGeom prst="rect">
            <a:avLst/>
          </a:prstGeom>
          <a:noFill/>
        </p:spPr>
        <p:txBody>
          <a:bodyPr wrap="square" rtlCol="0">
            <a:spAutoFit/>
          </a:bodyPr>
          <a:lstStyle/>
          <a:p>
            <a:pPr marL="457200" indent="-457200">
              <a:lnSpc>
                <a:spcPct val="200000"/>
              </a:lnSpc>
              <a:buClr>
                <a:schemeClr val="accent1"/>
              </a:buClr>
              <a:buFont typeface="Wingdings" panose="05000000000000000000" pitchFamily="2" charset="2"/>
              <a:buChar char="l"/>
            </a:pPr>
            <a:r>
              <a:rPr lang="zh-CN" altLang="en-US" sz="2000" dirty="0"/>
              <a:t>提出</a:t>
            </a:r>
            <a:r>
              <a:rPr lang="en-US" altLang="zh-CN" dirty="0"/>
              <a:t> </a:t>
            </a:r>
            <a:r>
              <a:rPr lang="en-US" altLang="zh-CN" sz="2000" dirty="0" err="1"/>
              <a:t>CoRE</a:t>
            </a:r>
            <a:r>
              <a:rPr lang="zh-CN" altLang="en-US" sz="2000" dirty="0"/>
              <a:t>框架，将</a:t>
            </a:r>
            <a:r>
              <a:rPr lang="zh-CN" altLang="en-US" sz="2000" b="1" dirty="0"/>
              <a:t>区域嵌入学习</a:t>
            </a:r>
            <a:r>
              <a:rPr lang="zh-CN" altLang="en-US" sz="2000" dirty="0"/>
              <a:t>与</a:t>
            </a:r>
            <a:r>
              <a:rPr lang="zh-CN" altLang="en-US" sz="2000" b="1" dirty="0"/>
              <a:t>跨城市潜在空间对齐</a:t>
            </a:r>
            <a:r>
              <a:rPr lang="zh-CN" altLang="en-US" sz="2000" dirty="0"/>
              <a:t>相结合，产生</a:t>
            </a:r>
            <a:r>
              <a:rPr lang="zh-CN" altLang="en-US" sz="2000" b="1" dirty="0"/>
              <a:t>跨城市兼容和可比较的区域表征。</a:t>
            </a:r>
            <a:r>
              <a:rPr lang="zh-CN" altLang="en-US" sz="2000" dirty="0"/>
              <a:t>确保不同城市语义相似的区域在对齐空间中位置相近。</a:t>
            </a:r>
            <a:endParaRPr lang="en-US" altLang="zh-CN" sz="2000" b="1" dirty="0"/>
          </a:p>
          <a:p>
            <a:pPr marL="342900" indent="-342900">
              <a:lnSpc>
                <a:spcPct val="200000"/>
              </a:lnSpc>
              <a:buClr>
                <a:schemeClr val="accent1"/>
              </a:buClr>
              <a:buFont typeface="Wingdings" panose="05000000000000000000" pitchFamily="2" charset="2"/>
              <a:buChar char="l"/>
            </a:pPr>
            <a:r>
              <a:rPr lang="zh-CN" altLang="en-US" sz="2000" b="1" dirty="0"/>
              <a:t>核心目标：实现“无标签城市” 复用 “标签丰富城市” 的预测器。</a:t>
            </a:r>
            <a:endParaRPr lang="zh-CN" altLang="en-US" sz="2000" dirty="0"/>
          </a:p>
        </p:txBody>
      </p:sp>
      <p:pic>
        <p:nvPicPr>
          <p:cNvPr id="9" name="图片 8">
            <a:extLst>
              <a:ext uri="{FF2B5EF4-FFF2-40B4-BE49-F238E27FC236}">
                <a16:creationId xmlns:a16="http://schemas.microsoft.com/office/drawing/2014/main" id="{D0439BA3-69BC-D460-330D-00128AE75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2648" y="3916212"/>
            <a:ext cx="6646704" cy="2805263"/>
          </a:xfrm>
          <a:prstGeom prst="rect">
            <a:avLst/>
          </a:prstGeom>
        </p:spPr>
      </p:pic>
    </p:spTree>
    <p:extLst>
      <p:ext uri="{BB962C8B-B14F-4D97-AF65-F5344CB8AC3E}">
        <p14:creationId xmlns:p14="http://schemas.microsoft.com/office/powerpoint/2010/main" val="131653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05F8A-2373-D365-338F-26EBBC397A1F}"/>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BC2ACF12-9F0F-3E99-99F6-D97B18DBA2E6}"/>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E8A5FDB0-E9F9-5CBA-7978-46E8D9239629}"/>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0A830488-E8EE-C60B-B9BB-4BAD6B700BBF}"/>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9759B616-AB09-F447-A805-2FFF6798B6EE}"/>
              </a:ext>
            </a:extLst>
          </p:cNvPr>
          <p:cNvSpPr>
            <a:spLocks noGrp="1"/>
          </p:cNvSpPr>
          <p:nvPr>
            <p:ph type="sldNum" sz="quarter" idx="12"/>
          </p:nvPr>
        </p:nvSpPr>
        <p:spPr/>
        <p:txBody>
          <a:bodyPr/>
          <a:lstStyle/>
          <a:p>
            <a:fld id="{85D2FA34-3331-43EB-8D25-5E71EBC8F04D}" type="slidenum">
              <a:rPr lang="zh-CN" altLang="en-US" smtClean="0"/>
              <a:t>8</a:t>
            </a:fld>
            <a:endParaRPr lang="zh-CN" altLang="en-US"/>
          </a:p>
        </p:txBody>
      </p:sp>
      <p:sp>
        <p:nvSpPr>
          <p:cNvPr id="8" name="TextBox 50">
            <a:extLst>
              <a:ext uri="{FF2B5EF4-FFF2-40B4-BE49-F238E27FC236}">
                <a16:creationId xmlns:a16="http://schemas.microsoft.com/office/drawing/2014/main" id="{A42CBD46-66B4-91D8-6BC3-0C5AE19BEF5E}"/>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25C06386-E5E3-821D-6436-429FBD0267FD}"/>
              </a:ext>
            </a:extLst>
          </p:cNvPr>
          <p:cNvSpPr txBox="1"/>
          <p:nvPr/>
        </p:nvSpPr>
        <p:spPr>
          <a:xfrm>
            <a:off x="695632" y="948698"/>
            <a:ext cx="3741067" cy="430887"/>
          </a:xfrm>
          <a:prstGeom prst="rect">
            <a:avLst/>
          </a:prstGeom>
          <a:noFill/>
        </p:spPr>
        <p:txBody>
          <a:bodyPr wrap="square" rtlCol="0">
            <a:spAutoFit/>
          </a:bodyPr>
          <a:lstStyle/>
          <a:p>
            <a:r>
              <a:rPr lang="en-US" altLang="zh-CN" sz="2200" b="1" dirty="0" err="1">
                <a:solidFill>
                  <a:schemeClr val="accent1"/>
                </a:solidFill>
                <a:latin typeface="+mj-ea"/>
                <a:ea typeface="+mj-ea"/>
              </a:rPr>
              <a:t>CoRE</a:t>
            </a:r>
            <a:r>
              <a:rPr lang="zh-CN" altLang="en-US" sz="2200" b="1" dirty="0">
                <a:solidFill>
                  <a:schemeClr val="accent1"/>
                </a:solidFill>
                <a:latin typeface="+mj-ea"/>
                <a:ea typeface="+mj-ea"/>
              </a:rPr>
              <a:t>框架设计</a:t>
            </a:r>
          </a:p>
        </p:txBody>
      </p:sp>
      <p:cxnSp>
        <p:nvCxnSpPr>
          <p:cNvPr id="7" name="直接连接符 6">
            <a:extLst>
              <a:ext uri="{FF2B5EF4-FFF2-40B4-BE49-F238E27FC236}">
                <a16:creationId xmlns:a16="http://schemas.microsoft.com/office/drawing/2014/main" id="{301FB80A-ADCE-0C21-906E-9BD6F1ECD83F}"/>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6548351-F958-0C5D-028C-23CA6A336E93}"/>
                  </a:ext>
                </a:extLst>
              </p:cNvPr>
              <p:cNvSpPr txBox="1"/>
              <p:nvPr/>
            </p:nvSpPr>
            <p:spPr>
              <a:xfrm>
                <a:off x="695104" y="1220760"/>
                <a:ext cx="9402374" cy="5436553"/>
              </a:xfrm>
              <a:prstGeom prst="rect">
                <a:avLst/>
              </a:prstGeom>
              <a:noFill/>
            </p:spPr>
            <p:txBody>
              <a:bodyPr wrap="square" rtlCol="0">
                <a:spAutoFit/>
              </a:bodyPr>
              <a:lstStyle/>
              <a:p>
                <a:pPr>
                  <a:lnSpc>
                    <a:spcPct val="200000"/>
                  </a:lnSpc>
                  <a:buClr>
                    <a:schemeClr val="accent1"/>
                  </a:buClr>
                </a:pPr>
                <a:r>
                  <a:rPr lang="en-US" altLang="zh-CN" sz="2000" dirty="0"/>
                  <a:t>Step1</a:t>
                </a:r>
                <a:r>
                  <a:rPr lang="zh-CN" altLang="en-US" sz="2000" dirty="0"/>
                  <a:t>：</a:t>
                </a:r>
                <a:r>
                  <a:rPr lang="zh-CN" altLang="en-US" sz="2000" b="1" dirty="0"/>
                  <a:t>单城市内区域嵌入</a:t>
                </a:r>
              </a:p>
              <a:p>
                <a:pPr>
                  <a:lnSpc>
                    <a:spcPct val="200000"/>
                  </a:lnSpc>
                  <a:buClr>
                    <a:schemeClr val="accent1"/>
                  </a:buClr>
                </a:pPr>
                <a:r>
                  <a:rPr lang="en-US" altLang="zh-CN" dirty="0"/>
                  <a:t>1.</a:t>
                </a:r>
                <a:r>
                  <a:rPr lang="zh-CN" altLang="en-US" dirty="0"/>
                  <a:t>基于人类移动数据构建两个独立的移动图</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𝐺</m:t>
                        </m:r>
                      </m:e>
                      <m:sub>
                        <m:r>
                          <a:rPr lang="en-US" altLang="zh-CN" b="0" i="1" smtClean="0">
                            <a:latin typeface="Cambria Math" panose="02040503050406030204" pitchFamily="18" charset="0"/>
                          </a:rPr>
                          <m:t>𝑋</m:t>
                        </m:r>
                      </m:sub>
                    </m:sSub>
                    <m:r>
                      <a:rPr lang="en-US" altLang="zh-CN" b="0" i="0"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a:rPr lang="en-US" altLang="zh-CN" b="0" i="1" smtClean="0">
                            <a:latin typeface="Cambria Math" panose="02040503050406030204" pitchFamily="18" charset="0"/>
                          </a:rPr>
                          <m:t>𝑌</m:t>
                        </m:r>
                      </m:sub>
                    </m:sSub>
                    <m:r>
                      <a:rPr lang="en-US" altLang="zh-CN" b="0" i="1" smtClean="0">
                        <a:latin typeface="Cambria Math" panose="02040503050406030204" pitchFamily="18" charset="0"/>
                      </a:rPr>
                      <m:t>.</m:t>
                    </m:r>
                    <m:r>
                      <a:rPr lang="en-US" altLang="zh-CN" i="1">
                        <a:latin typeface="Cambria Math" panose="02040503050406030204" pitchFamily="18" charset="0"/>
                      </a:rPr>
                      <m:t> </m:t>
                    </m:r>
                  </m:oMath>
                </a14:m>
                <a:r>
                  <a:rPr lang="zh-CN" altLang="en-US" dirty="0"/>
                  <a:t>分别对应城市</a:t>
                </a:r>
                <a14:m>
                  <m:oMath xmlns:m="http://schemas.openxmlformats.org/officeDocument/2006/math">
                    <m:r>
                      <a:rPr lang="en-US" altLang="zh-CN" b="0" i="1" smtClean="0">
                        <a:latin typeface="Cambria Math" panose="02040503050406030204" pitchFamily="18" charset="0"/>
                      </a:rPr>
                      <m:t>𝑋</m:t>
                    </m:r>
                    <m:r>
                      <a:rPr lang="zh-CN" altLang="en-US" i="1">
                        <a:latin typeface="Cambria Math" panose="02040503050406030204" pitchFamily="18" charset="0"/>
                      </a:rPr>
                      <m:t>、</m:t>
                    </m:r>
                    <m:r>
                      <a:rPr lang="en-US" altLang="zh-CN" b="0" i="1" smtClean="0">
                        <a:latin typeface="Cambria Math" panose="02040503050406030204" pitchFamily="18" charset="0"/>
                      </a:rPr>
                      <m:t>𝑌</m:t>
                    </m:r>
                  </m:oMath>
                </a14:m>
                <a:endParaRPr lang="en-US" altLang="zh-CN" dirty="0"/>
              </a:p>
              <a:p>
                <a:pPr marL="342900" indent="-342900">
                  <a:lnSpc>
                    <a:spcPct val="200000"/>
                  </a:lnSpc>
                  <a:buClr>
                    <a:schemeClr val="accent1"/>
                  </a:buClr>
                  <a:buFont typeface="Arial" panose="020B0604020202020204" pitchFamily="34" charset="0"/>
                  <a:buChar char="•"/>
                </a:pPr>
                <a:r>
                  <a:rPr lang="en-US" altLang="zh-CN" sz="1600" dirty="0"/>
                  <a:t>node:</a:t>
                </a:r>
                <a:r>
                  <a:rPr lang="zh-CN" altLang="en-US" sz="1600" dirty="0"/>
                  <a:t>城市区域（</a:t>
                </a:r>
                <a:r>
                  <a:rPr lang="en-US" altLang="zh-CN" sz="1600" dirty="0"/>
                  <a:t>region</a:t>
                </a:r>
                <a:r>
                  <a:rPr lang="zh-CN" altLang="en-US" sz="1600" dirty="0"/>
                  <a:t>）</a:t>
                </a:r>
                <a:endParaRPr lang="en-US" altLang="zh-CN" sz="1600" dirty="0"/>
              </a:p>
              <a:p>
                <a:pPr marL="342900" indent="-342900">
                  <a:lnSpc>
                    <a:spcPct val="200000"/>
                  </a:lnSpc>
                  <a:buClr>
                    <a:schemeClr val="accent1"/>
                  </a:buClr>
                  <a:buFont typeface="Arial" panose="020B0604020202020204" pitchFamily="34" charset="0"/>
                  <a:buChar char="•"/>
                </a:pPr>
                <a:r>
                  <a:rPr lang="en-US" altLang="zh-CN" sz="1600" dirty="0"/>
                  <a:t>edge:</a:t>
                </a:r>
                <a:r>
                  <a:rPr lang="zh-CN" altLang="en-US" sz="1600" dirty="0"/>
                  <a:t>从一个区域到另一个区域的转移频率</a:t>
                </a:r>
                <a:endParaRPr lang="en-US" altLang="zh-CN" sz="1600" dirty="0"/>
              </a:p>
              <a:p>
                <a:pPr>
                  <a:lnSpc>
                    <a:spcPct val="200000"/>
                  </a:lnSpc>
                  <a:buClr>
                    <a:schemeClr val="accent1"/>
                  </a:buClr>
                </a:pPr>
                <a:r>
                  <a:rPr lang="en-US" altLang="zh-CN" dirty="0"/>
                  <a:t>2.GAT</a:t>
                </a:r>
                <a:r>
                  <a:rPr lang="zh-CN" altLang="en-US" dirty="0"/>
                  <a:t>编码学习每个城市的区域嵌入（</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𝑖</m:t>
                        </m:r>
                      </m:sub>
                    </m:sSub>
                  </m:oMath>
                </a14:m>
                <a:r>
                  <a:rPr lang="zh-CN" altLang="en-US" dirty="0"/>
                  <a:t>）</a:t>
                </a:r>
                <a:endParaRPr lang="en-US" altLang="zh-CN" dirty="0"/>
              </a:p>
              <a:p>
                <a:pPr marL="342900" indent="-342900">
                  <a:lnSpc>
                    <a:spcPct val="200000"/>
                  </a:lnSpc>
                  <a:buClr>
                    <a:schemeClr val="accent1"/>
                  </a:buClr>
                  <a:buFont typeface="Arial" panose="020B0604020202020204" pitchFamily="34" charset="0"/>
                  <a:buChar char="•"/>
                </a:pPr>
                <a:r>
                  <a:rPr lang="en-US" altLang="zh-CN" sz="1600" dirty="0"/>
                  <a:t>Input:</a:t>
                </a:r>
                <a:r>
                  <a:rPr lang="zh-CN" altLang="en-US" sz="1600" dirty="0"/>
                  <a:t>每个区域的初始特征向量</a:t>
                </a:r>
                <a:endParaRPr lang="en-US" altLang="zh-CN" sz="1600" dirty="0"/>
              </a:p>
              <a:p>
                <a:pPr marL="342900" indent="-342900">
                  <a:lnSpc>
                    <a:spcPct val="200000"/>
                  </a:lnSpc>
                  <a:buClr>
                    <a:schemeClr val="accent1"/>
                  </a:buClr>
                  <a:buFont typeface="Arial" panose="020B0604020202020204" pitchFamily="34" charset="0"/>
                  <a:buChar char="•"/>
                </a:pPr>
                <a:r>
                  <a:rPr lang="zh-CN" altLang="en-US" sz="1600" dirty="0"/>
                  <a:t>多注意力头捕捉相邻区域关联，生成每个区域的</a:t>
                </a:r>
                <a14:m>
                  <m:oMath xmlns:m="http://schemas.openxmlformats.org/officeDocument/2006/math">
                    <m:r>
                      <a:rPr lang="en-US" altLang="zh-CN" sz="1600" b="0" i="1" smtClean="0">
                        <a:latin typeface="Cambria Math" panose="02040503050406030204" pitchFamily="18" charset="0"/>
                      </a:rPr>
                      <m:t>𝑑</m:t>
                    </m:r>
                  </m:oMath>
                </a14:m>
                <a:r>
                  <a:rPr lang="zh-CN" altLang="en-US" sz="1600" dirty="0"/>
                  <a:t>维嵌入</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i="1">
                            <a:latin typeface="Cambria Math" panose="02040503050406030204" pitchFamily="18" charset="0"/>
                          </a:rPr>
                          <m:t>𝑖</m:t>
                        </m:r>
                      </m:sub>
                    </m:sSub>
                  </m:oMath>
                </a14:m>
                <a:endParaRPr lang="en-US" altLang="zh-CN" sz="1600" dirty="0"/>
              </a:p>
              <a:p>
                <a:pPr>
                  <a:lnSpc>
                    <a:spcPct val="200000"/>
                  </a:lnSpc>
                  <a:buClr>
                    <a:schemeClr val="accent1"/>
                  </a:buClr>
                </a:pPr>
                <a:r>
                  <a:rPr lang="en-US" altLang="zh-CN" dirty="0"/>
                  <a:t>3.</a:t>
                </a:r>
                <a:r>
                  <a:rPr lang="zh-CN" altLang="en-US" dirty="0"/>
                  <a:t>自监督损失优化</a:t>
                </a:r>
                <a:endParaRPr lang="en-US" altLang="zh-CN" dirty="0"/>
              </a:p>
              <a:p>
                <a:pPr marL="285750" indent="-285750">
                  <a:lnSpc>
                    <a:spcPct val="200000"/>
                  </a:lnSpc>
                  <a:buClr>
                    <a:schemeClr val="accent1"/>
                  </a:buClr>
                  <a:buFont typeface="Arial" panose="020B0604020202020204" pitchFamily="34" charset="0"/>
                  <a:buChar char="•"/>
                </a:pPr>
                <a:r>
                  <a:rPr lang="zh-CN" altLang="en-US" sz="1600" dirty="0"/>
                  <a:t>任务：用嵌入向量预测从区域</a:t>
                </a:r>
                <a14:m>
                  <m:oMath xmlns:m="http://schemas.openxmlformats.org/officeDocument/2006/math">
                    <m:r>
                      <a:rPr lang="en-US" altLang="zh-CN" sz="1600" b="0" i="1" smtClean="0">
                        <a:latin typeface="Cambria Math" panose="02040503050406030204" pitchFamily="18" charset="0"/>
                      </a:rPr>
                      <m:t>𝑖</m:t>
                    </m:r>
                    <m:r>
                      <a:rPr lang="zh-CN" altLang="en-US" sz="1600" i="0">
                        <a:latin typeface="Cambria Math" panose="02040503050406030204" pitchFamily="18" charset="0"/>
                      </a:rPr>
                      <m:t>出发</m:t>
                    </m:r>
                    <m:r>
                      <a:rPr lang="zh-CN" altLang="en-US" sz="1600" i="0" smtClean="0">
                        <a:latin typeface="Cambria Math" panose="02040503050406030204" pitchFamily="18" charset="0"/>
                      </a:rPr>
                      <m:t>的</m:t>
                    </m:r>
                    <m:r>
                      <a:rPr lang="zh-CN" altLang="en-US" sz="1600" i="0">
                        <a:latin typeface="Cambria Math" panose="02040503050406030204" pitchFamily="18" charset="0"/>
                      </a:rPr>
                      <m:t>目的地</m:t>
                    </m:r>
                    <m:r>
                      <a:rPr lang="en-US" altLang="zh-CN" sz="1600" b="0" i="1" smtClean="0">
                        <a:latin typeface="Cambria Math" panose="02040503050406030204" pitchFamily="18" charset="0"/>
                      </a:rPr>
                      <m:t>𝑗</m:t>
                    </m:r>
                  </m:oMath>
                </a14:m>
                <a:endParaRPr lang="en-US" altLang="zh-CN" sz="1600" dirty="0"/>
              </a:p>
              <a:p>
                <a:pPr marL="285750" indent="-285750">
                  <a:lnSpc>
                    <a:spcPct val="200000"/>
                  </a:lnSpc>
                  <a:buClr>
                    <a:schemeClr val="accent1"/>
                  </a:buClr>
                  <a:buFont typeface="Arial" panose="020B0604020202020204" pitchFamily="34" charset="0"/>
                  <a:buChar char="•"/>
                </a:pPr>
                <a:r>
                  <a:rPr lang="zh-CN" altLang="en-US" sz="1600" dirty="0"/>
                  <a:t>让预测的出行分布与真实移动数据一致，准确反映区域间移动关联</a:t>
                </a:r>
                <a:endParaRPr lang="en-US" altLang="zh-CN" sz="1600" dirty="0"/>
              </a:p>
            </p:txBody>
          </p:sp>
        </mc:Choice>
        <mc:Fallback xmlns="">
          <p:sp>
            <p:nvSpPr>
              <p:cNvPr id="10" name="文本框 9">
                <a:extLst>
                  <a:ext uri="{FF2B5EF4-FFF2-40B4-BE49-F238E27FC236}">
                    <a16:creationId xmlns:a16="http://schemas.microsoft.com/office/drawing/2014/main" id="{76548351-F958-0C5D-028C-23CA6A336E93}"/>
                  </a:ext>
                </a:extLst>
              </p:cNvPr>
              <p:cNvSpPr txBox="1">
                <a:spLocks noRot="1" noChangeAspect="1" noMove="1" noResize="1" noEditPoints="1" noAdjustHandles="1" noChangeArrowheads="1" noChangeShapeType="1" noTextEdit="1"/>
              </p:cNvSpPr>
              <p:nvPr/>
            </p:nvSpPr>
            <p:spPr>
              <a:xfrm>
                <a:off x="695104" y="1220760"/>
                <a:ext cx="9402374" cy="5436553"/>
              </a:xfrm>
              <a:prstGeom prst="rect">
                <a:avLst/>
              </a:prstGeom>
              <a:blipFill>
                <a:blip r:embed="rId2"/>
                <a:stretch>
                  <a:fillRect l="-6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14446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DCE8A-C39C-0136-F0AA-A9DB53975B66}"/>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FFB6B56F-AA07-B95D-09D0-A8214C43C93B}"/>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BE0F34E6-CEB8-D94B-2D13-2091A948869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2C10BBB7-A427-19E2-AC55-A587F26C7883}"/>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151E7403-E56F-5BDC-854C-9BBC2C83845A}"/>
              </a:ext>
            </a:extLst>
          </p:cNvPr>
          <p:cNvSpPr>
            <a:spLocks noGrp="1"/>
          </p:cNvSpPr>
          <p:nvPr>
            <p:ph type="sldNum" sz="quarter" idx="12"/>
          </p:nvPr>
        </p:nvSpPr>
        <p:spPr/>
        <p:txBody>
          <a:bodyPr/>
          <a:lstStyle/>
          <a:p>
            <a:fld id="{85D2FA34-3331-43EB-8D25-5E71EBC8F04D}" type="slidenum">
              <a:rPr lang="zh-CN" altLang="en-US" smtClean="0"/>
              <a:t>9</a:t>
            </a:fld>
            <a:endParaRPr lang="zh-CN" altLang="en-US"/>
          </a:p>
        </p:txBody>
      </p:sp>
      <p:sp>
        <p:nvSpPr>
          <p:cNvPr id="8" name="TextBox 50">
            <a:extLst>
              <a:ext uri="{FF2B5EF4-FFF2-40B4-BE49-F238E27FC236}">
                <a16:creationId xmlns:a16="http://schemas.microsoft.com/office/drawing/2014/main" id="{DF9EBF33-7AB6-D24F-D4E9-61BC2CB4CE6A}"/>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8E075DB2-87FC-E890-5FBD-3D76F9F0B704}"/>
              </a:ext>
            </a:extLst>
          </p:cNvPr>
          <p:cNvSpPr txBox="1"/>
          <p:nvPr/>
        </p:nvSpPr>
        <p:spPr>
          <a:xfrm>
            <a:off x="695632" y="948698"/>
            <a:ext cx="3741067" cy="430887"/>
          </a:xfrm>
          <a:prstGeom prst="rect">
            <a:avLst/>
          </a:prstGeom>
          <a:noFill/>
        </p:spPr>
        <p:txBody>
          <a:bodyPr wrap="square" rtlCol="0">
            <a:spAutoFit/>
          </a:bodyPr>
          <a:lstStyle/>
          <a:p>
            <a:r>
              <a:rPr lang="en-US" altLang="zh-CN" sz="2200" b="1" dirty="0" err="1">
                <a:solidFill>
                  <a:schemeClr val="accent1"/>
                </a:solidFill>
                <a:latin typeface="+mj-ea"/>
                <a:ea typeface="+mj-ea"/>
              </a:rPr>
              <a:t>CoRE</a:t>
            </a:r>
            <a:r>
              <a:rPr lang="zh-CN" altLang="en-US" sz="2200" b="1" dirty="0">
                <a:solidFill>
                  <a:schemeClr val="accent1"/>
                </a:solidFill>
                <a:latin typeface="+mj-ea"/>
                <a:ea typeface="+mj-ea"/>
              </a:rPr>
              <a:t>框架设计</a:t>
            </a:r>
          </a:p>
        </p:txBody>
      </p:sp>
      <p:cxnSp>
        <p:nvCxnSpPr>
          <p:cNvPr id="7" name="直接连接符 6">
            <a:extLst>
              <a:ext uri="{FF2B5EF4-FFF2-40B4-BE49-F238E27FC236}">
                <a16:creationId xmlns:a16="http://schemas.microsoft.com/office/drawing/2014/main" id="{A1BCEE90-9349-B96D-5B6D-875876029E04}"/>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A1548AB-5C60-42CF-D8C5-4C08918E8782}"/>
                  </a:ext>
                </a:extLst>
              </p:cNvPr>
              <p:cNvSpPr txBox="1"/>
              <p:nvPr/>
            </p:nvSpPr>
            <p:spPr>
              <a:xfrm>
                <a:off x="695104" y="1220760"/>
                <a:ext cx="9402374" cy="5155066"/>
              </a:xfrm>
              <a:prstGeom prst="rect">
                <a:avLst/>
              </a:prstGeom>
              <a:noFill/>
            </p:spPr>
            <p:txBody>
              <a:bodyPr wrap="square" rtlCol="0">
                <a:spAutoFit/>
              </a:bodyPr>
              <a:lstStyle/>
              <a:p>
                <a:pPr>
                  <a:lnSpc>
                    <a:spcPct val="200000"/>
                  </a:lnSpc>
                  <a:buClr>
                    <a:schemeClr val="accent1"/>
                  </a:buClr>
                </a:pPr>
                <a:r>
                  <a:rPr lang="en-US" altLang="zh-CN" sz="2000" dirty="0"/>
                  <a:t>Step2</a:t>
                </a:r>
                <a:r>
                  <a:rPr lang="zh-CN" altLang="en-US" sz="2000" dirty="0"/>
                  <a:t>：</a:t>
                </a:r>
                <a:r>
                  <a:rPr lang="zh-CN" altLang="en-US" sz="2000" b="1" dirty="0"/>
                  <a:t>跨城市潜在流形对齐（全局对齐）</a:t>
                </a:r>
              </a:p>
              <a:p>
                <a:pPr>
                  <a:lnSpc>
                    <a:spcPct val="200000"/>
                  </a:lnSpc>
                  <a:buClr>
                    <a:schemeClr val="accent1"/>
                  </a:buClr>
                </a:pPr>
                <a:r>
                  <a:rPr lang="en-US" altLang="zh-CN" dirty="0"/>
                  <a:t>1.</a:t>
                </a:r>
                <a:r>
                  <a:rPr lang="zh-CN" altLang="en-US" dirty="0"/>
                  <a:t>生成虚拟锚点</a:t>
                </a:r>
                <a:endParaRPr lang="en-US" altLang="zh-CN" dirty="0"/>
              </a:p>
              <a:p>
                <a:pPr marL="342900" indent="-342900">
                  <a:lnSpc>
                    <a:spcPct val="200000"/>
                  </a:lnSpc>
                  <a:buClr>
                    <a:schemeClr val="accent1"/>
                  </a:buClr>
                  <a:buFont typeface="Arial" panose="020B0604020202020204" pitchFamily="34" charset="0"/>
                  <a:buChar char="•"/>
                </a:pPr>
                <a:r>
                  <a:rPr lang="zh-CN" altLang="en-US" sz="1600" b="1" dirty="0"/>
                  <a:t>随机</a:t>
                </a:r>
                <a:r>
                  <a:rPr lang="zh-CN" altLang="en-US" sz="1600" dirty="0"/>
                  <a:t>生成</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m:rPr>
                            <m:sty m:val="p"/>
                          </m:rPr>
                          <a:rPr lang="en-US" altLang="zh-CN" sz="1600" i="1">
                            <a:latin typeface="Cambria Math" panose="02040503050406030204" pitchFamily="18" charset="0"/>
                          </a:rPr>
                          <m:t>a</m:t>
                        </m:r>
                      </m:sub>
                    </m:sSub>
                    <m:r>
                      <a:rPr lang="zh-CN" altLang="en-US" sz="1600" i="1">
                        <a:latin typeface="Cambria Math" panose="02040503050406030204" pitchFamily="18" charset="0"/>
                      </a:rPr>
                      <m:t>个</m:t>
                    </m:r>
                    <m:r>
                      <m:rPr>
                        <m:sty m:val="p"/>
                      </m:rPr>
                      <a:rPr lang="en-US" altLang="zh-CN" sz="1600" i="1" smtClean="0">
                        <a:latin typeface="Cambria Math" panose="02040503050406030204" pitchFamily="18" charset="0"/>
                      </a:rPr>
                      <m:t>d</m:t>
                    </m:r>
                  </m:oMath>
                </a14:m>
                <a:r>
                  <a:rPr lang="zh-CN" altLang="en-US" sz="1600" dirty="0"/>
                  <a:t>维虚拟锚点</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𝐴</m:t>
                        </m:r>
                      </m:e>
                      <m:sub>
                        <m:r>
                          <m:rPr>
                            <m:sty m:val="p"/>
                          </m:rPr>
                          <a:rPr lang="en-US" altLang="zh-CN" sz="1600" i="1">
                            <a:latin typeface="Cambria Math" panose="02040503050406030204" pitchFamily="18" charset="0"/>
                          </a:rPr>
                          <m:t>i</m:t>
                        </m:r>
                      </m:sub>
                    </m:sSub>
                  </m:oMath>
                </a14:m>
                <a:endParaRPr lang="en-US" altLang="zh-CN" sz="1600" dirty="0"/>
              </a:p>
              <a:p>
                <a:pPr marL="342900" indent="-342900">
                  <a:lnSpc>
                    <a:spcPct val="200000"/>
                  </a:lnSpc>
                  <a:buClr>
                    <a:schemeClr val="accent1"/>
                  </a:buClr>
                  <a:buFont typeface="Arial" panose="020B0604020202020204" pitchFamily="34" charset="0"/>
                  <a:buChar char="•"/>
                </a:pP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m:rPr>
                            <m:sty m:val="p"/>
                          </m:rPr>
                          <a:rPr lang="en-US" altLang="zh-CN" sz="1600" i="1">
                            <a:latin typeface="Cambria Math" panose="02040503050406030204" pitchFamily="18" charset="0"/>
                          </a:rPr>
                          <m:t>a</m:t>
                        </m:r>
                      </m:sub>
                    </m:sSub>
                    <m:r>
                      <a:rPr lang="zh-CN" altLang="en-US" sz="1600" i="1">
                        <a:latin typeface="Cambria Math" panose="02040503050406030204" pitchFamily="18" charset="0"/>
                      </a:rPr>
                      <m:t>个</m:t>
                    </m:r>
                    <m:r>
                      <m:rPr>
                        <m:sty m:val="p"/>
                      </m:rPr>
                      <a:rPr lang="en-US" altLang="zh-CN" sz="1600" i="1">
                        <a:latin typeface="Cambria Math" panose="02040503050406030204" pitchFamily="18" charset="0"/>
                      </a:rPr>
                      <m:t>d</m:t>
                    </m:r>
                  </m:oMath>
                </a14:m>
                <a:r>
                  <a:rPr lang="zh-CN" altLang="en-US" sz="1600" dirty="0"/>
                  <a:t>维虚拟锚点</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𝐴</m:t>
                        </m:r>
                      </m:e>
                      <m:sub>
                        <m:r>
                          <m:rPr>
                            <m:sty m:val="p"/>
                          </m:rPr>
                          <a:rPr lang="en-US" altLang="zh-CN" sz="1600" i="1">
                            <a:latin typeface="Cambria Math" panose="02040503050406030204" pitchFamily="18" charset="0"/>
                          </a:rPr>
                          <m:t>i</m:t>
                        </m:r>
                      </m:sub>
                    </m:sSub>
                  </m:oMath>
                </a14:m>
                <a:r>
                  <a:rPr lang="zh-CN" altLang="en-US" sz="1600" dirty="0"/>
                  <a:t>作为跨城市桥梁</a:t>
                </a:r>
                <a:endParaRPr lang="en-US" altLang="zh-CN" sz="1600" dirty="0"/>
              </a:p>
              <a:p>
                <a:pPr>
                  <a:lnSpc>
                    <a:spcPct val="200000"/>
                  </a:lnSpc>
                  <a:buClr>
                    <a:schemeClr val="accent1"/>
                  </a:buClr>
                </a:pPr>
                <a:r>
                  <a:rPr lang="en-US" altLang="zh-CN" dirty="0"/>
                  <a:t>2.</a:t>
                </a:r>
                <a:r>
                  <a:rPr lang="zh-CN" altLang="en-US" dirty="0"/>
                  <a:t>计算相对表征</a:t>
                </a:r>
                <a:r>
                  <a:rPr lang="en-US" altLang="zh-CN" b="1" dirty="0">
                    <a:latin typeface="Times New Roman" panose="02020603050405020304" pitchFamily="18" charset="0"/>
                    <a:cs typeface="Times New Roman" panose="02020603050405020304" pitchFamily="18" charset="0"/>
                  </a:rPr>
                  <a:t>(Relative Representation)</a:t>
                </a:r>
                <a:endParaRPr lang="en-US" altLang="zh-CN" dirty="0">
                  <a:latin typeface="Times New Roman" panose="02020603050405020304" pitchFamily="18" charset="0"/>
                  <a:cs typeface="Times New Roman" panose="02020603050405020304" pitchFamily="18" charset="0"/>
                </a:endParaRPr>
              </a:p>
              <a:p>
                <a:pPr marL="342900" indent="-342900">
                  <a:lnSpc>
                    <a:spcPct val="200000"/>
                  </a:lnSpc>
                  <a:buClr>
                    <a:schemeClr val="accent1"/>
                  </a:buClr>
                  <a:buFont typeface="Arial" panose="020B0604020202020204" pitchFamily="34" charset="0"/>
                  <a:buChar char="•"/>
                </a:pPr>
                <a:r>
                  <a:rPr lang="zh-CN" altLang="en-US" sz="1600" dirty="0"/>
                  <a:t>计算</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𝐴</m:t>
                        </m:r>
                      </m:e>
                      <m:sub>
                        <m:r>
                          <m:rPr>
                            <m:sty m:val="p"/>
                          </m:rPr>
                          <a:rPr lang="en-US" altLang="zh-CN" sz="1600" i="1">
                            <a:latin typeface="Cambria Math" panose="02040503050406030204" pitchFamily="18" charset="0"/>
                          </a:rPr>
                          <m:t>i</m:t>
                        </m:r>
                      </m:sub>
                    </m:sSub>
                  </m:oMath>
                </a14:m>
                <a:r>
                  <a:rPr lang="zh-CN" altLang="en-US" sz="1600" dirty="0"/>
                  <a:t>与</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i="1">
                            <a:latin typeface="Cambria Math" panose="02040503050406030204" pitchFamily="18" charset="0"/>
                          </a:rPr>
                          <m:t>𝑖</m:t>
                        </m:r>
                      </m:sub>
                    </m:sSub>
                  </m:oMath>
                </a14:m>
                <a:r>
                  <a:rPr lang="zh-CN" altLang="en-US" sz="1600" dirty="0"/>
                  <a:t>的余弦相似度，得到锚点在单城市中的相对位置</a:t>
                </a:r>
                <a14:m>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0" i="1" smtClean="0">
                            <a:latin typeface="Cambria Math" panose="02040503050406030204" pitchFamily="18" charset="0"/>
                          </a:rPr>
                          <m:t>𝐴</m:t>
                        </m:r>
                      </m:e>
                      <m:sub>
                        <m:r>
                          <m:rPr>
                            <m:sty m:val="p"/>
                          </m:rPr>
                          <a:rPr lang="en-US" altLang="zh-CN" sz="1600" i="1">
                            <a:latin typeface="Cambria Math" panose="02040503050406030204" pitchFamily="18" charset="0"/>
                          </a:rPr>
                          <m:t>rel</m:t>
                        </m:r>
                        <m:r>
                          <a:rPr lang="en-US" altLang="zh-CN" sz="1600" b="0" i="1" smtClean="0">
                            <a:latin typeface="Cambria Math" panose="02040503050406030204" pitchFamily="18" charset="0"/>
                          </a:rPr>
                          <m:t>_</m:t>
                        </m:r>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𝑋</m:t>
                        </m:r>
                      </m:sup>
                    </m:sSubSup>
                  </m:oMath>
                </a14:m>
                <a:r>
                  <a:rPr lang="en-US" altLang="zh-CN" sz="1600" dirty="0"/>
                  <a:t> </a:t>
                </a:r>
                <a:r>
                  <a:rPr lang="zh-CN" altLang="en-US" sz="1600" dirty="0"/>
                  <a:t>、</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𝐴</m:t>
                        </m:r>
                      </m:e>
                      <m:sub>
                        <m:r>
                          <m:rPr>
                            <m:sty m:val="p"/>
                          </m:rPr>
                          <a:rPr lang="en-US" altLang="zh-CN" sz="1600" i="1">
                            <a:latin typeface="Cambria Math" panose="02040503050406030204" pitchFamily="18" charset="0"/>
                          </a:rPr>
                          <m:t>rel</m:t>
                        </m:r>
                        <m:r>
                          <a:rPr lang="en-US" altLang="zh-CN" sz="1600" i="1">
                            <a:latin typeface="Cambria Math" panose="02040503050406030204" pitchFamily="18" charset="0"/>
                          </a:rPr>
                          <m:t>_</m:t>
                        </m:r>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𝑌</m:t>
                        </m:r>
                      </m:sup>
                    </m:sSubSup>
                  </m:oMath>
                </a14:m>
                <a:endParaRPr lang="en-US" altLang="zh-CN" sz="1600" dirty="0"/>
              </a:p>
              <a:p>
                <a:pPr marL="342900" indent="-342900">
                  <a:lnSpc>
                    <a:spcPct val="200000"/>
                  </a:lnSpc>
                  <a:buClr>
                    <a:schemeClr val="accent1"/>
                  </a:buClr>
                  <a:buFont typeface="Arial" panose="020B0604020202020204" pitchFamily="34" charset="0"/>
                  <a:buChar char="•"/>
                </a:pPr>
                <a:r>
                  <a:rPr lang="zh-CN" altLang="en-US" sz="1600" dirty="0"/>
                  <a:t>将锚点的相对位置再与锚点自身计算相似度，得到锚点间的相对关系</a:t>
                </a:r>
                <a14:m>
                  <m:oMath xmlns:m="http://schemas.openxmlformats.org/officeDocument/2006/math">
                    <m:sSubSup>
                      <m:sSubSupPr>
                        <m:ctrlPr>
                          <a:rPr lang="en-US" altLang="zh-CN" sz="1600" i="1">
                            <a:latin typeface="Cambria Math" panose="02040503050406030204" pitchFamily="18" charset="0"/>
                          </a:rPr>
                        </m:ctrlPr>
                      </m:sSubSupPr>
                      <m:e>
                        <m:bar>
                          <m:barPr>
                            <m:pos m:val="top"/>
                            <m:ctrlPr>
                              <a:rPr lang="en-US" altLang="zh-CN" sz="1600" i="1" smtClean="0">
                                <a:latin typeface="Cambria Math" panose="02040503050406030204" pitchFamily="18" charset="0"/>
                              </a:rPr>
                            </m:ctrlPr>
                          </m:barPr>
                          <m:e>
                            <m:r>
                              <a:rPr lang="en-US" altLang="zh-CN" sz="1600" b="0" i="1" smtClean="0">
                                <a:latin typeface="Cambria Math" panose="02040503050406030204" pitchFamily="18" charset="0"/>
                              </a:rPr>
                              <m:t>𝐴</m:t>
                            </m:r>
                          </m:e>
                        </m:bar>
                      </m:e>
                      <m:sub>
                        <m:r>
                          <m:rPr>
                            <m:sty m:val="p"/>
                          </m:rPr>
                          <a:rPr lang="en-US" altLang="zh-CN" sz="1600" i="1">
                            <a:latin typeface="Cambria Math" panose="02040503050406030204" pitchFamily="18" charset="0"/>
                          </a:rPr>
                          <m:t>rel</m:t>
                        </m:r>
                        <m:r>
                          <a:rPr lang="en-US" altLang="zh-CN" sz="1600" i="1">
                            <a:latin typeface="Cambria Math" panose="02040503050406030204" pitchFamily="18" charset="0"/>
                          </a:rPr>
                          <m:t>_</m:t>
                        </m:r>
                        <m:r>
                          <a:rPr lang="en-US" altLang="zh-CN" sz="1600" i="1">
                            <a:latin typeface="Cambria Math" panose="02040503050406030204" pitchFamily="18" charset="0"/>
                          </a:rPr>
                          <m:t>𝑖</m:t>
                        </m:r>
                      </m:sub>
                      <m:sup>
                        <m:r>
                          <a:rPr lang="en-US" altLang="zh-CN" sz="1600" i="1">
                            <a:latin typeface="Cambria Math" panose="02040503050406030204" pitchFamily="18" charset="0"/>
                          </a:rPr>
                          <m:t>𝑋</m:t>
                        </m:r>
                      </m:sup>
                    </m:sSubSup>
                  </m:oMath>
                </a14:m>
                <a:r>
                  <a:rPr lang="en-US" altLang="zh-CN" sz="1600" dirty="0"/>
                  <a:t> </a:t>
                </a:r>
                <a:r>
                  <a:rPr lang="zh-CN" altLang="en-US" sz="1600" dirty="0"/>
                  <a:t>、</a:t>
                </a:r>
                <a14:m>
                  <m:oMath xmlns:m="http://schemas.openxmlformats.org/officeDocument/2006/math">
                    <m:sSubSup>
                      <m:sSubSupPr>
                        <m:ctrlPr>
                          <a:rPr lang="en-US" altLang="zh-CN" sz="1600" i="1">
                            <a:latin typeface="Cambria Math" panose="02040503050406030204" pitchFamily="18" charset="0"/>
                          </a:rPr>
                        </m:ctrlPr>
                      </m:sSubSupPr>
                      <m:e>
                        <m:bar>
                          <m:barPr>
                            <m:pos m:val="top"/>
                            <m:ctrlPr>
                              <a:rPr lang="en-US" altLang="zh-CN" sz="1600" i="1">
                                <a:latin typeface="Cambria Math" panose="02040503050406030204" pitchFamily="18" charset="0"/>
                              </a:rPr>
                            </m:ctrlPr>
                          </m:barPr>
                          <m:e>
                            <m:r>
                              <a:rPr lang="en-US" altLang="zh-CN" sz="1600" i="1">
                                <a:latin typeface="Cambria Math" panose="02040503050406030204" pitchFamily="18" charset="0"/>
                              </a:rPr>
                              <m:t>𝐴</m:t>
                            </m:r>
                          </m:e>
                        </m:bar>
                      </m:e>
                      <m:sub>
                        <m:r>
                          <m:rPr>
                            <m:sty m:val="p"/>
                          </m:rPr>
                          <a:rPr lang="en-US" altLang="zh-CN" sz="1600" i="1">
                            <a:latin typeface="Cambria Math" panose="02040503050406030204" pitchFamily="18" charset="0"/>
                          </a:rPr>
                          <m:t>rel</m:t>
                        </m:r>
                        <m:r>
                          <a:rPr lang="en-US" altLang="zh-CN" sz="1600" i="1">
                            <a:latin typeface="Cambria Math" panose="02040503050406030204" pitchFamily="18" charset="0"/>
                          </a:rPr>
                          <m:t>_</m:t>
                        </m:r>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𝑌</m:t>
                        </m:r>
                      </m:sup>
                    </m:sSubSup>
                  </m:oMath>
                </a14:m>
                <a:endParaRPr lang="en-US" altLang="zh-CN" sz="1600" dirty="0"/>
              </a:p>
              <a:p>
                <a:pPr>
                  <a:lnSpc>
                    <a:spcPct val="200000"/>
                  </a:lnSpc>
                  <a:buClr>
                    <a:schemeClr val="accent1"/>
                  </a:buClr>
                </a:pPr>
                <a:r>
                  <a:rPr lang="en-US" altLang="zh-CN" dirty="0"/>
                  <a:t>3.</a:t>
                </a:r>
                <a:r>
                  <a:rPr lang="zh-CN" altLang="en-US" dirty="0"/>
                  <a:t>流形对齐损失</a:t>
                </a:r>
                <a:r>
                  <a:rPr lang="en-US" altLang="zh-CN" b="1" dirty="0">
                    <a:latin typeface="Times New Roman" panose="02020603050405020304" pitchFamily="18" charset="0"/>
                    <a:cs typeface="Times New Roman" panose="02020603050405020304" pitchFamily="18" charset="0"/>
                  </a:rPr>
                  <a:t>(LMA Loss)</a:t>
                </a:r>
              </a:p>
              <a:p>
                <a:pPr marL="285750" indent="-285750">
                  <a:lnSpc>
                    <a:spcPct val="200000"/>
                  </a:lnSpc>
                  <a:buClr>
                    <a:schemeClr val="accent1"/>
                  </a:buClr>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rPr>
                  <a:t>用</a:t>
                </a:r>
                <a:r>
                  <a:rPr lang="en-US" altLang="zh-CN" sz="1600" dirty="0">
                    <a:latin typeface="Times New Roman" panose="02020603050405020304" pitchFamily="18" charset="0"/>
                    <a:cs typeface="Times New Roman" panose="02020603050405020304" pitchFamily="18" charset="0"/>
                  </a:rPr>
                  <a:t>L2</a:t>
                </a:r>
                <a:r>
                  <a:rPr lang="zh-CN" altLang="en-US" sz="1600" dirty="0">
                    <a:latin typeface="Times New Roman" panose="02020603050405020304" pitchFamily="18" charset="0"/>
                    <a:cs typeface="Times New Roman" panose="02020603050405020304" pitchFamily="18" charset="0"/>
                  </a:rPr>
                  <a:t>范数最小化</a:t>
                </a:r>
                <a14:m>
                  <m:oMath xmlns:m="http://schemas.openxmlformats.org/officeDocument/2006/math">
                    <m:sSubSup>
                      <m:sSubSupPr>
                        <m:ctrlPr>
                          <a:rPr lang="en-US" altLang="zh-CN" sz="1600" i="1">
                            <a:latin typeface="Cambria Math" panose="02040503050406030204" pitchFamily="18" charset="0"/>
                          </a:rPr>
                        </m:ctrlPr>
                      </m:sSubSupPr>
                      <m:e>
                        <m:bar>
                          <m:barPr>
                            <m:pos m:val="top"/>
                            <m:ctrlPr>
                              <a:rPr lang="en-US" altLang="zh-CN" sz="1600" i="1">
                                <a:latin typeface="Cambria Math" panose="02040503050406030204" pitchFamily="18" charset="0"/>
                              </a:rPr>
                            </m:ctrlPr>
                          </m:barPr>
                          <m:e>
                            <m:r>
                              <a:rPr lang="en-US" altLang="zh-CN" sz="1600" i="1">
                                <a:latin typeface="Cambria Math" panose="02040503050406030204" pitchFamily="18" charset="0"/>
                              </a:rPr>
                              <m:t>𝐴</m:t>
                            </m:r>
                          </m:e>
                        </m:bar>
                      </m:e>
                      <m:sub>
                        <m:r>
                          <m:rPr>
                            <m:sty m:val="p"/>
                          </m:rPr>
                          <a:rPr lang="en-US" altLang="zh-CN" sz="1600" i="1">
                            <a:latin typeface="Cambria Math" panose="02040503050406030204" pitchFamily="18" charset="0"/>
                          </a:rPr>
                          <m:t>rel</m:t>
                        </m:r>
                        <m:r>
                          <a:rPr lang="en-US" altLang="zh-CN" sz="1600" i="1">
                            <a:latin typeface="Cambria Math" panose="02040503050406030204" pitchFamily="18" charset="0"/>
                          </a:rPr>
                          <m:t>_</m:t>
                        </m:r>
                        <m:r>
                          <a:rPr lang="en-US" altLang="zh-CN" sz="1600" i="1">
                            <a:latin typeface="Cambria Math" panose="02040503050406030204" pitchFamily="18" charset="0"/>
                          </a:rPr>
                          <m:t>𝑖</m:t>
                        </m:r>
                      </m:sub>
                      <m:sup>
                        <m:r>
                          <a:rPr lang="en-US" altLang="zh-CN" sz="1600" i="1">
                            <a:latin typeface="Cambria Math" panose="02040503050406030204" pitchFamily="18" charset="0"/>
                          </a:rPr>
                          <m:t>𝑋</m:t>
                        </m:r>
                      </m:sup>
                    </m:sSubSup>
                  </m:oMath>
                </a14:m>
                <a:r>
                  <a:rPr lang="en-US" altLang="zh-CN" sz="1600" dirty="0"/>
                  <a:t> </a:t>
                </a:r>
                <a:r>
                  <a:rPr lang="zh-CN" altLang="en-US" sz="1600" dirty="0"/>
                  <a:t>、</a:t>
                </a:r>
                <a14:m>
                  <m:oMath xmlns:m="http://schemas.openxmlformats.org/officeDocument/2006/math">
                    <m:sSubSup>
                      <m:sSubSupPr>
                        <m:ctrlPr>
                          <a:rPr lang="en-US" altLang="zh-CN" sz="1600" i="1">
                            <a:latin typeface="Cambria Math" panose="02040503050406030204" pitchFamily="18" charset="0"/>
                          </a:rPr>
                        </m:ctrlPr>
                      </m:sSubSupPr>
                      <m:e>
                        <m:bar>
                          <m:barPr>
                            <m:pos m:val="top"/>
                            <m:ctrlPr>
                              <a:rPr lang="en-US" altLang="zh-CN" sz="1600" i="1">
                                <a:latin typeface="Cambria Math" panose="02040503050406030204" pitchFamily="18" charset="0"/>
                              </a:rPr>
                            </m:ctrlPr>
                          </m:barPr>
                          <m:e>
                            <m:r>
                              <a:rPr lang="en-US" altLang="zh-CN" sz="1600" i="1">
                                <a:latin typeface="Cambria Math" panose="02040503050406030204" pitchFamily="18" charset="0"/>
                              </a:rPr>
                              <m:t>𝐴</m:t>
                            </m:r>
                          </m:e>
                        </m:bar>
                      </m:e>
                      <m:sub>
                        <m:r>
                          <m:rPr>
                            <m:sty m:val="p"/>
                          </m:rPr>
                          <a:rPr lang="en-US" altLang="zh-CN" sz="1600" i="1">
                            <a:latin typeface="Cambria Math" panose="02040503050406030204" pitchFamily="18" charset="0"/>
                          </a:rPr>
                          <m:t>rel</m:t>
                        </m:r>
                        <m:r>
                          <a:rPr lang="en-US" altLang="zh-CN" sz="1600" i="1">
                            <a:latin typeface="Cambria Math" panose="02040503050406030204" pitchFamily="18" charset="0"/>
                          </a:rPr>
                          <m:t>_</m:t>
                        </m:r>
                        <m:r>
                          <a:rPr lang="en-US" altLang="zh-CN" sz="1600" i="1">
                            <a:latin typeface="Cambria Math" panose="02040503050406030204" pitchFamily="18" charset="0"/>
                          </a:rPr>
                          <m:t>𝑖</m:t>
                        </m:r>
                      </m:sub>
                      <m:sup>
                        <m:r>
                          <a:rPr lang="en-US" altLang="zh-CN" sz="1600" i="1">
                            <a:latin typeface="Cambria Math" panose="02040503050406030204" pitchFamily="18" charset="0"/>
                          </a:rPr>
                          <m:t>𝑌</m:t>
                        </m:r>
                      </m:sup>
                    </m:sSubSup>
                    <m:r>
                      <a:rPr lang="zh-CN" altLang="en-US" sz="1600" i="1" smtClean="0">
                        <a:latin typeface="Cambria Math" panose="02040503050406030204" pitchFamily="18" charset="0"/>
                      </a:rPr>
                      <m:t>的</m:t>
                    </m:r>
                  </m:oMath>
                </a14:m>
                <a:r>
                  <a:rPr lang="zh-CN" altLang="en-US" sz="1600" dirty="0">
                    <a:latin typeface="Times New Roman" panose="02020603050405020304" pitchFamily="18" charset="0"/>
                    <a:cs typeface="Times New Roman" panose="02020603050405020304" pitchFamily="18" charset="0"/>
                  </a:rPr>
                  <a:t>差异，让两个城市全局潜在流形结构相似</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9A1548AB-5C60-42CF-D8C5-4C08918E8782}"/>
                  </a:ext>
                </a:extLst>
              </p:cNvPr>
              <p:cNvSpPr txBox="1">
                <a:spLocks noRot="1" noChangeAspect="1" noMove="1" noResize="1" noEditPoints="1" noAdjustHandles="1" noChangeArrowheads="1" noChangeShapeType="1" noTextEdit="1"/>
              </p:cNvSpPr>
              <p:nvPr/>
            </p:nvSpPr>
            <p:spPr>
              <a:xfrm>
                <a:off x="695104" y="1220760"/>
                <a:ext cx="9402374" cy="5155066"/>
              </a:xfrm>
              <a:prstGeom prst="rect">
                <a:avLst/>
              </a:prstGeom>
              <a:blipFill>
                <a:blip r:embed="rId3"/>
                <a:stretch>
                  <a:fillRect l="-649" b="-355"/>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E3D946FE-EBA2-27D7-54D1-E8D332FAD4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3699" y="1771143"/>
            <a:ext cx="6525701" cy="2225096"/>
          </a:xfrm>
          <a:prstGeom prst="rect">
            <a:avLst/>
          </a:prstGeom>
        </p:spPr>
      </p:pic>
    </p:spTree>
    <p:extLst>
      <p:ext uri="{BB962C8B-B14F-4D97-AF65-F5344CB8AC3E}">
        <p14:creationId xmlns:p14="http://schemas.microsoft.com/office/powerpoint/2010/main" val="1892970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FDA0-DD65-C645-EB5E-90EB65003D80}"/>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4D645C4C-4B89-946A-53E0-950CD7694BFD}"/>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F1CF1532-381F-ED5F-B490-E58A40209343}"/>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F5340B83-E0C5-631C-AC86-16DB4FAD823B}"/>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7DC0BF02-CB59-41CC-958C-6DFD9BD11C3A}"/>
              </a:ext>
            </a:extLst>
          </p:cNvPr>
          <p:cNvSpPr>
            <a:spLocks noGrp="1"/>
          </p:cNvSpPr>
          <p:nvPr>
            <p:ph type="sldNum" sz="quarter" idx="12"/>
          </p:nvPr>
        </p:nvSpPr>
        <p:spPr/>
        <p:txBody>
          <a:bodyPr/>
          <a:lstStyle/>
          <a:p>
            <a:fld id="{85D2FA34-3331-43EB-8D25-5E71EBC8F04D}" type="slidenum">
              <a:rPr lang="zh-CN" altLang="en-US" smtClean="0"/>
              <a:t>10</a:t>
            </a:fld>
            <a:endParaRPr lang="zh-CN" altLang="en-US"/>
          </a:p>
        </p:txBody>
      </p:sp>
      <p:sp>
        <p:nvSpPr>
          <p:cNvPr id="8" name="TextBox 50">
            <a:extLst>
              <a:ext uri="{FF2B5EF4-FFF2-40B4-BE49-F238E27FC236}">
                <a16:creationId xmlns:a16="http://schemas.microsoft.com/office/drawing/2014/main" id="{43325E10-8675-773D-5578-FC512300E03D}"/>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FF92337E-C86D-6686-14DE-B9BBD3903382}"/>
              </a:ext>
            </a:extLst>
          </p:cNvPr>
          <p:cNvSpPr txBox="1"/>
          <p:nvPr/>
        </p:nvSpPr>
        <p:spPr>
          <a:xfrm>
            <a:off x="695632" y="948698"/>
            <a:ext cx="3741067" cy="430887"/>
          </a:xfrm>
          <a:prstGeom prst="rect">
            <a:avLst/>
          </a:prstGeom>
          <a:noFill/>
        </p:spPr>
        <p:txBody>
          <a:bodyPr wrap="square" rtlCol="0">
            <a:spAutoFit/>
          </a:bodyPr>
          <a:lstStyle/>
          <a:p>
            <a:r>
              <a:rPr lang="en-US" altLang="zh-CN" sz="2200" b="1" dirty="0" err="1">
                <a:solidFill>
                  <a:schemeClr val="accent1"/>
                </a:solidFill>
                <a:latin typeface="+mj-ea"/>
                <a:ea typeface="+mj-ea"/>
              </a:rPr>
              <a:t>CoRE</a:t>
            </a:r>
            <a:r>
              <a:rPr lang="zh-CN" altLang="en-US" sz="2200" b="1" dirty="0">
                <a:solidFill>
                  <a:schemeClr val="accent1"/>
                </a:solidFill>
                <a:latin typeface="+mj-ea"/>
                <a:ea typeface="+mj-ea"/>
              </a:rPr>
              <a:t>框架设计</a:t>
            </a:r>
          </a:p>
        </p:txBody>
      </p:sp>
      <p:cxnSp>
        <p:nvCxnSpPr>
          <p:cNvPr id="7" name="直接连接符 6">
            <a:extLst>
              <a:ext uri="{FF2B5EF4-FFF2-40B4-BE49-F238E27FC236}">
                <a16:creationId xmlns:a16="http://schemas.microsoft.com/office/drawing/2014/main" id="{441FB3E8-BB4B-02DA-9324-8335B45C5699}"/>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D695F7E-66B7-5B9C-89B9-E29501FD1AE9}"/>
                  </a:ext>
                </a:extLst>
              </p:cNvPr>
              <p:cNvSpPr txBox="1"/>
              <p:nvPr/>
            </p:nvSpPr>
            <p:spPr>
              <a:xfrm>
                <a:off x="695104" y="1220760"/>
                <a:ext cx="9402374" cy="5370253"/>
              </a:xfrm>
              <a:prstGeom prst="rect">
                <a:avLst/>
              </a:prstGeom>
              <a:noFill/>
            </p:spPr>
            <p:txBody>
              <a:bodyPr wrap="square" rtlCol="0">
                <a:spAutoFit/>
              </a:bodyPr>
              <a:lstStyle/>
              <a:p>
                <a:pPr>
                  <a:lnSpc>
                    <a:spcPct val="200000"/>
                  </a:lnSpc>
                  <a:buClr>
                    <a:schemeClr val="accent1"/>
                  </a:buClr>
                </a:pPr>
                <a:r>
                  <a:rPr lang="en-US" altLang="zh-CN" sz="2000" dirty="0"/>
                  <a:t>Step3</a:t>
                </a:r>
                <a:r>
                  <a:rPr lang="zh-CN" altLang="en-US" sz="2000" dirty="0"/>
                  <a:t>：</a:t>
                </a:r>
                <a:r>
                  <a:rPr lang="zh-CN" altLang="en-US" sz="2000" b="1" dirty="0"/>
                  <a:t>跨城市潜在个体对齐（局部对齐）</a:t>
                </a:r>
              </a:p>
              <a:p>
                <a:pPr>
                  <a:lnSpc>
                    <a:spcPct val="200000"/>
                  </a:lnSpc>
                  <a:buClr>
                    <a:schemeClr val="accent1"/>
                  </a:buClr>
                </a:pPr>
                <a:r>
                  <a:rPr lang="en-US" altLang="zh-CN" dirty="0"/>
                  <a:t>1.</a:t>
                </a:r>
                <a:r>
                  <a:rPr lang="zh-CN" altLang="en-US" dirty="0"/>
                  <a:t>计算城市内关联矩阵</a:t>
                </a:r>
                <a:endParaRPr lang="en-US" altLang="zh-CN" dirty="0"/>
              </a:p>
              <a:p>
                <a:pPr marL="342900" indent="-342900">
                  <a:lnSpc>
                    <a:spcPct val="200000"/>
                  </a:lnSpc>
                  <a:buClr>
                    <a:schemeClr val="accent1"/>
                  </a:buClr>
                  <a:buFont typeface="Arial" panose="020B0604020202020204" pitchFamily="34" charset="0"/>
                  <a:buChar char="•"/>
                </a:pPr>
                <a:r>
                  <a:rPr lang="zh-CN" altLang="en-US" sz="1600" dirty="0"/>
                  <a:t>用嵌入向量计算区域对相似度矩阵</a:t>
                </a:r>
                <a:endParaRPr lang="en-US" altLang="zh-CN" sz="1600" dirty="0"/>
              </a:p>
              <a:p>
                <a:pPr marL="342900" indent="-342900">
                  <a:lnSpc>
                    <a:spcPct val="200000"/>
                  </a:lnSpc>
                  <a:buClr>
                    <a:schemeClr val="accent1"/>
                  </a:buClr>
                  <a:buFont typeface="Arial" panose="020B0604020202020204" pitchFamily="34" charset="0"/>
                  <a:buChar char="•"/>
                </a:pPr>
                <a:r>
                  <a:rPr lang="en-US" altLang="zh-CN" sz="1600" dirty="0"/>
                  <a:t>1</a:t>
                </a:r>
              </a:p>
              <a:p>
                <a:pPr>
                  <a:lnSpc>
                    <a:spcPct val="200000"/>
                  </a:lnSpc>
                  <a:buClr>
                    <a:schemeClr val="accent1"/>
                  </a:buClr>
                </a:pPr>
                <a:r>
                  <a:rPr lang="en-US" altLang="zh-CN" dirty="0"/>
                  <a:t>2.</a:t>
                </a:r>
                <a:r>
                  <a:rPr lang="zh-CN" altLang="en-US" dirty="0"/>
                  <a:t>跨城市注意力关联</a:t>
                </a:r>
                <a:r>
                  <a:rPr lang="en-US" altLang="zh-CN" b="1" dirty="0">
                    <a:latin typeface="Times New Roman" panose="02020603050405020304" pitchFamily="18" charset="0"/>
                    <a:cs typeface="Times New Roman" panose="02020603050405020304" pitchFamily="18" charset="0"/>
                  </a:rPr>
                  <a:t>(Cross-Attention)</a:t>
                </a:r>
                <a:endParaRPr lang="en-US" altLang="zh-CN" dirty="0">
                  <a:latin typeface="Times New Roman" panose="02020603050405020304" pitchFamily="18" charset="0"/>
                  <a:cs typeface="Times New Roman" panose="02020603050405020304" pitchFamily="18" charset="0"/>
                </a:endParaRPr>
              </a:p>
              <a:p>
                <a:pPr marL="342900" indent="-342900">
                  <a:lnSpc>
                    <a:spcPct val="200000"/>
                  </a:lnSpc>
                  <a:buClr>
                    <a:schemeClr val="accent1"/>
                  </a:buClr>
                  <a:buFont typeface="Arial" panose="020B0604020202020204" pitchFamily="34" charset="0"/>
                  <a:buChar char="•"/>
                </a:pPr>
                <a:r>
                  <a:rPr lang="zh-CN" altLang="en-US" sz="1600" dirty="0"/>
                  <a:t>用注意力机制计算</a:t>
                </a:r>
                <a14:m>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𝐴</m:t>
                        </m:r>
                        <m:r>
                          <m:rPr>
                            <m:sty m:val="p"/>
                          </m:rPr>
                          <a:rPr lang="en-US" altLang="zh-CN" sz="1600" i="1">
                            <a:latin typeface="Cambria Math" panose="02040503050406030204" pitchFamily="18" charset="0"/>
                          </a:rPr>
                          <m:t>tt</m:t>
                        </m:r>
                        <m:r>
                          <m:rPr>
                            <m:sty m:val="p"/>
                          </m:rPr>
                          <a:rPr lang="en-US" altLang="zh-CN" sz="1600" i="1" smtClean="0">
                            <a:latin typeface="Cambria Math" panose="02040503050406030204" pitchFamily="18" charset="0"/>
                          </a:rPr>
                          <m:t>n</m:t>
                        </m:r>
                      </m:e>
                      <m:sup>
                        <m:r>
                          <a:rPr lang="en-US" altLang="zh-CN" sz="1600" b="0" i="1" smtClean="0">
                            <a:latin typeface="Cambria Math" panose="02040503050406030204" pitchFamily="18" charset="0"/>
                          </a:rPr>
                          <m:t>𝑋</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𝑌</m:t>
                        </m:r>
                      </m:sup>
                    </m:sSup>
                    <m:r>
                      <a:rPr lang="zh-CN" altLang="en-US" sz="1600" i="1">
                        <a:latin typeface="Cambria Math" panose="02040503050406030204" pitchFamily="18" charset="0"/>
                      </a:rPr>
                      <m:t>、</m:t>
                    </m:r>
                  </m:oMath>
                </a14:m>
                <a:r>
                  <a:rPr lang="en-US" altLang="zh-CN" sz="1600" dirty="0"/>
                  <a:t>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𝐴</m:t>
                        </m:r>
                        <m:r>
                          <m:rPr>
                            <m:sty m:val="p"/>
                          </m:rPr>
                          <a:rPr lang="en-US" altLang="zh-CN" sz="1600" i="1">
                            <a:latin typeface="Cambria Math" panose="02040503050406030204" pitchFamily="18" charset="0"/>
                          </a:rPr>
                          <m:t>ttn</m:t>
                        </m:r>
                      </m:e>
                      <m:sup>
                        <m:r>
                          <a:rPr lang="en-US" altLang="zh-CN" sz="1600" b="0" i="1" smtClean="0">
                            <a:latin typeface="Cambria Math" panose="02040503050406030204" pitchFamily="18" charset="0"/>
                          </a:rPr>
                          <m:t>𝑌</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𝑋</m:t>
                        </m:r>
                      </m:sup>
                    </m:sSup>
                  </m:oMath>
                </a14:m>
                <a:endParaRPr lang="en-US" altLang="zh-CN" sz="1600" dirty="0"/>
              </a:p>
              <a:p>
                <a:pPr marL="342900" indent="-342900">
                  <a:lnSpc>
                    <a:spcPct val="200000"/>
                  </a:lnSpc>
                  <a:buClr>
                    <a:schemeClr val="accent1"/>
                  </a:buClr>
                  <a:buFont typeface="Arial" panose="020B0604020202020204" pitchFamily="34" charset="0"/>
                  <a:buChar char="•"/>
                </a:pPr>
                <a:r>
                  <a:rPr lang="zh-CN" altLang="en-US" sz="1600" dirty="0"/>
                  <a:t>建立两个城市区域的关联桥梁</a:t>
                </a:r>
                <a:endParaRPr lang="en-US" altLang="zh-CN" sz="1600" dirty="0"/>
              </a:p>
              <a:p>
                <a:pPr>
                  <a:lnSpc>
                    <a:spcPct val="200000"/>
                  </a:lnSpc>
                  <a:buClr>
                    <a:schemeClr val="accent1"/>
                  </a:buClr>
                </a:pPr>
                <a:r>
                  <a:rPr lang="en-US" altLang="zh-CN" dirty="0"/>
                  <a:t>3.</a:t>
                </a:r>
                <a:r>
                  <a:rPr lang="zh-CN" altLang="en-US" dirty="0"/>
                  <a:t>循环一致性损失</a:t>
                </a:r>
                <a:r>
                  <a:rPr lang="en-US" altLang="zh-CN" b="1" dirty="0">
                    <a:latin typeface="Times New Roman" panose="02020603050405020304" pitchFamily="18" charset="0"/>
                    <a:cs typeface="Times New Roman" panose="02020603050405020304" pitchFamily="18" charset="0"/>
                  </a:rPr>
                  <a:t>(LIA Loss)</a:t>
                </a:r>
              </a:p>
              <a:p>
                <a:pPr marL="285750" indent="-285750">
                  <a:lnSpc>
                    <a:spcPct val="200000"/>
                  </a:lnSpc>
                  <a:buClr>
                    <a:schemeClr val="accent1"/>
                  </a:buClr>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rPr>
                  <a:t>用跨城市关联矩阵重建城市内关联矩阵</a:t>
                </a:r>
                <a14:m>
                  <m:oMath xmlns:m="http://schemas.openxmlformats.org/officeDocument/2006/math">
                    <m:sSup>
                      <m:sSupPr>
                        <m:ctrlPr>
                          <a:rPr lang="en-US" altLang="zh-CN" sz="1600" i="1">
                            <a:latin typeface="Cambria Math" panose="02040503050406030204" pitchFamily="18" charset="0"/>
                          </a:rPr>
                        </m:ctrlPr>
                      </m:sSupPr>
                      <m:e>
                        <m:r>
                          <a:rPr lang="zh-CN" altLang="en-US" sz="1600" i="1" smtClean="0">
                            <a:latin typeface="Cambria Math" panose="02040503050406030204" pitchFamily="18" charset="0"/>
                          </a:rPr>
                          <m:t>，</m:t>
                        </m:r>
                        <m:r>
                          <a:rPr lang="zh-CN" altLang="en-US" sz="1600" i="1">
                            <a:latin typeface="Cambria Math" panose="02040503050406030204" pitchFamily="18" charset="0"/>
                          </a:rPr>
                          <m:t>用</m:t>
                        </m:r>
                        <m:r>
                          <a:rPr lang="en-US" altLang="zh-CN" sz="1600" i="1">
                            <a:latin typeface="Cambria Math" panose="02040503050406030204" pitchFamily="18" charset="0"/>
                          </a:rPr>
                          <m:t>𝐴</m:t>
                        </m:r>
                        <m:r>
                          <m:rPr>
                            <m:sty m:val="p"/>
                          </m:rPr>
                          <a:rPr lang="en-US" altLang="zh-CN" sz="1600" i="1">
                            <a:latin typeface="Cambria Math" panose="02040503050406030204" pitchFamily="18" charset="0"/>
                          </a:rPr>
                          <m:t>ttn</m:t>
                        </m:r>
                      </m:e>
                      <m:sup>
                        <m:r>
                          <a:rPr lang="en-US" altLang="zh-CN" sz="1600" i="1">
                            <a:latin typeface="Cambria Math" panose="02040503050406030204" pitchFamily="18" charset="0"/>
                          </a:rPr>
                          <m:t>𝑋</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𝑌</m:t>
                        </m:r>
                      </m:sup>
                    </m:sSup>
                    <m:r>
                      <a:rPr lang="zh-CN" altLang="en-US" sz="1600" i="1">
                        <a:latin typeface="Cambria Math" panose="02040503050406030204" pitchFamily="18" charset="0"/>
                      </a:rPr>
                      <m:t>、</m:t>
                    </m:r>
                  </m:oMath>
                </a14:m>
                <a:r>
                  <a:rPr lang="en-US" altLang="zh-CN" sz="1600" dirty="0"/>
                  <a:t>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𝐴</m:t>
                        </m:r>
                        <m:r>
                          <m:rPr>
                            <m:sty m:val="p"/>
                          </m:rPr>
                          <a:rPr lang="en-US" altLang="zh-CN" sz="1600" i="1">
                            <a:latin typeface="Cambria Math" panose="02040503050406030204" pitchFamily="18" charset="0"/>
                          </a:rPr>
                          <m:t>ttn</m:t>
                        </m:r>
                      </m:e>
                      <m:sup>
                        <m:r>
                          <a:rPr lang="en-US" altLang="zh-CN" sz="1600" i="1">
                            <a:latin typeface="Cambria Math" panose="02040503050406030204" pitchFamily="18" charset="0"/>
                          </a:rPr>
                          <m:t>𝑌</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𝑋</m:t>
                        </m:r>
                      </m:sup>
                    </m:sSup>
                    <m:r>
                      <a:rPr lang="zh-CN" altLang="en-US" sz="1600" i="1" smtClean="0">
                        <a:latin typeface="Cambria Math" panose="02040503050406030204" pitchFamily="18" charset="0"/>
                        <a:ea typeface="Cambria Math" panose="02040503050406030204" pitchFamily="18" charset="0"/>
                      </a:rPr>
                      <m:t>重建</m:t>
                    </m:r>
                    <m:sSup>
                      <m:sSupPr>
                        <m:ctrlPr>
                          <a:rPr lang="en-US" altLang="zh-CN" sz="1600" i="1" smtClean="0">
                            <a:latin typeface="Cambria Math" panose="02040503050406030204" pitchFamily="18" charset="0"/>
                            <a:ea typeface="Cambria Math" panose="02040503050406030204" pitchFamily="18" charset="0"/>
                          </a:rPr>
                        </m:ctrlPr>
                      </m:sSupPr>
                      <m:e>
                        <m:r>
                          <a:rPr lang="en-US" altLang="zh-CN" sz="1600" b="0" i="1" smtClean="0">
                            <a:latin typeface="Cambria Math" panose="02040503050406030204" pitchFamily="18" charset="0"/>
                            <a:ea typeface="Cambria Math" panose="02040503050406030204" pitchFamily="18" charset="0"/>
                          </a:rPr>
                          <m:t>𝐶</m:t>
                        </m:r>
                        <m:r>
                          <m:rPr>
                            <m:sty m:val="p"/>
                          </m:rPr>
                          <a:rPr lang="en-US" altLang="zh-CN" sz="1600" i="1">
                            <a:latin typeface="Cambria Math" panose="02040503050406030204" pitchFamily="18" charset="0"/>
                            <a:ea typeface="Cambria Math" panose="02040503050406030204" pitchFamily="18" charset="0"/>
                          </a:rPr>
                          <m:t>or</m:t>
                        </m:r>
                      </m:e>
                      <m:sup>
                        <m:r>
                          <a:rPr lang="en-US" altLang="zh-CN" sz="1600" b="0" i="1" smtClean="0">
                            <a:latin typeface="Cambria Math" panose="02040503050406030204" pitchFamily="18" charset="0"/>
                            <a:ea typeface="Cambria Math" panose="02040503050406030204" pitchFamily="18" charset="0"/>
                          </a:rPr>
                          <m:t>𝑋</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𝑋</m:t>
                        </m:r>
                      </m:sup>
                    </m:sSup>
                  </m:oMath>
                </a14:m>
                <a:endParaRPr lang="en-US" altLang="zh-CN" sz="1600" dirty="0">
                  <a:latin typeface="Times New Roman" panose="02020603050405020304" pitchFamily="18" charset="0"/>
                  <a:cs typeface="Times New Roman" panose="02020603050405020304" pitchFamily="18" charset="0"/>
                </a:endParaRPr>
              </a:p>
              <a:p>
                <a:pPr marL="285750" indent="-285750">
                  <a:lnSpc>
                    <a:spcPct val="200000"/>
                  </a:lnSpc>
                  <a:buClr>
                    <a:schemeClr val="accent1"/>
                  </a:buClr>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rPr>
                  <a:t>确保跨城市后，区域间的局部关联仍保持一致</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9D695F7E-66B7-5B9C-89B9-E29501FD1AE9}"/>
                  </a:ext>
                </a:extLst>
              </p:cNvPr>
              <p:cNvSpPr txBox="1">
                <a:spLocks noRot="1" noChangeAspect="1" noMove="1" noResize="1" noEditPoints="1" noAdjustHandles="1" noChangeArrowheads="1" noChangeShapeType="1" noTextEdit="1"/>
              </p:cNvSpPr>
              <p:nvPr/>
            </p:nvSpPr>
            <p:spPr>
              <a:xfrm>
                <a:off x="695104" y="1220760"/>
                <a:ext cx="9402374" cy="5370253"/>
              </a:xfrm>
              <a:prstGeom prst="rect">
                <a:avLst/>
              </a:prstGeom>
              <a:blipFill>
                <a:blip r:embed="rId3"/>
                <a:stretch>
                  <a:fillRect l="-64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5D90FA86-B097-71D4-9E1B-E381F7479B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6291" y="2994870"/>
            <a:ext cx="4400000" cy="457143"/>
          </a:xfrm>
          <a:prstGeom prst="rect">
            <a:avLst/>
          </a:prstGeom>
        </p:spPr>
      </p:pic>
      <p:pic>
        <p:nvPicPr>
          <p:cNvPr id="10" name="图片 9">
            <a:extLst>
              <a:ext uri="{FF2B5EF4-FFF2-40B4-BE49-F238E27FC236}">
                <a16:creationId xmlns:a16="http://schemas.microsoft.com/office/drawing/2014/main" id="{08F0DFA0-9F13-CB73-7C29-D4B7C561EA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7967" y="1466320"/>
            <a:ext cx="6441638" cy="2338928"/>
          </a:xfrm>
          <a:prstGeom prst="rect">
            <a:avLst/>
          </a:prstGeom>
        </p:spPr>
      </p:pic>
    </p:spTree>
    <p:extLst>
      <p:ext uri="{BB962C8B-B14F-4D97-AF65-F5344CB8AC3E}">
        <p14:creationId xmlns:p14="http://schemas.microsoft.com/office/powerpoint/2010/main" val="2932736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6FAD-480A-A55D-D300-4442F28FF130}"/>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9A4245E8-74D2-6E47-EB6A-B0FAAA638C60}"/>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C9A08AF-8E7C-59CF-D728-F2CC1FF09149}"/>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B318427D-1E1E-215F-E099-3CFA9267155E}"/>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9093C920-E4FC-EC3E-B204-5EA52D862DF1}"/>
              </a:ext>
            </a:extLst>
          </p:cNvPr>
          <p:cNvSpPr>
            <a:spLocks noGrp="1"/>
          </p:cNvSpPr>
          <p:nvPr>
            <p:ph type="sldNum" sz="quarter" idx="12"/>
          </p:nvPr>
        </p:nvSpPr>
        <p:spPr/>
        <p:txBody>
          <a:bodyPr/>
          <a:lstStyle/>
          <a:p>
            <a:fld id="{85D2FA34-3331-43EB-8D25-5E71EBC8F04D}" type="slidenum">
              <a:rPr lang="zh-CN" altLang="en-US" smtClean="0"/>
              <a:t>11</a:t>
            </a:fld>
            <a:endParaRPr lang="zh-CN" altLang="en-US"/>
          </a:p>
        </p:txBody>
      </p:sp>
      <p:sp>
        <p:nvSpPr>
          <p:cNvPr id="8" name="TextBox 50">
            <a:extLst>
              <a:ext uri="{FF2B5EF4-FFF2-40B4-BE49-F238E27FC236}">
                <a16:creationId xmlns:a16="http://schemas.microsoft.com/office/drawing/2014/main" id="{C218EF94-8B68-1BD2-4F12-644F2F24DB0E}"/>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6E383C0D-E53C-B420-D6B1-A3CDCEFB3FC5}"/>
              </a:ext>
            </a:extLst>
          </p:cNvPr>
          <p:cNvSpPr txBox="1"/>
          <p:nvPr/>
        </p:nvSpPr>
        <p:spPr>
          <a:xfrm>
            <a:off x="695632" y="948698"/>
            <a:ext cx="3741067" cy="430887"/>
          </a:xfrm>
          <a:prstGeom prst="rect">
            <a:avLst/>
          </a:prstGeom>
          <a:noFill/>
        </p:spPr>
        <p:txBody>
          <a:bodyPr wrap="square" rtlCol="0">
            <a:spAutoFit/>
          </a:bodyPr>
          <a:lstStyle/>
          <a:p>
            <a:r>
              <a:rPr lang="en-US" altLang="zh-CN" sz="2200" b="1" dirty="0" err="1">
                <a:solidFill>
                  <a:schemeClr val="accent1"/>
                </a:solidFill>
                <a:latin typeface="+mj-ea"/>
                <a:ea typeface="+mj-ea"/>
              </a:rPr>
              <a:t>CoRE</a:t>
            </a:r>
            <a:r>
              <a:rPr lang="zh-CN" altLang="en-US" sz="2200" b="1" dirty="0">
                <a:solidFill>
                  <a:schemeClr val="accent1"/>
                </a:solidFill>
                <a:latin typeface="+mj-ea"/>
                <a:ea typeface="+mj-ea"/>
              </a:rPr>
              <a:t>训练与优化</a:t>
            </a:r>
          </a:p>
        </p:txBody>
      </p:sp>
      <p:cxnSp>
        <p:nvCxnSpPr>
          <p:cNvPr id="7" name="直接连接符 6">
            <a:extLst>
              <a:ext uri="{FF2B5EF4-FFF2-40B4-BE49-F238E27FC236}">
                <a16:creationId xmlns:a16="http://schemas.microsoft.com/office/drawing/2014/main" id="{50AE2386-A668-8892-5620-C4AB8DA291AB}"/>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A7E540A-8A1B-F9BE-605B-D7FEF402027D}"/>
                  </a:ext>
                </a:extLst>
              </p:cNvPr>
              <p:cNvSpPr txBox="1"/>
              <p:nvPr/>
            </p:nvSpPr>
            <p:spPr>
              <a:xfrm>
                <a:off x="695104" y="1220760"/>
                <a:ext cx="9402374" cy="4143378"/>
              </a:xfrm>
              <a:prstGeom prst="rect">
                <a:avLst/>
              </a:prstGeom>
              <a:noFill/>
            </p:spPr>
            <p:txBody>
              <a:bodyPr wrap="square" rtlCol="0">
                <a:spAutoFit/>
              </a:bodyPr>
              <a:lstStyle/>
              <a:p>
                <a:pPr>
                  <a:lnSpc>
                    <a:spcPct val="200000"/>
                  </a:lnSpc>
                  <a:buClr>
                    <a:schemeClr val="accent1"/>
                  </a:buClr>
                </a:pPr>
                <a:r>
                  <a:rPr lang="zh-CN" altLang="en-US" dirty="0"/>
                  <a:t>总损失函数</a:t>
                </a:r>
                <a:endParaRPr lang="en-US" altLang="zh-CN" dirty="0"/>
              </a:p>
              <a:p>
                <a:pPr marL="342900" indent="-342900">
                  <a:lnSpc>
                    <a:spcPct val="200000"/>
                  </a:lnSpc>
                  <a:buClr>
                    <a:schemeClr val="accent1"/>
                  </a:buClr>
                  <a:buFont typeface="Arial" panose="020B0604020202020204" pitchFamily="34" charset="0"/>
                  <a:buChar char="•"/>
                </a:pPr>
                <a14:m>
                  <m:oMath xmlns:m="http://schemas.openxmlformats.org/officeDocument/2006/math">
                    <m:sSubSup>
                      <m:sSubSupPr>
                        <m:ctrlPr>
                          <a:rPr lang="en-US" altLang="zh-CN" sz="1600" i="1" smtClean="0">
                            <a:latin typeface="Cambria Math" panose="02040503050406030204" pitchFamily="18" charset="0"/>
                          </a:rPr>
                        </m:ctrlPr>
                      </m:sSubSupPr>
                      <m:e>
                        <m:r>
                          <a:rPr lang="en-US" altLang="zh-CN" sz="1600" b="0" i="1" smtClean="0">
                            <a:latin typeface="Cambria Math" panose="02040503050406030204" pitchFamily="18" charset="0"/>
                          </a:rPr>
                          <m:t>𝐿</m:t>
                        </m:r>
                      </m:e>
                      <m:sub>
                        <m:r>
                          <a:rPr lang="en-US" altLang="zh-CN" sz="1600" b="0" i="1" smtClean="0">
                            <a:latin typeface="Cambria Math" panose="02040503050406030204" pitchFamily="18" charset="0"/>
                          </a:rPr>
                          <m:t>𝑋</m:t>
                        </m:r>
                      </m:sub>
                      <m:sup>
                        <m:r>
                          <a:rPr lang="en-US" altLang="zh-CN" sz="1600" b="0" i="1" smtClean="0">
                            <a:latin typeface="Cambria Math" panose="02040503050406030204" pitchFamily="18" charset="0"/>
                          </a:rPr>
                          <m:t>𝑅𝐸</m:t>
                        </m:r>
                      </m:sup>
                    </m:sSubSup>
                    <m:r>
                      <a:rPr lang="zh-CN" altLang="en-US" sz="1600" i="1">
                        <a:latin typeface="Cambria Math" panose="02040503050406030204" pitchFamily="18" charset="0"/>
                      </a:rPr>
                      <m:t>、</m:t>
                    </m:r>
                  </m:oMath>
                </a14:m>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𝐿</m:t>
                        </m:r>
                      </m:e>
                      <m:sub>
                        <m:r>
                          <a:rPr lang="en-US" altLang="zh-CN" sz="1600" b="0" i="1" smtClean="0">
                            <a:latin typeface="Cambria Math" panose="02040503050406030204" pitchFamily="18" charset="0"/>
                          </a:rPr>
                          <m:t>𝑌</m:t>
                        </m:r>
                      </m:sub>
                      <m:sup>
                        <m:r>
                          <a:rPr lang="en-US" altLang="zh-CN" sz="1600" i="1">
                            <a:latin typeface="Cambria Math" panose="02040503050406030204" pitchFamily="18" charset="0"/>
                          </a:rPr>
                          <m:t>𝑅𝐸</m:t>
                        </m:r>
                      </m:sup>
                    </m:sSubSup>
                    <m:r>
                      <a:rPr lang="zh-CN" altLang="en-US" sz="1600" i="1" smtClean="0">
                        <a:latin typeface="Cambria Math" panose="02040503050406030204" pitchFamily="18" charset="0"/>
                      </a:rPr>
                      <m:t>为</m:t>
                    </m:r>
                  </m:oMath>
                </a14:m>
                <a:r>
                  <a:rPr lang="zh-CN" altLang="en-US" sz="1600" dirty="0"/>
                  <a:t>两个城市的内嵌入损失</a:t>
                </a:r>
                <a:endParaRPr lang="en-US" altLang="zh-CN" sz="1600" dirty="0"/>
              </a:p>
              <a:p>
                <a:pPr marL="342900" indent="-342900">
                  <a:lnSpc>
                    <a:spcPct val="200000"/>
                  </a:lnSpc>
                  <a:buClr>
                    <a:schemeClr val="accent1"/>
                  </a:buClr>
                  <a:buFont typeface="Arial" panose="020B0604020202020204" pitchFamily="34" charset="0"/>
                  <a:buChar char="•"/>
                </a:pPr>
                <a14:m>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𝐿</m:t>
                        </m:r>
                      </m:e>
                      <m:sup>
                        <m:r>
                          <a:rPr lang="en-US" altLang="zh-CN" sz="1600" b="0" i="1" smtClean="0">
                            <a:latin typeface="Cambria Math" panose="02040503050406030204" pitchFamily="18" charset="0"/>
                          </a:rPr>
                          <m:t>𝐿𝑀𝐴</m:t>
                        </m:r>
                      </m:sup>
                    </m:sSup>
                    <m:r>
                      <a:rPr lang="zh-CN" altLang="en-US" sz="1600" i="1">
                        <a:latin typeface="Cambria Math" panose="02040503050406030204" pitchFamily="18" charset="0"/>
                      </a:rPr>
                      <m:t>、</m:t>
                    </m:r>
                  </m:oMath>
                </a14:m>
                <a:r>
                  <a:rPr lang="en-US" altLang="zh-CN" sz="1600" dirty="0"/>
                  <a:t>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𝐿</m:t>
                        </m:r>
                      </m:e>
                      <m:sup>
                        <m:r>
                          <a:rPr lang="en-US" altLang="zh-CN" sz="1600" i="1">
                            <a:latin typeface="Cambria Math" panose="02040503050406030204" pitchFamily="18" charset="0"/>
                          </a:rPr>
                          <m:t>𝐿</m:t>
                        </m:r>
                        <m:r>
                          <a:rPr lang="en-US" altLang="zh-CN" sz="1600" b="0" i="1" smtClean="0">
                            <a:latin typeface="Cambria Math" panose="02040503050406030204" pitchFamily="18" charset="0"/>
                          </a:rPr>
                          <m:t>𝐼</m:t>
                        </m:r>
                        <m:r>
                          <a:rPr lang="en-US" altLang="zh-CN" sz="1600" i="1">
                            <a:latin typeface="Cambria Math" panose="02040503050406030204" pitchFamily="18" charset="0"/>
                          </a:rPr>
                          <m:t>𝐴</m:t>
                        </m:r>
                      </m:sup>
                    </m:sSup>
                  </m:oMath>
                </a14:m>
                <a:r>
                  <a:rPr lang="zh-CN" altLang="en-US" sz="1600" dirty="0"/>
                  <a:t>为流形对齐损失和个体对齐损失</a:t>
                </a:r>
                <a:endParaRPr lang="en-US" altLang="zh-CN" sz="1600" dirty="0"/>
              </a:p>
              <a:p>
                <a:pPr marL="342900" indent="-342900">
                  <a:lnSpc>
                    <a:spcPct val="200000"/>
                  </a:lnSpc>
                  <a:buClr>
                    <a:schemeClr val="accent1"/>
                  </a:buClr>
                  <a:buFont typeface="Arial" panose="020B0604020202020204" pitchFamily="34" charset="0"/>
                  <a:buChar char="•"/>
                </a:pPr>
                <a14:m>
                  <m:oMath xmlns:m="http://schemas.openxmlformats.org/officeDocument/2006/math">
                    <m:r>
                      <a:rPr lang="en-US" altLang="zh-CN" sz="1600" b="0" i="1" smtClean="0">
                        <a:latin typeface="Cambria Math" panose="02040503050406030204" pitchFamily="18" charset="0"/>
                      </a:rPr>
                      <m:t>𝑎</m:t>
                    </m:r>
                    <m:r>
                      <a:rPr lang="zh-CN" altLang="en-US" sz="1600" i="1">
                        <a:latin typeface="Cambria Math" panose="02040503050406030204" pitchFamily="18" charset="0"/>
                      </a:rPr>
                      <m:t>、</m:t>
                    </m:r>
                    <m:r>
                      <a:rPr lang="en-US" altLang="zh-CN" sz="1600" b="0" i="1" smtClean="0">
                        <a:latin typeface="Cambria Math" panose="02040503050406030204" pitchFamily="18" charset="0"/>
                      </a:rPr>
                      <m:t>𝑏</m:t>
                    </m:r>
                  </m:oMath>
                </a14:m>
                <a:r>
                  <a:rPr lang="zh-CN" altLang="en-US" sz="1600" dirty="0"/>
                  <a:t>为超参数</a:t>
                </a:r>
                <a:endParaRPr lang="en-US" altLang="zh-CN" sz="1600" dirty="0"/>
              </a:p>
              <a:p>
                <a:pPr>
                  <a:lnSpc>
                    <a:spcPct val="200000"/>
                  </a:lnSpc>
                  <a:buClr>
                    <a:schemeClr val="accent1"/>
                  </a:buClr>
                </a:pPr>
                <a:r>
                  <a:rPr lang="zh-CN" altLang="en-US" dirty="0">
                    <a:latin typeface="Times New Roman" panose="02020603050405020304" pitchFamily="18" charset="0"/>
                    <a:cs typeface="Times New Roman" panose="02020603050405020304" pitchFamily="18" charset="0"/>
                  </a:rPr>
                  <a:t>优化过程</a:t>
                </a:r>
                <a:endParaRPr lang="en-US" altLang="zh-CN" dirty="0">
                  <a:latin typeface="Times New Roman" panose="02020603050405020304" pitchFamily="18" charset="0"/>
                  <a:cs typeface="Times New Roman" panose="02020603050405020304" pitchFamily="18" charset="0"/>
                </a:endParaRPr>
              </a:p>
              <a:p>
                <a:pPr marL="342900" indent="-342900">
                  <a:lnSpc>
                    <a:spcPct val="200000"/>
                  </a:lnSpc>
                  <a:buClr>
                    <a:schemeClr val="accent1"/>
                  </a:buClr>
                  <a:buFont typeface="Arial" panose="020B0604020202020204" pitchFamily="34" charset="0"/>
                  <a:buChar char="•"/>
                </a:pPr>
                <a:r>
                  <a:rPr lang="en-US" altLang="zh-CN" sz="1600" dirty="0"/>
                  <a:t>Optimization</a:t>
                </a:r>
                <a:r>
                  <a:rPr lang="zh-CN" altLang="en-US" sz="1600" dirty="0"/>
                  <a:t>：</a:t>
                </a:r>
                <a:r>
                  <a:rPr lang="en-US" altLang="zh-CN" sz="1600" dirty="0"/>
                  <a:t>Adam optimizer</a:t>
                </a:r>
              </a:p>
              <a:p>
                <a:pPr marL="342900" indent="-342900">
                  <a:lnSpc>
                    <a:spcPct val="200000"/>
                  </a:lnSpc>
                  <a:buClr>
                    <a:schemeClr val="accent1"/>
                  </a:buClr>
                  <a:buFont typeface="Arial" panose="020B0604020202020204" pitchFamily="34" charset="0"/>
                  <a:buChar char="•"/>
                </a:pPr>
                <a:r>
                  <a:rPr lang="zh-CN" altLang="en-US" sz="1600" dirty="0"/>
                  <a:t>单阶段训练：城市内嵌入与两个对齐模块同时更新参数</a:t>
                </a:r>
                <a:endParaRPr lang="en-US" altLang="zh-CN" sz="1600" dirty="0"/>
              </a:p>
              <a:p>
                <a:pPr marL="342900" indent="-342900">
                  <a:lnSpc>
                    <a:spcPct val="200000"/>
                  </a:lnSpc>
                  <a:buClr>
                    <a:schemeClr val="accent1"/>
                  </a:buClr>
                  <a:buFont typeface="Arial" panose="020B0604020202020204" pitchFamily="34" charset="0"/>
                  <a:buChar char="•"/>
                </a:pPr>
                <a:r>
                  <a:rPr lang="en-US" altLang="zh-CN" sz="1600" dirty="0"/>
                  <a:t>Output</a:t>
                </a:r>
                <a:r>
                  <a:rPr lang="zh-CN" altLang="en-US" sz="1600" dirty="0"/>
                  <a:t>：对齐后的</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b="0" i="1" smtClean="0">
                            <a:latin typeface="Cambria Math" panose="02040503050406030204" pitchFamily="18" charset="0"/>
                          </a:rPr>
                          <m:t>𝑋</m:t>
                        </m:r>
                      </m:sub>
                    </m:sSub>
                    <m:r>
                      <a:rPr lang="zh-CN" altLang="en-US" sz="1600" i="1" smtClean="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b="0" i="1" smtClean="0">
                            <a:latin typeface="Cambria Math" panose="02040503050406030204" pitchFamily="18" charset="0"/>
                          </a:rPr>
                          <m:t>𝑌</m:t>
                        </m:r>
                      </m:sub>
                    </m:sSub>
                  </m:oMath>
                </a14:m>
                <a:r>
                  <a:rPr lang="en-US" altLang="zh-CN" sz="1600" dirty="0"/>
                  <a:t>,</a:t>
                </a:r>
                <a:r>
                  <a:rPr lang="zh-CN" altLang="en-US" sz="1600" dirty="0"/>
                  <a:t>语义相似区域在空间中聚集</a:t>
                </a:r>
                <a:endParaRPr lang="en-US" altLang="zh-CN" sz="1600" dirty="0"/>
              </a:p>
            </p:txBody>
          </p:sp>
        </mc:Choice>
        <mc:Fallback xmlns="">
          <p:sp>
            <p:nvSpPr>
              <p:cNvPr id="5" name="文本框 4">
                <a:extLst>
                  <a:ext uri="{FF2B5EF4-FFF2-40B4-BE49-F238E27FC236}">
                    <a16:creationId xmlns:a16="http://schemas.microsoft.com/office/drawing/2014/main" id="{1A7E540A-8A1B-F9BE-605B-D7FEF402027D}"/>
                  </a:ext>
                </a:extLst>
              </p:cNvPr>
              <p:cNvSpPr txBox="1">
                <a:spLocks noRot="1" noChangeAspect="1" noMove="1" noResize="1" noEditPoints="1" noAdjustHandles="1" noChangeArrowheads="1" noChangeShapeType="1" noTextEdit="1"/>
              </p:cNvSpPr>
              <p:nvPr/>
            </p:nvSpPr>
            <p:spPr>
              <a:xfrm>
                <a:off x="695104" y="1220760"/>
                <a:ext cx="9402374" cy="4143378"/>
              </a:xfrm>
              <a:prstGeom prst="rect">
                <a:avLst/>
              </a:prstGeom>
              <a:blipFill>
                <a:blip r:embed="rId3"/>
                <a:stretch>
                  <a:fillRect l="-519"/>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F2FBC77-322F-45CB-86EA-4CBE338201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2401" y="1451592"/>
            <a:ext cx="3228571" cy="428571"/>
          </a:xfrm>
          <a:prstGeom prst="rect">
            <a:avLst/>
          </a:prstGeom>
        </p:spPr>
      </p:pic>
      <p:pic>
        <p:nvPicPr>
          <p:cNvPr id="11" name="图片 10">
            <a:extLst>
              <a:ext uri="{FF2B5EF4-FFF2-40B4-BE49-F238E27FC236}">
                <a16:creationId xmlns:a16="http://schemas.microsoft.com/office/drawing/2014/main" id="{65A12AB4-DBDB-E160-3817-CB06725C87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4931" y="2957332"/>
            <a:ext cx="3228638" cy="2624909"/>
          </a:xfrm>
          <a:prstGeom prst="rect">
            <a:avLst/>
          </a:prstGeom>
        </p:spPr>
      </p:pic>
      <p:sp>
        <p:nvSpPr>
          <p:cNvPr id="12" name="文本框 11">
            <a:extLst>
              <a:ext uri="{FF2B5EF4-FFF2-40B4-BE49-F238E27FC236}">
                <a16:creationId xmlns:a16="http://schemas.microsoft.com/office/drawing/2014/main" id="{5225B925-F404-184A-4360-9D79E6776B44}"/>
              </a:ext>
            </a:extLst>
          </p:cNvPr>
          <p:cNvSpPr txBox="1"/>
          <p:nvPr/>
        </p:nvSpPr>
        <p:spPr>
          <a:xfrm>
            <a:off x="6472117" y="5629411"/>
            <a:ext cx="3574265" cy="461665"/>
          </a:xfrm>
          <a:prstGeom prst="rect">
            <a:avLst/>
          </a:prstGeom>
          <a:noFill/>
        </p:spPr>
        <p:txBody>
          <a:bodyPr wrap="square" rtlCol="0">
            <a:spAutoFit/>
          </a:bodyPr>
          <a:lstStyle/>
          <a:p>
            <a:r>
              <a:rPr lang="zh-CN" altLang="en-US" sz="1200" dirty="0"/>
              <a:t>三角形和圆点分别代表：成都和西安中的区域，黄色、绿色和红色分别表示低、中和高的</a:t>
            </a:r>
            <a:r>
              <a:rPr lang="en-US" altLang="zh-CN" sz="1200" dirty="0"/>
              <a:t>GDP</a:t>
            </a:r>
            <a:r>
              <a:rPr lang="zh-CN" altLang="en-US" sz="1200" dirty="0"/>
              <a:t>水平。</a:t>
            </a:r>
          </a:p>
        </p:txBody>
      </p:sp>
    </p:spTree>
    <p:extLst>
      <p:ext uri="{BB962C8B-B14F-4D97-AF65-F5344CB8AC3E}">
        <p14:creationId xmlns:p14="http://schemas.microsoft.com/office/powerpoint/2010/main" val="3131970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FE8B5-CA93-0753-8869-9FCDE0B6F14C}"/>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2A9CAF22-9C38-3627-A941-C210B78E3D2C}"/>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1506894-150F-DF69-320E-E66A14280EF3}"/>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D23D740F-6FAA-54EF-9134-1E1B44776256}"/>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03C8C2C1-A66D-0374-C01A-BF57816A9782}"/>
              </a:ext>
            </a:extLst>
          </p:cNvPr>
          <p:cNvSpPr>
            <a:spLocks noGrp="1"/>
          </p:cNvSpPr>
          <p:nvPr>
            <p:ph type="sldNum" sz="quarter" idx="12"/>
          </p:nvPr>
        </p:nvSpPr>
        <p:spPr/>
        <p:txBody>
          <a:bodyPr/>
          <a:lstStyle/>
          <a:p>
            <a:fld id="{85D2FA34-3331-43EB-8D25-5E71EBC8F04D}" type="slidenum">
              <a:rPr lang="zh-CN" altLang="en-US" smtClean="0"/>
              <a:t>12</a:t>
            </a:fld>
            <a:endParaRPr lang="zh-CN" altLang="en-US"/>
          </a:p>
        </p:txBody>
      </p:sp>
      <p:sp>
        <p:nvSpPr>
          <p:cNvPr id="2" name="文本框 1">
            <a:extLst>
              <a:ext uri="{FF2B5EF4-FFF2-40B4-BE49-F238E27FC236}">
                <a16:creationId xmlns:a16="http://schemas.microsoft.com/office/drawing/2014/main" id="{89ADCF4A-5BCA-3E4E-0624-611E41AE303E}"/>
              </a:ext>
            </a:extLst>
          </p:cNvPr>
          <p:cNvSpPr txBox="1"/>
          <p:nvPr/>
        </p:nvSpPr>
        <p:spPr>
          <a:xfrm>
            <a:off x="739788" y="970247"/>
            <a:ext cx="2270632" cy="430887"/>
          </a:xfrm>
          <a:prstGeom prst="rect">
            <a:avLst/>
          </a:prstGeom>
          <a:noFill/>
        </p:spPr>
        <p:txBody>
          <a:bodyPr wrap="square" rtlCol="0">
            <a:spAutoFit/>
          </a:bodyPr>
          <a:lstStyle/>
          <a:p>
            <a:r>
              <a:rPr lang="en-US" altLang="zh-CN" sz="2200" b="1" dirty="0">
                <a:solidFill>
                  <a:schemeClr val="accent1"/>
                </a:solidFill>
                <a:latin typeface="+mj-ea"/>
                <a:ea typeface="+mj-ea"/>
              </a:rPr>
              <a:t>Dataset</a:t>
            </a:r>
            <a:endParaRPr lang="zh-CN" altLang="en-US" sz="2200" b="1" dirty="0">
              <a:solidFill>
                <a:schemeClr val="accent1"/>
              </a:solidFill>
              <a:latin typeface="+mj-ea"/>
              <a:ea typeface="+mj-ea"/>
            </a:endParaRPr>
          </a:p>
        </p:txBody>
      </p:sp>
      <p:cxnSp>
        <p:nvCxnSpPr>
          <p:cNvPr id="3" name="直接连接符 2">
            <a:extLst>
              <a:ext uri="{FF2B5EF4-FFF2-40B4-BE49-F238E27FC236}">
                <a16:creationId xmlns:a16="http://schemas.microsoft.com/office/drawing/2014/main" id="{8763DEDF-71F4-7F80-1343-74AC5E8BA4B3}"/>
              </a:ext>
            </a:extLst>
          </p:cNvPr>
          <p:cNvCxnSpPr>
            <a:cxnSpLocks/>
          </p:cNvCxnSpPr>
          <p:nvPr/>
        </p:nvCxnSpPr>
        <p:spPr>
          <a:xfrm>
            <a:off x="739788" y="144450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84E5596-F816-6069-B583-88568FDAC000}"/>
              </a:ext>
            </a:extLst>
          </p:cNvPr>
          <p:cNvSpPr txBox="1"/>
          <p:nvPr/>
        </p:nvSpPr>
        <p:spPr>
          <a:xfrm>
            <a:off x="705979" y="1531878"/>
            <a:ext cx="10157847" cy="2266454"/>
          </a:xfrm>
          <a:prstGeom prst="rect">
            <a:avLst/>
          </a:prstGeom>
          <a:noFill/>
        </p:spPr>
        <p:txBody>
          <a:bodyPr wrap="square" rtlCol="0">
            <a:spAutoFit/>
          </a:bodyPr>
          <a:lstStyle/>
          <a:p>
            <a:pPr>
              <a:lnSpc>
                <a:spcPct val="150000"/>
              </a:lnSpc>
              <a:buClr>
                <a:schemeClr val="accent1"/>
              </a:buClr>
              <a:defRPr/>
            </a:pPr>
            <a:r>
              <a:rPr lang="zh-CN" altLang="en-US" sz="1600" b="1" dirty="0"/>
              <a:t>使用来自西安，成都和北京三个城市的真实数据集：</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a:t>Region data</a:t>
            </a:r>
            <a:r>
              <a:rPr lang="zh-CN" altLang="en-US" sz="1600" dirty="0"/>
              <a:t>：地区数据来自北京市城市实验室。每个城市被分割成不同的区域，这些区域作为道路网定义的基本空间单元。</a:t>
            </a:r>
            <a:endParaRPr lang="en-US" altLang="zh-CN" sz="1600" dirty="0"/>
          </a:p>
          <a:p>
            <a:pPr marL="285750" indent="-285750">
              <a:lnSpc>
                <a:spcPct val="150000"/>
              </a:lnSpc>
              <a:buClr>
                <a:schemeClr val="accent1"/>
              </a:buClr>
              <a:buFont typeface="Wingdings" panose="05000000000000000000" pitchFamily="2" charset="2"/>
              <a:buChar char="p"/>
              <a:defRPr/>
            </a:pPr>
            <a:r>
              <a:rPr lang="en-US" altLang="zh-CN" sz="1600" b="1" dirty="0"/>
              <a:t>Human mobility data </a:t>
            </a:r>
            <a:r>
              <a:rPr lang="zh-CN" altLang="en-US" sz="1600" dirty="0"/>
              <a:t>：包括三个城市一个月的出租车行程，每个行程提供了起点和终点的经纬度。</a:t>
            </a:r>
            <a:endParaRPr lang="en-US" altLang="zh-CN" sz="1600" dirty="0"/>
          </a:p>
          <a:p>
            <a:pPr marL="285750" indent="-285750">
              <a:lnSpc>
                <a:spcPct val="150000"/>
              </a:lnSpc>
              <a:buClr>
                <a:schemeClr val="accent1"/>
              </a:buClr>
              <a:buFont typeface="Wingdings" panose="05000000000000000000" pitchFamily="2" charset="2"/>
              <a:buChar char="p"/>
              <a:defRPr/>
            </a:pPr>
            <a:r>
              <a:rPr lang="en-US" altLang="zh-CN" sz="1600" b="1" dirty="0"/>
              <a:t>Socioeconomic indicator data</a:t>
            </a:r>
            <a:r>
              <a:rPr lang="zh-CN" altLang="en-US" sz="1600" dirty="0"/>
              <a:t>：包括</a:t>
            </a:r>
            <a:r>
              <a:rPr lang="en-US" altLang="zh-CN" sz="1600" dirty="0"/>
              <a:t>3</a:t>
            </a:r>
            <a:r>
              <a:rPr lang="zh-CN" altLang="en-US" sz="1600" dirty="0"/>
              <a:t>个城市的</a:t>
            </a:r>
            <a:r>
              <a:rPr lang="en-US" altLang="zh-CN" sz="1600" dirty="0"/>
              <a:t>GDP</a:t>
            </a:r>
            <a:r>
              <a:rPr lang="zh-CN" altLang="en-US" sz="1600" dirty="0"/>
              <a:t>数据、人口数据、碳排放数据，用于下游任务。</a:t>
            </a:r>
            <a:endParaRPr lang="en-US" altLang="zh-CN" sz="1600" dirty="0"/>
          </a:p>
          <a:p>
            <a:pPr marL="285750" indent="-285750">
              <a:lnSpc>
                <a:spcPct val="150000"/>
              </a:lnSpc>
              <a:buClr>
                <a:schemeClr val="accent1"/>
              </a:buClr>
              <a:buFont typeface="Wingdings" panose="05000000000000000000" pitchFamily="2" charset="2"/>
              <a:buChar char="p"/>
              <a:defRPr/>
            </a:pPr>
            <a:endParaRPr lang="en-US" altLang="zh-CN" sz="1600" dirty="0"/>
          </a:p>
        </p:txBody>
      </p:sp>
      <p:sp>
        <p:nvSpPr>
          <p:cNvPr id="5" name="文本框 4">
            <a:extLst>
              <a:ext uri="{FF2B5EF4-FFF2-40B4-BE49-F238E27FC236}">
                <a16:creationId xmlns:a16="http://schemas.microsoft.com/office/drawing/2014/main" id="{C288DAC7-7685-06B2-163E-2962D84B43CC}"/>
              </a:ext>
            </a:extLst>
          </p:cNvPr>
          <p:cNvSpPr txBox="1"/>
          <p:nvPr/>
        </p:nvSpPr>
        <p:spPr>
          <a:xfrm>
            <a:off x="739788" y="4250619"/>
            <a:ext cx="3297822" cy="430887"/>
          </a:xfrm>
          <a:prstGeom prst="rect">
            <a:avLst/>
          </a:prstGeom>
          <a:noFill/>
        </p:spPr>
        <p:txBody>
          <a:bodyPr wrap="square" rtlCol="0">
            <a:spAutoFit/>
          </a:bodyPr>
          <a:lstStyle/>
          <a:p>
            <a:r>
              <a:rPr lang="en-US" altLang="zh-CN" sz="2200" b="1" dirty="0">
                <a:solidFill>
                  <a:schemeClr val="accent1"/>
                </a:solidFill>
                <a:latin typeface="+mj-ea"/>
                <a:ea typeface="+mj-ea"/>
              </a:rPr>
              <a:t>Downstream Work</a:t>
            </a:r>
            <a:endParaRPr lang="zh-CN" altLang="en-US" sz="2200" b="1" dirty="0">
              <a:solidFill>
                <a:schemeClr val="accent1"/>
              </a:solidFill>
              <a:latin typeface="+mj-ea"/>
              <a:ea typeface="+mj-ea"/>
            </a:endParaRPr>
          </a:p>
        </p:txBody>
      </p:sp>
      <p:cxnSp>
        <p:nvCxnSpPr>
          <p:cNvPr id="6" name="直接连接符 5">
            <a:extLst>
              <a:ext uri="{FF2B5EF4-FFF2-40B4-BE49-F238E27FC236}">
                <a16:creationId xmlns:a16="http://schemas.microsoft.com/office/drawing/2014/main" id="{F8FEC13E-C431-79E0-F62A-35B848F24423}"/>
              </a:ext>
            </a:extLst>
          </p:cNvPr>
          <p:cNvCxnSpPr>
            <a:cxnSpLocks/>
          </p:cNvCxnSpPr>
          <p:nvPr/>
        </p:nvCxnSpPr>
        <p:spPr>
          <a:xfrm>
            <a:off x="739788" y="4724873"/>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39C0101B-2516-EFDB-82FC-D23CA48BC65C}"/>
              </a:ext>
            </a:extLst>
          </p:cNvPr>
          <p:cNvSpPr txBox="1"/>
          <p:nvPr/>
        </p:nvSpPr>
        <p:spPr>
          <a:xfrm>
            <a:off x="705979" y="4812250"/>
            <a:ext cx="10157847" cy="1527791"/>
          </a:xfrm>
          <a:prstGeom prst="rect">
            <a:avLst/>
          </a:prstGeom>
          <a:noFill/>
        </p:spPr>
        <p:txBody>
          <a:bodyPr wrap="square" rtlCol="0">
            <a:spAutoFit/>
          </a:bodyPr>
          <a:lstStyle/>
          <a:p>
            <a:pPr>
              <a:lnSpc>
                <a:spcPct val="150000"/>
              </a:lnSpc>
              <a:buClr>
                <a:schemeClr val="accent1"/>
              </a:buClr>
              <a:defRPr/>
            </a:pPr>
            <a:r>
              <a:rPr lang="zh-CN" altLang="en-US" sz="1600" b="1" dirty="0"/>
              <a:t>对社会经济指标进行跨城市区域级别的预测：</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a:t>GDP</a:t>
            </a:r>
          </a:p>
          <a:p>
            <a:pPr marL="285750" indent="-285750">
              <a:lnSpc>
                <a:spcPct val="150000"/>
              </a:lnSpc>
              <a:buClr>
                <a:schemeClr val="accent1"/>
              </a:buClr>
              <a:buFont typeface="Wingdings" panose="05000000000000000000" pitchFamily="2" charset="2"/>
              <a:buChar char="p"/>
              <a:defRPr/>
            </a:pPr>
            <a:r>
              <a:rPr lang="en-US" altLang="zh-CN" sz="1600" b="1" dirty="0"/>
              <a:t>Population</a:t>
            </a:r>
          </a:p>
          <a:p>
            <a:pPr marL="285750" indent="-285750">
              <a:lnSpc>
                <a:spcPct val="150000"/>
              </a:lnSpc>
              <a:buClr>
                <a:schemeClr val="accent1"/>
              </a:buClr>
              <a:buFont typeface="Wingdings" panose="05000000000000000000" pitchFamily="2" charset="2"/>
              <a:buChar char="p"/>
              <a:defRPr/>
            </a:pPr>
            <a:r>
              <a:rPr lang="en-US" altLang="zh-CN" sz="1600" b="1" dirty="0"/>
              <a:t>Carbon</a:t>
            </a:r>
          </a:p>
        </p:txBody>
      </p:sp>
    </p:spTree>
    <p:extLst>
      <p:ext uri="{BB962C8B-B14F-4D97-AF65-F5344CB8AC3E}">
        <p14:creationId xmlns:p14="http://schemas.microsoft.com/office/powerpoint/2010/main" val="1411426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F1291-BD1A-7166-C2CC-3FD832ED5A6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2B409096-1EFF-B1E7-7038-2082784044CD}"/>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6E3CA553-9CE5-2586-C815-FBF6C8B0D450}"/>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BED0B80-A8F1-D1D0-D311-40DCB6A1493B}"/>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636408C5-4E69-AC06-D199-BE81B8420485}"/>
              </a:ext>
            </a:extLst>
          </p:cNvPr>
          <p:cNvSpPr>
            <a:spLocks noGrp="1"/>
          </p:cNvSpPr>
          <p:nvPr>
            <p:ph type="sldNum" sz="quarter" idx="12"/>
          </p:nvPr>
        </p:nvSpPr>
        <p:spPr/>
        <p:txBody>
          <a:bodyPr/>
          <a:lstStyle/>
          <a:p>
            <a:fld id="{85D2FA34-3331-43EB-8D25-5E71EBC8F04D}" type="slidenum">
              <a:rPr lang="zh-CN" altLang="en-US" smtClean="0"/>
              <a:t>13</a:t>
            </a:fld>
            <a:endParaRPr lang="zh-CN" altLang="en-US"/>
          </a:p>
        </p:txBody>
      </p:sp>
      <p:sp>
        <p:nvSpPr>
          <p:cNvPr id="2" name="文本框 1">
            <a:extLst>
              <a:ext uri="{FF2B5EF4-FFF2-40B4-BE49-F238E27FC236}">
                <a16:creationId xmlns:a16="http://schemas.microsoft.com/office/drawing/2014/main" id="{6A201762-E96C-F190-78E4-7F1F0EB34A3C}"/>
              </a:ext>
            </a:extLst>
          </p:cNvPr>
          <p:cNvSpPr txBox="1"/>
          <p:nvPr/>
        </p:nvSpPr>
        <p:spPr>
          <a:xfrm>
            <a:off x="739788" y="970247"/>
            <a:ext cx="2270632" cy="430887"/>
          </a:xfrm>
          <a:prstGeom prst="rect">
            <a:avLst/>
          </a:prstGeom>
          <a:noFill/>
        </p:spPr>
        <p:txBody>
          <a:bodyPr wrap="square" rtlCol="0">
            <a:spAutoFit/>
          </a:bodyPr>
          <a:lstStyle/>
          <a:p>
            <a:r>
              <a:rPr lang="en-US" altLang="zh-CN" sz="2200" b="1" dirty="0">
                <a:solidFill>
                  <a:schemeClr val="accent1"/>
                </a:solidFill>
                <a:latin typeface="+mj-ea"/>
                <a:ea typeface="+mj-ea"/>
              </a:rPr>
              <a:t>Baseline</a:t>
            </a:r>
            <a:endParaRPr lang="zh-CN" altLang="en-US" sz="2200" b="1" dirty="0">
              <a:solidFill>
                <a:schemeClr val="accent1"/>
              </a:solidFill>
              <a:latin typeface="+mj-ea"/>
              <a:ea typeface="+mj-ea"/>
            </a:endParaRPr>
          </a:p>
        </p:txBody>
      </p:sp>
      <p:cxnSp>
        <p:nvCxnSpPr>
          <p:cNvPr id="3" name="直接连接符 2">
            <a:extLst>
              <a:ext uri="{FF2B5EF4-FFF2-40B4-BE49-F238E27FC236}">
                <a16:creationId xmlns:a16="http://schemas.microsoft.com/office/drawing/2014/main" id="{4EB48A47-1EE2-2AD9-88A6-9924013119E7}"/>
              </a:ext>
            </a:extLst>
          </p:cNvPr>
          <p:cNvCxnSpPr>
            <a:cxnSpLocks/>
          </p:cNvCxnSpPr>
          <p:nvPr/>
        </p:nvCxnSpPr>
        <p:spPr>
          <a:xfrm>
            <a:off x="739788" y="144450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ED6A0C8-6414-3067-1F18-21F9F862D27F}"/>
              </a:ext>
            </a:extLst>
          </p:cNvPr>
          <p:cNvSpPr txBox="1"/>
          <p:nvPr/>
        </p:nvSpPr>
        <p:spPr>
          <a:xfrm>
            <a:off x="705979" y="1531878"/>
            <a:ext cx="10157847" cy="1527791"/>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六种传统转换方法：</a:t>
            </a:r>
            <a:r>
              <a:rPr lang="en-US" altLang="zh-CN" sz="1600" b="1" dirty="0"/>
              <a:t>RP</a:t>
            </a:r>
            <a:r>
              <a:rPr lang="zh-CN" altLang="en-US" sz="1600" b="1" dirty="0"/>
              <a:t>、</a:t>
            </a:r>
            <a:r>
              <a:rPr lang="en-US" altLang="zh-CN" sz="1600" b="1" dirty="0"/>
              <a:t>RA</a:t>
            </a:r>
            <a:r>
              <a:rPr lang="zh-CN" altLang="en-US" sz="1600" b="1" dirty="0"/>
              <a:t>、</a:t>
            </a:r>
            <a:r>
              <a:rPr lang="en-US" altLang="zh-CN" sz="1600" b="1" dirty="0"/>
              <a:t>HSP</a:t>
            </a:r>
            <a:r>
              <a:rPr lang="zh-CN" altLang="en-US" sz="1600" b="1" dirty="0"/>
              <a:t>、</a:t>
            </a:r>
            <a:r>
              <a:rPr lang="en-US" altLang="zh-CN" sz="1600" b="1" dirty="0"/>
              <a:t>HSA</a:t>
            </a:r>
            <a:r>
              <a:rPr lang="zh-CN" altLang="en-US" sz="1600" b="1" dirty="0"/>
              <a:t>、</a:t>
            </a:r>
            <a:r>
              <a:rPr lang="en-US" altLang="zh-CN" sz="1600" b="1" dirty="0"/>
              <a:t>HBP</a:t>
            </a:r>
            <a:r>
              <a:rPr lang="zh-CN" altLang="en-US" sz="1600" b="1" dirty="0"/>
              <a:t>、</a:t>
            </a:r>
            <a:r>
              <a:rPr lang="en-US" altLang="zh-CN" sz="1600" b="1" dirty="0"/>
              <a:t>HBA</a:t>
            </a:r>
          </a:p>
          <a:p>
            <a:pPr marL="285750" indent="-285750">
              <a:lnSpc>
                <a:spcPct val="150000"/>
              </a:lnSpc>
              <a:buClr>
                <a:schemeClr val="accent1"/>
              </a:buClr>
              <a:buFont typeface="Wingdings" panose="05000000000000000000" pitchFamily="2" charset="2"/>
              <a:buChar char="p"/>
              <a:defRPr/>
            </a:pPr>
            <a:r>
              <a:rPr lang="zh-CN" altLang="en-US" sz="1600" b="1" dirty="0"/>
              <a:t>三种域适应方法：</a:t>
            </a:r>
            <a:r>
              <a:rPr lang="en-US" altLang="zh-CN" sz="1600" b="1" dirty="0"/>
              <a:t>MMD</a:t>
            </a:r>
            <a:r>
              <a:rPr lang="zh-CN" altLang="en-US" sz="1600" b="1" dirty="0"/>
              <a:t>、</a:t>
            </a:r>
            <a:r>
              <a:rPr lang="en-US" altLang="zh-CN" sz="1600" b="1" dirty="0"/>
              <a:t>Adv</a:t>
            </a:r>
            <a:r>
              <a:rPr lang="zh-CN" altLang="en-US" sz="1600" b="1" dirty="0"/>
              <a:t>、</a:t>
            </a:r>
            <a:r>
              <a:rPr lang="en-US" altLang="zh-CN" sz="1600" b="1" dirty="0" err="1"/>
              <a:t>CrossTReS</a:t>
            </a:r>
            <a:r>
              <a:rPr lang="zh-CN" altLang="en-US" sz="1600" b="1" dirty="0"/>
              <a:t>、</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b="1" dirty="0"/>
              <a:t>一种知识迁移方法：</a:t>
            </a:r>
            <a:r>
              <a:rPr lang="en-US" altLang="zh-CN" sz="1600" b="1" dirty="0"/>
              <a:t>CARPG</a:t>
            </a:r>
          </a:p>
          <a:p>
            <a:pPr marL="285750" indent="-285750">
              <a:lnSpc>
                <a:spcPct val="150000"/>
              </a:lnSpc>
              <a:buClr>
                <a:schemeClr val="accent1"/>
              </a:buClr>
              <a:buFont typeface="Wingdings" panose="05000000000000000000" pitchFamily="2" charset="2"/>
              <a:buChar char="p"/>
              <a:defRPr/>
            </a:pPr>
            <a:r>
              <a:rPr lang="zh-CN" altLang="en-US" sz="1600" b="1" dirty="0"/>
              <a:t>一个下界：</a:t>
            </a:r>
            <a:r>
              <a:rPr lang="en-US" altLang="zh-CN" sz="1600" b="1" dirty="0"/>
              <a:t>Individual</a:t>
            </a:r>
            <a:r>
              <a:rPr lang="zh-CN" altLang="en-US" sz="1600" b="1" dirty="0"/>
              <a:t>，在不进行任何跨城市对齐的情况下生成城市特定区域表示</a:t>
            </a:r>
            <a:endParaRPr lang="en-US" altLang="zh-CN" sz="1600" b="1" dirty="0"/>
          </a:p>
        </p:txBody>
      </p:sp>
      <p:sp>
        <p:nvSpPr>
          <p:cNvPr id="5" name="文本框 4">
            <a:extLst>
              <a:ext uri="{FF2B5EF4-FFF2-40B4-BE49-F238E27FC236}">
                <a16:creationId xmlns:a16="http://schemas.microsoft.com/office/drawing/2014/main" id="{7F355EE1-C5EA-2FF5-7232-0612B04A9760}"/>
              </a:ext>
            </a:extLst>
          </p:cNvPr>
          <p:cNvSpPr txBox="1"/>
          <p:nvPr/>
        </p:nvSpPr>
        <p:spPr>
          <a:xfrm>
            <a:off x="705979" y="4310296"/>
            <a:ext cx="3196592" cy="430887"/>
          </a:xfrm>
          <a:prstGeom prst="rect">
            <a:avLst/>
          </a:prstGeom>
          <a:noFill/>
        </p:spPr>
        <p:txBody>
          <a:bodyPr wrap="square" rtlCol="0">
            <a:spAutoFit/>
          </a:bodyPr>
          <a:lstStyle/>
          <a:p>
            <a:r>
              <a:rPr lang="en-US" altLang="zh-CN" sz="2200" b="1" dirty="0">
                <a:solidFill>
                  <a:schemeClr val="accent1"/>
                </a:solidFill>
                <a:latin typeface="+mj-ea"/>
                <a:ea typeface="+mj-ea"/>
              </a:rPr>
              <a:t>Evaluation indicators</a:t>
            </a:r>
            <a:endParaRPr lang="zh-CN" altLang="en-US" sz="2200" b="1" dirty="0">
              <a:solidFill>
                <a:schemeClr val="accent1"/>
              </a:solidFill>
              <a:latin typeface="+mj-ea"/>
              <a:ea typeface="+mj-ea"/>
            </a:endParaRPr>
          </a:p>
        </p:txBody>
      </p:sp>
      <p:cxnSp>
        <p:nvCxnSpPr>
          <p:cNvPr id="6" name="直接连接符 5">
            <a:extLst>
              <a:ext uri="{FF2B5EF4-FFF2-40B4-BE49-F238E27FC236}">
                <a16:creationId xmlns:a16="http://schemas.microsoft.com/office/drawing/2014/main" id="{89CEDAB7-5160-DD4F-441C-4E58DA716FAA}"/>
              </a:ext>
            </a:extLst>
          </p:cNvPr>
          <p:cNvCxnSpPr>
            <a:cxnSpLocks/>
          </p:cNvCxnSpPr>
          <p:nvPr/>
        </p:nvCxnSpPr>
        <p:spPr>
          <a:xfrm>
            <a:off x="705979" y="478487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DBD2085-4A55-9DC5-E1F1-D56204F30032}"/>
              </a:ext>
            </a:extLst>
          </p:cNvPr>
          <p:cNvSpPr txBox="1"/>
          <p:nvPr/>
        </p:nvSpPr>
        <p:spPr>
          <a:xfrm>
            <a:off x="672170" y="4872248"/>
            <a:ext cx="10157847" cy="789127"/>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b="1" dirty="0"/>
              <a:t>MAE</a:t>
            </a:r>
            <a:r>
              <a:rPr lang="zh-CN" altLang="en-US" sz="1600" b="1" dirty="0"/>
              <a:t>：平均绝对误差</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a:t>MAPE</a:t>
            </a:r>
            <a:r>
              <a:rPr lang="zh-CN" altLang="en-US" sz="1600" b="1" dirty="0"/>
              <a:t>：平均绝对百分比误差</a:t>
            </a:r>
            <a:endParaRPr lang="en-US" altLang="zh-CN" sz="1600" b="1" dirty="0"/>
          </a:p>
        </p:txBody>
      </p:sp>
    </p:spTree>
    <p:extLst>
      <p:ext uri="{BB962C8B-B14F-4D97-AF65-F5344CB8AC3E}">
        <p14:creationId xmlns:p14="http://schemas.microsoft.com/office/powerpoint/2010/main" val="3964208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1025-2B4C-AA33-6E47-F8131EBB5A4F}"/>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C63DCD4F-C884-B164-3AF4-83CDCFEFE89B}"/>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899D74E-71C3-5AA8-6D20-78451B96C32A}"/>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55FC6C41-E7A9-3DB8-A0DA-AC72C0541A35}"/>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42103082-B118-9BE7-0D54-72B71A00856E}"/>
              </a:ext>
            </a:extLst>
          </p:cNvPr>
          <p:cNvSpPr>
            <a:spLocks noGrp="1"/>
          </p:cNvSpPr>
          <p:nvPr>
            <p:ph type="sldNum" sz="quarter" idx="12"/>
          </p:nvPr>
        </p:nvSpPr>
        <p:spPr/>
        <p:txBody>
          <a:bodyPr/>
          <a:lstStyle/>
          <a:p>
            <a:fld id="{85D2FA34-3331-43EB-8D25-5E71EBC8F04D}" type="slidenum">
              <a:rPr lang="zh-CN" altLang="en-US" smtClean="0"/>
              <a:t>14</a:t>
            </a:fld>
            <a:endParaRPr lang="zh-CN" altLang="en-US"/>
          </a:p>
        </p:txBody>
      </p:sp>
      <p:pic>
        <p:nvPicPr>
          <p:cNvPr id="9" name="图片 8">
            <a:extLst>
              <a:ext uri="{FF2B5EF4-FFF2-40B4-BE49-F238E27FC236}">
                <a16:creationId xmlns:a16="http://schemas.microsoft.com/office/drawing/2014/main" id="{3FD34C09-F181-105A-1196-8E89AC0D58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2628" y="1141249"/>
            <a:ext cx="8278319" cy="2910801"/>
          </a:xfrm>
          <a:prstGeom prst="rect">
            <a:avLst/>
          </a:prstGeom>
        </p:spPr>
      </p:pic>
      <p:cxnSp>
        <p:nvCxnSpPr>
          <p:cNvPr id="10" name="直接连接符 9">
            <a:extLst>
              <a:ext uri="{FF2B5EF4-FFF2-40B4-BE49-F238E27FC236}">
                <a16:creationId xmlns:a16="http://schemas.microsoft.com/office/drawing/2014/main" id="{7F96EC03-446B-8653-B240-A0EF875EA652}"/>
              </a:ext>
            </a:extLst>
          </p:cNvPr>
          <p:cNvCxnSpPr>
            <a:cxnSpLocks/>
          </p:cNvCxnSpPr>
          <p:nvPr/>
        </p:nvCxnSpPr>
        <p:spPr>
          <a:xfrm>
            <a:off x="739788" y="423335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BDD1A6B8-D6F6-2A8B-9642-2FC8C8762D0F}"/>
              </a:ext>
            </a:extLst>
          </p:cNvPr>
          <p:cNvSpPr txBox="1"/>
          <p:nvPr/>
        </p:nvSpPr>
        <p:spPr>
          <a:xfrm>
            <a:off x="705979" y="4320728"/>
            <a:ext cx="10157847" cy="2266454"/>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dirty="0"/>
              <a:t>个体方法表现最差，无法对齐城市之间的潜在空间。</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dirty="0"/>
              <a:t>六种潜在空间转换方法的性能较好。利用城市等级结构来构建区域间对应关系，将目标城市的区域表征转化为源城市的潜在空间。</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dirty="0"/>
              <a:t>由于无法</a:t>
            </a:r>
            <a:r>
              <a:rPr lang="zh-CN" altLang="en-US" sz="1600" b="1" dirty="0"/>
              <a:t>充分捕捉区域间关系</a:t>
            </a:r>
            <a:r>
              <a:rPr lang="zh-CN" altLang="en-US" sz="1600" dirty="0"/>
              <a:t>，</a:t>
            </a:r>
            <a:r>
              <a:rPr lang="en-US" altLang="zh-CN" sz="1600" dirty="0"/>
              <a:t>MMD</a:t>
            </a:r>
            <a:r>
              <a:rPr lang="zh-CN" altLang="en-US" sz="1600" dirty="0"/>
              <a:t>和</a:t>
            </a:r>
            <a:r>
              <a:rPr lang="en-US" altLang="zh-CN" sz="1600" dirty="0" err="1"/>
              <a:t>CrossTReS</a:t>
            </a:r>
            <a:r>
              <a:rPr lang="zh-CN" altLang="en-US" sz="1600" dirty="0"/>
              <a:t>方法的性能较差。</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dirty="0"/>
              <a:t>由于无法</a:t>
            </a:r>
            <a:r>
              <a:rPr lang="zh-CN" altLang="en-US" sz="1600" b="1" dirty="0"/>
              <a:t>显式地对齐城市之间的特征分布</a:t>
            </a:r>
            <a:r>
              <a:rPr lang="zh-CN" altLang="en-US" sz="1600" dirty="0"/>
              <a:t>，</a:t>
            </a:r>
            <a:r>
              <a:rPr lang="en-US" altLang="zh-CN" sz="1600" dirty="0"/>
              <a:t>CARPG</a:t>
            </a:r>
            <a:r>
              <a:rPr lang="zh-CN" altLang="en-US" sz="1600" dirty="0"/>
              <a:t>表现出有限的性能。</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dirty="0"/>
              <a:t>由于</a:t>
            </a:r>
            <a:r>
              <a:rPr lang="zh-CN" altLang="en-US" sz="1600" b="1" dirty="0"/>
              <a:t>无监督学习的局限性</a:t>
            </a:r>
            <a:r>
              <a:rPr lang="zh-CN" altLang="en-US" sz="1600" dirty="0"/>
              <a:t>，</a:t>
            </a:r>
            <a:r>
              <a:rPr lang="en-US" altLang="zh-CN" sz="1600" dirty="0"/>
              <a:t>Adv</a:t>
            </a:r>
            <a:r>
              <a:rPr lang="zh-CN" altLang="en-US" sz="1600" dirty="0"/>
              <a:t>方法表现不佳。</a:t>
            </a:r>
          </a:p>
        </p:txBody>
      </p:sp>
    </p:spTree>
    <p:extLst>
      <p:ext uri="{BB962C8B-B14F-4D97-AF65-F5344CB8AC3E}">
        <p14:creationId xmlns:p14="http://schemas.microsoft.com/office/powerpoint/2010/main" val="79014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6616-D025-7319-9AC7-6714AAB30B8D}"/>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31DE943D-62E5-87D8-7173-32E0E0BC4212}"/>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503343D2-0BEB-64E2-B48A-F6EE6071F9D6}"/>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669FD052-8755-27F3-D9FA-D44DF55649C5}"/>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8CA88AB6-1645-7A70-B8C7-A9B2EC737D0F}"/>
              </a:ext>
            </a:extLst>
          </p:cNvPr>
          <p:cNvSpPr>
            <a:spLocks noGrp="1"/>
          </p:cNvSpPr>
          <p:nvPr>
            <p:ph type="sldNum" sz="quarter" idx="12"/>
          </p:nvPr>
        </p:nvSpPr>
        <p:spPr/>
        <p:txBody>
          <a:bodyPr/>
          <a:lstStyle/>
          <a:p>
            <a:fld id="{85D2FA34-3331-43EB-8D25-5E71EBC8F04D}" type="slidenum">
              <a:rPr lang="zh-CN" altLang="en-US" smtClean="0"/>
              <a:t>15</a:t>
            </a:fld>
            <a:endParaRPr lang="zh-CN" altLang="en-US"/>
          </a:p>
        </p:txBody>
      </p:sp>
      <p:cxnSp>
        <p:nvCxnSpPr>
          <p:cNvPr id="10" name="直接连接符 9">
            <a:extLst>
              <a:ext uri="{FF2B5EF4-FFF2-40B4-BE49-F238E27FC236}">
                <a16:creationId xmlns:a16="http://schemas.microsoft.com/office/drawing/2014/main" id="{6A564614-9C43-9B44-23E2-D87D66D590A1}"/>
              </a:ext>
            </a:extLst>
          </p:cNvPr>
          <p:cNvCxnSpPr>
            <a:cxnSpLocks/>
          </p:cNvCxnSpPr>
          <p:nvPr/>
        </p:nvCxnSpPr>
        <p:spPr>
          <a:xfrm>
            <a:off x="739788" y="4233352"/>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A95A281F-07F0-A2D5-3B28-F3BF56314B57}"/>
              </a:ext>
            </a:extLst>
          </p:cNvPr>
          <p:cNvSpPr txBox="1"/>
          <p:nvPr/>
        </p:nvSpPr>
        <p:spPr>
          <a:xfrm>
            <a:off x="705979" y="4320729"/>
            <a:ext cx="10157847" cy="1158459"/>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dirty="0" err="1"/>
              <a:t>CoRE</a:t>
            </a:r>
            <a:r>
              <a:rPr lang="zh-CN" altLang="en-US" sz="1600" dirty="0"/>
              <a:t>方法取得了最好的性能，主要原因如下：</a:t>
            </a:r>
            <a:endParaRPr lang="en-US" altLang="zh-CN" sz="1600" dirty="0"/>
          </a:p>
          <a:p>
            <a:pPr marL="742950" lvl="1" indent="-285750">
              <a:lnSpc>
                <a:spcPct val="150000"/>
              </a:lnSpc>
              <a:buClr>
                <a:schemeClr val="accent1"/>
              </a:buClr>
              <a:buFont typeface="Arial" panose="020B0604020202020204" pitchFamily="34" charset="0"/>
              <a:buChar char="•"/>
              <a:defRPr/>
            </a:pPr>
            <a:r>
              <a:rPr lang="zh-CN" altLang="en-US" sz="1600" dirty="0"/>
              <a:t>跨城市对齐了嵌入空间的潜在流形和单个区域表示</a:t>
            </a:r>
            <a:endParaRPr lang="en-US" altLang="zh-CN" sz="1600" dirty="0"/>
          </a:p>
          <a:p>
            <a:pPr marL="800100" lvl="1" indent="-342900">
              <a:lnSpc>
                <a:spcPct val="150000"/>
              </a:lnSpc>
              <a:buClr>
                <a:schemeClr val="accent1"/>
              </a:buClr>
              <a:buFont typeface="Arial" panose="020B0604020202020204" pitchFamily="34" charset="0"/>
              <a:buChar char="•"/>
              <a:defRPr/>
            </a:pPr>
            <a:r>
              <a:rPr lang="zh-CN" altLang="en-US" sz="1600" dirty="0"/>
              <a:t>跨城市对齐增强了区域嵌入学习的质量</a:t>
            </a:r>
            <a:endParaRPr lang="en-US" altLang="zh-CN" sz="1600" dirty="0"/>
          </a:p>
        </p:txBody>
      </p:sp>
      <p:sp>
        <p:nvSpPr>
          <p:cNvPr id="2" name="文本框 1">
            <a:extLst>
              <a:ext uri="{FF2B5EF4-FFF2-40B4-BE49-F238E27FC236}">
                <a16:creationId xmlns:a16="http://schemas.microsoft.com/office/drawing/2014/main" id="{A9271A4B-6DEE-AD9D-B0B8-B1351A837BDD}"/>
              </a:ext>
            </a:extLst>
          </p:cNvPr>
          <p:cNvSpPr txBox="1"/>
          <p:nvPr/>
        </p:nvSpPr>
        <p:spPr>
          <a:xfrm>
            <a:off x="705978" y="5743167"/>
            <a:ext cx="10157847" cy="789127"/>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dirty="0"/>
              <a:t>实验结果表明：</a:t>
            </a:r>
            <a:endParaRPr lang="en-US" altLang="zh-CN" sz="1600" dirty="0"/>
          </a:p>
          <a:p>
            <a:pPr marL="742950" lvl="1" indent="-285750">
              <a:lnSpc>
                <a:spcPct val="150000"/>
              </a:lnSpc>
              <a:buClr>
                <a:schemeClr val="accent1"/>
              </a:buClr>
              <a:buFont typeface="Arial" panose="020B0604020202020204" pitchFamily="34" charset="0"/>
              <a:buChar char="•"/>
              <a:defRPr/>
            </a:pPr>
            <a:r>
              <a:rPr lang="en-US" altLang="zh-CN" sz="1600" dirty="0" err="1"/>
              <a:t>CoRE</a:t>
            </a:r>
            <a:r>
              <a:rPr lang="zh-CN" altLang="en-US" sz="1600" dirty="0"/>
              <a:t>有效地对齐了跨城市的区域表示，实现了从全局和局部角度对潜在空间的细粒度对齐。</a:t>
            </a:r>
          </a:p>
        </p:txBody>
      </p:sp>
      <p:pic>
        <p:nvPicPr>
          <p:cNvPr id="3" name="图片 2">
            <a:extLst>
              <a:ext uri="{FF2B5EF4-FFF2-40B4-BE49-F238E27FC236}">
                <a16:creationId xmlns:a16="http://schemas.microsoft.com/office/drawing/2014/main" id="{F44650FD-A6DA-02DD-C565-8F51934BF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2628" y="1141249"/>
            <a:ext cx="8278319" cy="2910801"/>
          </a:xfrm>
          <a:prstGeom prst="rect">
            <a:avLst/>
          </a:prstGeom>
        </p:spPr>
      </p:pic>
    </p:spTree>
    <p:extLst>
      <p:ext uri="{BB962C8B-B14F-4D97-AF65-F5344CB8AC3E}">
        <p14:creationId xmlns:p14="http://schemas.microsoft.com/office/powerpoint/2010/main" val="2356417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D9209-BEDD-ABAC-BADD-024D1AD15A3F}"/>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526A0479-59C1-F359-271A-F468202F4174}"/>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B019FC7-1125-C489-ECF7-1CCA954E1327}"/>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C2440192-8B84-AAD7-29AF-2628D9C16419}"/>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8F7AF1D3-16A0-5AC3-E181-BB7DD79A4B92}"/>
              </a:ext>
            </a:extLst>
          </p:cNvPr>
          <p:cNvSpPr>
            <a:spLocks noGrp="1"/>
          </p:cNvSpPr>
          <p:nvPr>
            <p:ph type="sldNum" sz="quarter" idx="12"/>
          </p:nvPr>
        </p:nvSpPr>
        <p:spPr/>
        <p:txBody>
          <a:bodyPr/>
          <a:lstStyle/>
          <a:p>
            <a:fld id="{85D2FA34-3331-43EB-8D25-5E71EBC8F04D}" type="slidenum">
              <a:rPr lang="zh-CN" altLang="en-US" smtClean="0"/>
              <a:t>16</a:t>
            </a:fld>
            <a:endParaRPr lang="zh-CN" altLang="en-US"/>
          </a:p>
        </p:txBody>
      </p:sp>
      <p:sp>
        <p:nvSpPr>
          <p:cNvPr id="2" name="文本框 1">
            <a:extLst>
              <a:ext uri="{FF2B5EF4-FFF2-40B4-BE49-F238E27FC236}">
                <a16:creationId xmlns:a16="http://schemas.microsoft.com/office/drawing/2014/main" id="{06F974A2-7B58-2301-B71B-83804A497ACF}"/>
              </a:ext>
            </a:extLst>
          </p:cNvPr>
          <p:cNvSpPr txBox="1"/>
          <p:nvPr/>
        </p:nvSpPr>
        <p:spPr>
          <a:xfrm>
            <a:off x="739787" y="970247"/>
            <a:ext cx="2402311" cy="430887"/>
          </a:xfrm>
          <a:prstGeom prst="rect">
            <a:avLst/>
          </a:prstGeom>
          <a:noFill/>
        </p:spPr>
        <p:txBody>
          <a:bodyPr wrap="square" rtlCol="0">
            <a:spAutoFit/>
          </a:bodyPr>
          <a:lstStyle/>
          <a:p>
            <a:r>
              <a:rPr lang="en-US" altLang="zh-CN" sz="2200" b="1" dirty="0">
                <a:solidFill>
                  <a:schemeClr val="accent1"/>
                </a:solidFill>
                <a:latin typeface="+mj-ea"/>
                <a:ea typeface="+mj-ea"/>
              </a:rPr>
              <a:t>Ablation Study</a:t>
            </a:r>
            <a:endParaRPr lang="zh-CN" altLang="en-US" sz="2200" b="1" dirty="0">
              <a:solidFill>
                <a:schemeClr val="accent1"/>
              </a:solidFill>
              <a:latin typeface="+mj-ea"/>
              <a:ea typeface="+mj-ea"/>
            </a:endParaRPr>
          </a:p>
        </p:txBody>
      </p:sp>
      <p:cxnSp>
        <p:nvCxnSpPr>
          <p:cNvPr id="3" name="直接连接符 2">
            <a:extLst>
              <a:ext uri="{FF2B5EF4-FFF2-40B4-BE49-F238E27FC236}">
                <a16:creationId xmlns:a16="http://schemas.microsoft.com/office/drawing/2014/main" id="{2391FCAF-CACC-0D40-D211-A75985A4CDDA}"/>
              </a:ext>
            </a:extLst>
          </p:cNvPr>
          <p:cNvCxnSpPr>
            <a:cxnSpLocks/>
          </p:cNvCxnSpPr>
          <p:nvPr/>
        </p:nvCxnSpPr>
        <p:spPr>
          <a:xfrm>
            <a:off x="739788" y="144450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B16F840-81AD-F5CF-0AED-840B22707E11}"/>
                  </a:ext>
                </a:extLst>
              </p:cNvPr>
              <p:cNvSpPr txBox="1"/>
              <p:nvPr/>
            </p:nvSpPr>
            <p:spPr>
              <a:xfrm>
                <a:off x="705979" y="1531878"/>
                <a:ext cx="10157847" cy="1961243"/>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b="1" dirty="0"/>
                  <a:t>CoRE</a:t>
                </a:r>
              </a:p>
              <a:p>
                <a:pPr marL="285750" indent="-285750">
                  <a:lnSpc>
                    <a:spcPct val="150000"/>
                  </a:lnSpc>
                  <a:buClr>
                    <a:schemeClr val="accent1"/>
                  </a:buClr>
                  <a:buFont typeface="Wingdings" panose="05000000000000000000" pitchFamily="2" charset="2"/>
                  <a:buChar char="p"/>
                  <a:defRPr/>
                </a:pPr>
                <a:r>
                  <a:rPr lang="en-US" altLang="zh-CN" sz="1600" b="1" dirty="0" err="1"/>
                  <a:t>CoRE</a:t>
                </a:r>
                <a:r>
                  <a:rPr lang="en-US" altLang="zh-CN" sz="1600" b="1" dirty="0"/>
                  <a:t> w/o One-Stage</a:t>
                </a:r>
                <a:r>
                  <a:rPr lang="zh-CN" altLang="en-US" sz="1600" b="1" dirty="0"/>
                  <a:t>：将一阶段范式分为两个阶段。先利用</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𝐿</m:t>
                        </m:r>
                      </m:e>
                      <m:sub>
                        <m:r>
                          <a:rPr lang="en-US" altLang="zh-CN" sz="1600" i="1">
                            <a:latin typeface="Cambria Math" panose="02040503050406030204" pitchFamily="18" charset="0"/>
                          </a:rPr>
                          <m:t>𝑋</m:t>
                        </m:r>
                      </m:sub>
                      <m:sup>
                        <m:r>
                          <a:rPr lang="en-US" altLang="zh-CN" sz="1600" i="1">
                            <a:latin typeface="Cambria Math" panose="02040503050406030204" pitchFamily="18" charset="0"/>
                          </a:rPr>
                          <m:t>𝑅𝐸</m:t>
                        </m:r>
                      </m:sup>
                    </m:sSubSup>
                    <m:r>
                      <a:rPr lang="zh-CN" altLang="en-US" sz="1600" i="1">
                        <a:latin typeface="Cambria Math" panose="02040503050406030204" pitchFamily="18" charset="0"/>
                      </a:rPr>
                      <m:t>、</m:t>
                    </m:r>
                  </m:oMath>
                </a14:m>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𝐿</m:t>
                        </m:r>
                      </m:e>
                      <m:sub>
                        <m:r>
                          <a:rPr lang="en-US" altLang="zh-CN" sz="1600" i="1">
                            <a:latin typeface="Cambria Math" panose="02040503050406030204" pitchFamily="18" charset="0"/>
                          </a:rPr>
                          <m:t>𝑌</m:t>
                        </m:r>
                      </m:sub>
                      <m:sup>
                        <m:r>
                          <a:rPr lang="en-US" altLang="zh-CN" sz="1600" i="1">
                            <a:latin typeface="Cambria Math" panose="02040503050406030204" pitchFamily="18" charset="0"/>
                          </a:rPr>
                          <m:t>𝑅𝐸</m:t>
                        </m:r>
                      </m:sup>
                    </m:sSubSup>
                  </m:oMath>
                </a14:m>
                <a:r>
                  <a:rPr lang="zh-CN" altLang="en-US" sz="1600" b="1" dirty="0"/>
                  <a:t>学习区域表示</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b="0" i="1" smtClean="0">
                            <a:latin typeface="Cambria Math" panose="02040503050406030204" pitchFamily="18" charset="0"/>
                          </a:rPr>
                          <m:t>𝑋</m:t>
                        </m:r>
                      </m:sub>
                    </m:sSub>
                  </m:oMath>
                </a14:m>
                <a:r>
                  <a:rPr lang="zh-CN" altLang="en-US" sz="1600" b="1" dirty="0"/>
                  <a:t>和</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b="0" i="1" smtClean="0">
                            <a:latin typeface="Cambria Math" panose="02040503050406030204" pitchFamily="18" charset="0"/>
                          </a:rPr>
                          <m:t>𝑌</m:t>
                        </m:r>
                      </m:sub>
                    </m:sSub>
                    <m:r>
                      <a:rPr lang="en-US" altLang="zh-CN" sz="1600" i="1">
                        <a:latin typeface="Cambria Math" panose="02040503050406030204" pitchFamily="18" charset="0"/>
                      </a:rPr>
                      <m:t> </m:t>
                    </m:r>
                  </m:oMath>
                </a14:m>
                <a:r>
                  <a:rPr lang="zh-CN" altLang="en-US" sz="1600" b="1" dirty="0"/>
                  <a:t>。再让</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i="1">
                            <a:latin typeface="Cambria Math" panose="02040503050406030204" pitchFamily="18" charset="0"/>
                          </a:rPr>
                          <m:t>𝑋</m:t>
                        </m:r>
                      </m:sub>
                    </m:sSub>
                  </m:oMath>
                </a14:m>
                <a:r>
                  <a:rPr lang="zh-CN" altLang="en-US" sz="1600" b="1" dirty="0"/>
                  <a:t>和</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𝑍</m:t>
                        </m:r>
                      </m:e>
                      <m:sub>
                        <m:r>
                          <a:rPr lang="en-US" altLang="zh-CN" sz="1600" i="1">
                            <a:latin typeface="Cambria Math" panose="02040503050406030204" pitchFamily="18" charset="0"/>
                          </a:rPr>
                          <m:t>𝑌</m:t>
                        </m:r>
                      </m:sub>
                    </m:sSub>
                  </m:oMath>
                </a14:m>
                <a:r>
                  <a:rPr lang="zh-CN" altLang="en-US" sz="1600" b="1" dirty="0"/>
                  <a:t>通过仿射层投影到两个向量空间，并使用</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𝐿</m:t>
                        </m:r>
                      </m:e>
                      <m:sup>
                        <m:r>
                          <a:rPr lang="en-US" altLang="zh-CN" sz="1600" i="1">
                            <a:latin typeface="Cambria Math" panose="02040503050406030204" pitchFamily="18" charset="0"/>
                          </a:rPr>
                          <m:t>𝐿𝑀𝐴</m:t>
                        </m:r>
                      </m:sup>
                    </m:sSup>
                  </m:oMath>
                </a14:m>
                <a:r>
                  <a:rPr lang="zh-CN" altLang="en-US" sz="1600" b="1" dirty="0"/>
                  <a:t>和</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𝐿</m:t>
                        </m:r>
                      </m:e>
                      <m:sup>
                        <m:r>
                          <a:rPr lang="en-US" altLang="zh-CN" sz="1600" i="1">
                            <a:latin typeface="Cambria Math" panose="02040503050406030204" pitchFamily="18" charset="0"/>
                          </a:rPr>
                          <m:t>𝐿𝐼𝐴</m:t>
                        </m:r>
                      </m:sup>
                    </m:sSup>
                  </m:oMath>
                </a14:m>
                <a:r>
                  <a:rPr lang="zh-CN" altLang="en-US" sz="1600" b="1" dirty="0"/>
                  <a:t>对齐。不更新基区域嵌入模型的参数。</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err="1"/>
                  <a:t>CoRE</a:t>
                </a:r>
                <a:r>
                  <a:rPr lang="en-US" altLang="zh-CN" sz="1600" b="1" dirty="0"/>
                  <a:t> w/o LMA</a:t>
                </a:r>
                <a:r>
                  <a:rPr lang="zh-CN" altLang="en-US" sz="1600" b="1" dirty="0"/>
                  <a:t>：去掉跨城市潜在流形对齐成分，仅使用</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𝐿</m:t>
                        </m:r>
                      </m:e>
                      <m:sub>
                        <m:r>
                          <a:rPr lang="en-US" altLang="zh-CN" sz="1600" i="1">
                            <a:latin typeface="Cambria Math" panose="02040503050406030204" pitchFamily="18" charset="0"/>
                          </a:rPr>
                          <m:t>𝑋</m:t>
                        </m:r>
                      </m:sub>
                      <m:sup>
                        <m:r>
                          <a:rPr lang="en-US" altLang="zh-CN" sz="1600" i="1">
                            <a:latin typeface="Cambria Math" panose="02040503050406030204" pitchFamily="18" charset="0"/>
                          </a:rPr>
                          <m:t>𝑅𝐸</m:t>
                        </m:r>
                      </m:sup>
                    </m:sSubSup>
                  </m:oMath>
                </a14:m>
                <a:r>
                  <a:rPr lang="zh-CN" altLang="en-US" sz="1600" b="1" dirty="0"/>
                  <a:t>、</a:t>
                </a:r>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𝐿</m:t>
                        </m:r>
                      </m:e>
                      <m:sub>
                        <m:r>
                          <a:rPr lang="en-US" altLang="zh-CN" sz="1600" i="1">
                            <a:latin typeface="Cambria Math" panose="02040503050406030204" pitchFamily="18" charset="0"/>
                          </a:rPr>
                          <m:t>𝑌</m:t>
                        </m:r>
                      </m:sub>
                      <m:sup>
                        <m:r>
                          <a:rPr lang="en-US" altLang="zh-CN" sz="1600" i="1">
                            <a:latin typeface="Cambria Math" panose="02040503050406030204" pitchFamily="18" charset="0"/>
                          </a:rPr>
                          <m:t>𝑅𝐸</m:t>
                        </m:r>
                      </m:sup>
                    </m:sSubSup>
                  </m:oMath>
                </a14:m>
                <a:r>
                  <a:rPr lang="zh-CN" altLang="en-US" sz="1600" b="1" dirty="0"/>
                  <a:t>和</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𝐿</m:t>
                        </m:r>
                      </m:e>
                      <m:sup>
                        <m:r>
                          <a:rPr lang="en-US" altLang="zh-CN" sz="1600" i="1">
                            <a:latin typeface="Cambria Math" panose="02040503050406030204" pitchFamily="18" charset="0"/>
                          </a:rPr>
                          <m:t>𝐿𝐼𝐴</m:t>
                        </m:r>
                      </m:sup>
                    </m:sSup>
                    <m:r>
                      <a:rPr lang="en-US" altLang="zh-CN" sz="1600" i="1">
                        <a:latin typeface="Cambria Math" panose="02040503050406030204" pitchFamily="18" charset="0"/>
                      </a:rPr>
                      <m:t> </m:t>
                    </m:r>
                  </m:oMath>
                </a14:m>
                <a:r>
                  <a:rPr lang="zh-CN" altLang="en-US" sz="1600" b="1" dirty="0"/>
                  <a:t>。</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err="1"/>
                  <a:t>CoRE</a:t>
                </a:r>
                <a:r>
                  <a:rPr lang="en-US" altLang="zh-CN" sz="1600" b="1" dirty="0"/>
                  <a:t> w/o LIA</a:t>
                </a:r>
                <a:r>
                  <a:rPr lang="zh-CN" altLang="en-US" sz="1600" b="1" dirty="0"/>
                  <a:t>：去掉跨城市潜在个体对齐成分，仅使用损失</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𝐿</m:t>
                        </m:r>
                      </m:e>
                      <m:sub>
                        <m:r>
                          <a:rPr lang="en-US" altLang="zh-CN" sz="1600" i="1">
                            <a:latin typeface="Cambria Math" panose="02040503050406030204" pitchFamily="18" charset="0"/>
                          </a:rPr>
                          <m:t>𝑋</m:t>
                        </m:r>
                      </m:sub>
                      <m:sup>
                        <m:r>
                          <a:rPr lang="en-US" altLang="zh-CN" sz="1600" i="1">
                            <a:latin typeface="Cambria Math" panose="02040503050406030204" pitchFamily="18" charset="0"/>
                          </a:rPr>
                          <m:t>𝑅𝐸</m:t>
                        </m:r>
                      </m:sup>
                    </m:sSubSup>
                  </m:oMath>
                </a14:m>
                <a:r>
                  <a:rPr lang="zh-CN" altLang="en-US" sz="1600" b="1" dirty="0"/>
                  <a:t>、</a:t>
                </a:r>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𝐿</m:t>
                        </m:r>
                      </m:e>
                      <m:sub>
                        <m:r>
                          <a:rPr lang="en-US" altLang="zh-CN" sz="1600" i="1">
                            <a:latin typeface="Cambria Math" panose="02040503050406030204" pitchFamily="18" charset="0"/>
                          </a:rPr>
                          <m:t>𝑌</m:t>
                        </m:r>
                      </m:sub>
                      <m:sup>
                        <m:r>
                          <a:rPr lang="en-US" altLang="zh-CN" sz="1600" i="1">
                            <a:latin typeface="Cambria Math" panose="02040503050406030204" pitchFamily="18" charset="0"/>
                          </a:rPr>
                          <m:t>𝑅𝐸</m:t>
                        </m:r>
                      </m:sup>
                    </m:sSubSup>
                  </m:oMath>
                </a14:m>
                <a:r>
                  <a:rPr lang="zh-CN" altLang="en-US" sz="1600" b="1" dirty="0"/>
                  <a:t>和</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𝐿</m:t>
                        </m:r>
                      </m:e>
                      <m:sup>
                        <m:r>
                          <a:rPr lang="en-US" altLang="zh-CN" sz="1600" i="1">
                            <a:latin typeface="Cambria Math" panose="02040503050406030204" pitchFamily="18" charset="0"/>
                          </a:rPr>
                          <m:t>𝐿𝑀𝐴</m:t>
                        </m:r>
                      </m:sup>
                    </m:sSup>
                    <m:r>
                      <a:rPr lang="en-US" altLang="zh-CN" sz="1600" i="1">
                        <a:latin typeface="Cambria Math" panose="02040503050406030204" pitchFamily="18" charset="0"/>
                      </a:rPr>
                      <m:t> </m:t>
                    </m:r>
                  </m:oMath>
                </a14:m>
                <a:r>
                  <a:rPr lang="zh-CN" altLang="en-US" sz="1600" b="1" dirty="0"/>
                  <a:t>。</a:t>
                </a:r>
                <a:endParaRPr lang="en-US" altLang="zh-CN" sz="1600" b="1" dirty="0"/>
              </a:p>
            </p:txBody>
          </p:sp>
        </mc:Choice>
        <mc:Fallback xmlns="">
          <p:sp>
            <p:nvSpPr>
              <p:cNvPr id="4" name="文本框 3">
                <a:extLst>
                  <a:ext uri="{FF2B5EF4-FFF2-40B4-BE49-F238E27FC236}">
                    <a16:creationId xmlns:a16="http://schemas.microsoft.com/office/drawing/2014/main" id="{DB16F840-81AD-F5CF-0AED-840B22707E11}"/>
                  </a:ext>
                </a:extLst>
              </p:cNvPr>
              <p:cNvSpPr txBox="1">
                <a:spLocks noRot="1" noChangeAspect="1" noMove="1" noResize="1" noEditPoints="1" noAdjustHandles="1" noChangeArrowheads="1" noChangeShapeType="1" noTextEdit="1"/>
              </p:cNvSpPr>
              <p:nvPr/>
            </p:nvSpPr>
            <p:spPr>
              <a:xfrm>
                <a:off x="705979" y="1531878"/>
                <a:ext cx="10157847" cy="1961243"/>
              </a:xfrm>
              <a:prstGeom prst="rect">
                <a:avLst/>
              </a:prstGeom>
              <a:blipFill>
                <a:blip r:embed="rId2"/>
                <a:stretch>
                  <a:fillRect l="-240" r="-120" b="-2795"/>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A874AAA8-60F7-3ACA-C777-F1C990DD3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116" y="3623865"/>
            <a:ext cx="5085714" cy="2685714"/>
          </a:xfrm>
          <a:prstGeom prst="rect">
            <a:avLst/>
          </a:prstGeom>
        </p:spPr>
      </p:pic>
      <p:sp>
        <p:nvSpPr>
          <p:cNvPr id="13" name="文本框 12">
            <a:extLst>
              <a:ext uri="{FF2B5EF4-FFF2-40B4-BE49-F238E27FC236}">
                <a16:creationId xmlns:a16="http://schemas.microsoft.com/office/drawing/2014/main" id="{465CFF2C-7F61-B1B6-49E3-5E7BEB942EB6}"/>
              </a:ext>
            </a:extLst>
          </p:cNvPr>
          <p:cNvSpPr txBox="1"/>
          <p:nvPr/>
        </p:nvSpPr>
        <p:spPr>
          <a:xfrm>
            <a:off x="705979" y="3677854"/>
            <a:ext cx="3196592" cy="430887"/>
          </a:xfrm>
          <a:prstGeom prst="rect">
            <a:avLst/>
          </a:prstGeom>
          <a:noFill/>
        </p:spPr>
        <p:txBody>
          <a:bodyPr wrap="square" rtlCol="0">
            <a:spAutoFit/>
          </a:bodyPr>
          <a:lstStyle/>
          <a:p>
            <a:r>
              <a:rPr lang="en-US" altLang="zh-CN" sz="2200" b="1" dirty="0">
                <a:solidFill>
                  <a:schemeClr val="accent1"/>
                </a:solidFill>
                <a:latin typeface="+mj-ea"/>
                <a:ea typeface="+mj-ea"/>
              </a:rPr>
              <a:t>Result</a:t>
            </a:r>
            <a:endParaRPr lang="zh-CN" altLang="en-US" sz="2200" b="1" dirty="0">
              <a:solidFill>
                <a:schemeClr val="accent1"/>
              </a:solidFill>
              <a:latin typeface="+mj-ea"/>
              <a:ea typeface="+mj-ea"/>
            </a:endParaRPr>
          </a:p>
        </p:txBody>
      </p:sp>
      <p:cxnSp>
        <p:nvCxnSpPr>
          <p:cNvPr id="14" name="直接连接符 13">
            <a:extLst>
              <a:ext uri="{FF2B5EF4-FFF2-40B4-BE49-F238E27FC236}">
                <a16:creationId xmlns:a16="http://schemas.microsoft.com/office/drawing/2014/main" id="{8B6BE600-DDD4-5E92-F764-53912E608263}"/>
              </a:ext>
            </a:extLst>
          </p:cNvPr>
          <p:cNvCxnSpPr>
            <a:cxnSpLocks/>
          </p:cNvCxnSpPr>
          <p:nvPr/>
        </p:nvCxnSpPr>
        <p:spPr>
          <a:xfrm>
            <a:off x="705979" y="4152429"/>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0A6B01E-2C78-DDD8-B646-A840B20D3F94}"/>
              </a:ext>
            </a:extLst>
          </p:cNvPr>
          <p:cNvSpPr txBox="1"/>
          <p:nvPr/>
        </p:nvSpPr>
        <p:spPr>
          <a:xfrm>
            <a:off x="672171" y="4239806"/>
            <a:ext cx="5179618" cy="1158459"/>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b="1" dirty="0" err="1"/>
              <a:t>CoRE</a:t>
            </a:r>
            <a:r>
              <a:rPr lang="en-US" altLang="zh-CN" sz="1600" b="1" dirty="0"/>
              <a:t> w/o LMA</a:t>
            </a:r>
            <a:r>
              <a:rPr lang="zh-CN" altLang="en-US" sz="1600" b="1" dirty="0"/>
              <a:t>：全局流形对齐提升全局性能</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err="1"/>
              <a:t>CoRE</a:t>
            </a:r>
            <a:r>
              <a:rPr lang="en-US" altLang="zh-CN" sz="1600" b="1" dirty="0"/>
              <a:t> w/o One-Stage</a:t>
            </a:r>
            <a:r>
              <a:rPr lang="zh-CN" altLang="en-US" sz="1600" b="1" dirty="0"/>
              <a:t>：单阶段训练至关重要</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err="1"/>
              <a:t>CoRE</a:t>
            </a:r>
            <a:r>
              <a:rPr lang="en-US" altLang="zh-CN" sz="1600" b="1" dirty="0"/>
              <a:t> w/o LIA</a:t>
            </a:r>
            <a:r>
              <a:rPr lang="zh-CN" altLang="en-US" sz="1600" b="1" dirty="0"/>
              <a:t>：个体对齐优化局部精度</a:t>
            </a:r>
            <a:endParaRPr lang="en-US" altLang="zh-CN" sz="1600" b="1" dirty="0"/>
          </a:p>
        </p:txBody>
      </p:sp>
    </p:spTree>
    <p:extLst>
      <p:ext uri="{BB962C8B-B14F-4D97-AF65-F5344CB8AC3E}">
        <p14:creationId xmlns:p14="http://schemas.microsoft.com/office/powerpoint/2010/main" val="3121275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C942C-4A95-950B-C684-FD9E00AAE1B3}"/>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37CB5151-61F7-5977-EB9D-ED91A660B2BB}"/>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13BCB29-FEFB-C26D-8A3D-A8F9285FA6E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31D2E689-0A2B-AA9C-919C-645803BE24F4}"/>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54F6E1DF-7A33-E4AD-6CCF-B925045C2C10}"/>
              </a:ext>
            </a:extLst>
          </p:cNvPr>
          <p:cNvSpPr>
            <a:spLocks noGrp="1"/>
          </p:cNvSpPr>
          <p:nvPr>
            <p:ph type="sldNum" sz="quarter" idx="12"/>
          </p:nvPr>
        </p:nvSpPr>
        <p:spPr/>
        <p:txBody>
          <a:bodyPr/>
          <a:lstStyle/>
          <a:p>
            <a:fld id="{85D2FA34-3331-43EB-8D25-5E71EBC8F04D}" type="slidenum">
              <a:rPr lang="zh-CN" altLang="en-US" smtClean="0"/>
              <a:t>17</a:t>
            </a:fld>
            <a:endParaRPr lang="zh-CN" altLang="en-US"/>
          </a:p>
        </p:txBody>
      </p:sp>
      <p:sp>
        <p:nvSpPr>
          <p:cNvPr id="2" name="文本框 1">
            <a:extLst>
              <a:ext uri="{FF2B5EF4-FFF2-40B4-BE49-F238E27FC236}">
                <a16:creationId xmlns:a16="http://schemas.microsoft.com/office/drawing/2014/main" id="{387260B4-0FD1-788E-599D-63E759862EE3}"/>
              </a:ext>
            </a:extLst>
          </p:cNvPr>
          <p:cNvSpPr txBox="1"/>
          <p:nvPr/>
        </p:nvSpPr>
        <p:spPr>
          <a:xfrm>
            <a:off x="739787" y="970247"/>
            <a:ext cx="3905856" cy="430887"/>
          </a:xfrm>
          <a:prstGeom prst="rect">
            <a:avLst/>
          </a:prstGeom>
          <a:noFill/>
        </p:spPr>
        <p:txBody>
          <a:bodyPr wrap="square" rtlCol="0">
            <a:spAutoFit/>
          </a:bodyPr>
          <a:lstStyle/>
          <a:p>
            <a:r>
              <a:rPr lang="en-US" altLang="zh-CN" sz="2200" b="1" dirty="0">
                <a:solidFill>
                  <a:schemeClr val="accent1"/>
                </a:solidFill>
                <a:latin typeface="+mj-ea"/>
                <a:ea typeface="+mj-ea"/>
              </a:rPr>
              <a:t>Parameter Sensitivity</a:t>
            </a:r>
            <a:endParaRPr lang="zh-CN" altLang="en-US" sz="2200" b="1" dirty="0">
              <a:solidFill>
                <a:schemeClr val="accent1"/>
              </a:solidFill>
              <a:latin typeface="+mj-ea"/>
              <a:ea typeface="+mj-ea"/>
            </a:endParaRPr>
          </a:p>
        </p:txBody>
      </p:sp>
      <p:cxnSp>
        <p:nvCxnSpPr>
          <p:cNvPr id="3" name="直接连接符 2">
            <a:extLst>
              <a:ext uri="{FF2B5EF4-FFF2-40B4-BE49-F238E27FC236}">
                <a16:creationId xmlns:a16="http://schemas.microsoft.com/office/drawing/2014/main" id="{BA7584ED-4C0D-C849-07D0-361334AB944C}"/>
              </a:ext>
            </a:extLst>
          </p:cNvPr>
          <p:cNvCxnSpPr>
            <a:cxnSpLocks/>
          </p:cNvCxnSpPr>
          <p:nvPr/>
        </p:nvCxnSpPr>
        <p:spPr>
          <a:xfrm>
            <a:off x="739788" y="144450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32C6E40-7641-B02F-27F9-A516946E57FD}"/>
                  </a:ext>
                </a:extLst>
              </p:cNvPr>
              <p:cNvSpPr txBox="1"/>
              <p:nvPr/>
            </p:nvSpPr>
            <p:spPr>
              <a:xfrm>
                <a:off x="705979" y="1531878"/>
                <a:ext cx="10157847" cy="789127"/>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锚点数量</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m:rPr>
                            <m:sty m:val="p"/>
                          </m:rPr>
                          <a:rPr lang="en-US" altLang="zh-CN" sz="1600" i="1">
                            <a:latin typeface="Cambria Math" panose="02040503050406030204" pitchFamily="18" charset="0"/>
                          </a:rPr>
                          <m:t>a</m:t>
                        </m:r>
                      </m:sub>
                    </m:sSub>
                  </m:oMath>
                </a14:m>
                <a:r>
                  <a:rPr lang="zh-CN" altLang="en-US" sz="1600" b="1" dirty="0"/>
                  <a:t>：</a:t>
                </a:r>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m:rPr>
                            <m:sty m:val="p"/>
                          </m:rPr>
                          <a:rPr lang="en-US" altLang="zh-CN" sz="1600" i="1">
                            <a:latin typeface="Cambria Math" panose="02040503050406030204" pitchFamily="18" charset="0"/>
                          </a:rPr>
                          <m:t>a</m:t>
                        </m:r>
                      </m:sub>
                    </m:sSub>
                    <m:r>
                      <a:rPr lang="zh-CN" altLang="en-US" sz="1600" i="1">
                        <a:latin typeface="Cambria Math" panose="02040503050406030204" pitchFamily="18" charset="0"/>
                      </a:rPr>
                      <m:t>在</m:t>
                    </m:r>
                  </m:oMath>
                </a14:m>
                <a:r>
                  <a:rPr lang="en-US" altLang="zh-CN" sz="1600" b="1" dirty="0"/>
                  <a:t>1000</a:t>
                </a:r>
                <a:r>
                  <a:rPr lang="zh-CN" altLang="en-US" sz="1600" b="1" dirty="0"/>
                  <a:t>左右时性能最优，过少阻碍流形对齐；过多导致</a:t>
                </a:r>
                <a:r>
                  <a:rPr lang="en-US" altLang="zh-CN" sz="1600" b="1" dirty="0"/>
                  <a:t>Overfitting</a:t>
                </a:r>
              </a:p>
              <a:p>
                <a:pPr marL="285750" indent="-285750">
                  <a:lnSpc>
                    <a:spcPct val="150000"/>
                  </a:lnSpc>
                  <a:buClr>
                    <a:schemeClr val="accent1"/>
                  </a:buClr>
                  <a:buFont typeface="Wingdings" panose="05000000000000000000" pitchFamily="2" charset="2"/>
                  <a:buChar char="p"/>
                  <a:defRPr/>
                </a:pPr>
                <a:r>
                  <a:rPr lang="zh-CN" altLang="en-US" sz="1600" b="1" dirty="0"/>
                  <a:t>权重</a:t>
                </a:r>
                <a14:m>
                  <m:oMath xmlns:m="http://schemas.openxmlformats.org/officeDocument/2006/math">
                    <m:r>
                      <a:rPr lang="en-US" altLang="zh-CN" sz="1600" i="1">
                        <a:latin typeface="Cambria Math" panose="02040503050406030204" pitchFamily="18" charset="0"/>
                      </a:rPr>
                      <m:t>𝑎</m:t>
                    </m:r>
                    <m:r>
                      <a:rPr lang="zh-CN" altLang="en-US" sz="1600" i="1">
                        <a:latin typeface="Cambria Math" panose="02040503050406030204" pitchFamily="18" charset="0"/>
                      </a:rPr>
                      <m:t>、</m:t>
                    </m:r>
                    <m:r>
                      <a:rPr lang="en-US" altLang="zh-CN" sz="1600" i="1">
                        <a:latin typeface="Cambria Math" panose="02040503050406030204" pitchFamily="18" charset="0"/>
                      </a:rPr>
                      <m:t>𝑏</m:t>
                    </m:r>
                  </m:oMath>
                </a14:m>
                <a:r>
                  <a:rPr lang="zh-CN" altLang="en-US" sz="1600" b="1" dirty="0"/>
                  <a:t>：在</a:t>
                </a:r>
                <a:r>
                  <a:rPr lang="en-US" altLang="zh-CN" sz="1600" b="1" dirty="0"/>
                  <a:t>{ 0.01</a:t>
                </a:r>
                <a:r>
                  <a:rPr lang="zh-CN" altLang="en-US" sz="1600" b="1" dirty="0"/>
                  <a:t>，</a:t>
                </a:r>
                <a:r>
                  <a:rPr lang="en-US" altLang="zh-CN" sz="1600" b="1" dirty="0"/>
                  <a:t>0 . 1</a:t>
                </a:r>
                <a:r>
                  <a:rPr lang="zh-CN" altLang="en-US" sz="1600" b="1" dirty="0"/>
                  <a:t>，</a:t>
                </a:r>
                <a:r>
                  <a:rPr lang="en-US" altLang="zh-CN" sz="1600" b="1" dirty="0"/>
                  <a:t>1</a:t>
                </a:r>
                <a:r>
                  <a:rPr lang="zh-CN" altLang="en-US" sz="1600" b="1" dirty="0"/>
                  <a:t>，</a:t>
                </a:r>
                <a:r>
                  <a:rPr lang="en-US" altLang="zh-CN" sz="1600" b="1" dirty="0"/>
                  <a:t>10</a:t>
                </a:r>
                <a:r>
                  <a:rPr lang="zh-CN" altLang="en-US" sz="1600" b="1" dirty="0"/>
                  <a:t>，</a:t>
                </a:r>
                <a:r>
                  <a:rPr lang="en-US" altLang="zh-CN" sz="1600" b="1" dirty="0"/>
                  <a:t>100 }</a:t>
                </a:r>
                <a:r>
                  <a:rPr lang="zh-CN" altLang="en-US" sz="1600" b="1" dirty="0"/>
                  <a:t>的范围内不断改变权重值。发现在</a:t>
                </a:r>
                <a14:m>
                  <m:oMath xmlns:m="http://schemas.openxmlformats.org/officeDocument/2006/math">
                    <m:r>
                      <a:rPr lang="en-US" altLang="zh-CN" sz="1600" i="1">
                        <a:latin typeface="Cambria Math" panose="02040503050406030204" pitchFamily="18" charset="0"/>
                      </a:rPr>
                      <m:t>𝑎</m:t>
                    </m:r>
                    <m:r>
                      <a:rPr lang="zh-CN" altLang="en-US" sz="1600" i="1">
                        <a:latin typeface="Cambria Math" panose="02040503050406030204" pitchFamily="18" charset="0"/>
                      </a:rPr>
                      <m:t>、</m:t>
                    </m:r>
                    <m:r>
                      <a:rPr lang="en-US" altLang="zh-CN" sz="1600" i="1">
                        <a:latin typeface="Cambria Math" panose="02040503050406030204" pitchFamily="18" charset="0"/>
                      </a:rPr>
                      <m:t>𝑏</m:t>
                    </m:r>
                  </m:oMath>
                </a14:m>
                <a:r>
                  <a:rPr lang="zh-CN" altLang="en-US" sz="1600" b="1" dirty="0"/>
                  <a:t>均设为</a:t>
                </a:r>
                <a:r>
                  <a:rPr lang="en-US" altLang="zh-CN" sz="1600" b="1" dirty="0"/>
                  <a:t>1</a:t>
                </a:r>
                <a:r>
                  <a:rPr lang="zh-CN" altLang="en-US" sz="1600" b="1" dirty="0"/>
                  <a:t>时效果最好。</a:t>
                </a:r>
                <a:endParaRPr lang="en-US" altLang="zh-CN" sz="1600" b="1" dirty="0"/>
              </a:p>
            </p:txBody>
          </p:sp>
        </mc:Choice>
        <mc:Fallback xmlns="">
          <p:sp>
            <p:nvSpPr>
              <p:cNvPr id="4" name="文本框 3">
                <a:extLst>
                  <a:ext uri="{FF2B5EF4-FFF2-40B4-BE49-F238E27FC236}">
                    <a16:creationId xmlns:a16="http://schemas.microsoft.com/office/drawing/2014/main" id="{A32C6E40-7641-B02F-27F9-A516946E57FD}"/>
                  </a:ext>
                </a:extLst>
              </p:cNvPr>
              <p:cNvSpPr txBox="1">
                <a:spLocks noRot="1" noChangeAspect="1" noMove="1" noResize="1" noEditPoints="1" noAdjustHandles="1" noChangeArrowheads="1" noChangeShapeType="1" noTextEdit="1"/>
              </p:cNvSpPr>
              <p:nvPr/>
            </p:nvSpPr>
            <p:spPr>
              <a:xfrm>
                <a:off x="705979" y="1531878"/>
                <a:ext cx="10157847" cy="789127"/>
              </a:xfrm>
              <a:prstGeom prst="rect">
                <a:avLst/>
              </a:prstGeom>
              <a:blipFill>
                <a:blip r:embed="rId2"/>
                <a:stretch>
                  <a:fillRect l="-240" b="-8462"/>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09285BB1-C46A-EB59-2B6B-D71949B666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746" y="3308424"/>
            <a:ext cx="5485714" cy="2457143"/>
          </a:xfrm>
          <a:prstGeom prst="rect">
            <a:avLst/>
          </a:prstGeom>
        </p:spPr>
      </p:pic>
      <p:pic>
        <p:nvPicPr>
          <p:cNvPr id="8" name="图片 7">
            <a:extLst>
              <a:ext uri="{FF2B5EF4-FFF2-40B4-BE49-F238E27FC236}">
                <a16:creationId xmlns:a16="http://schemas.microsoft.com/office/drawing/2014/main" id="{A025EB38-2B7E-DB67-FD76-C04EA1028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206" y="3308424"/>
            <a:ext cx="5219048" cy="2314286"/>
          </a:xfrm>
          <a:prstGeom prst="rect">
            <a:avLst/>
          </a:prstGeom>
        </p:spPr>
      </p:pic>
    </p:spTree>
    <p:extLst>
      <p:ext uri="{BB962C8B-B14F-4D97-AF65-F5344CB8AC3E}">
        <p14:creationId xmlns:p14="http://schemas.microsoft.com/office/powerpoint/2010/main" val="1365273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61BF7-4DEE-4A0B-211B-FD92D665137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9D245F38-5734-ABAF-1175-1253699BEFAD}"/>
              </a:ext>
            </a:extLst>
          </p:cNvPr>
          <p:cNvCxnSpPr>
            <a:stCxn id="23" idx="3"/>
          </p:cNvCxnSpPr>
          <p:nvPr/>
        </p:nvCxnSpPr>
        <p:spPr>
          <a:xfrm flipV="1">
            <a:off x="2554277" y="623737"/>
            <a:ext cx="830954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D675F9D5-8AFE-5568-ACDE-2D589AB3DC32}"/>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B0BBDDB-79F8-AD89-490F-7E1039E013E8}"/>
              </a:ext>
            </a:extLst>
          </p:cNvPr>
          <p:cNvSpPr txBox="1"/>
          <p:nvPr/>
        </p:nvSpPr>
        <p:spPr>
          <a:xfrm>
            <a:off x="1010265" y="410905"/>
            <a:ext cx="1544012" cy="461665"/>
          </a:xfrm>
          <a:prstGeom prst="rect">
            <a:avLst/>
          </a:prstGeom>
          <a:noFill/>
        </p:spPr>
        <p:txBody>
          <a:bodyPr wrap="none" rtlCol="0">
            <a:spAutoFit/>
          </a:bodyPr>
          <a:lstStyle/>
          <a:p>
            <a:r>
              <a:rPr lang="en-US" altLang="zh-CN" sz="2400" b="1" dirty="0">
                <a:latin typeface="+mj-ea"/>
                <a:ea typeface="+mj-ea"/>
              </a:rPr>
              <a:t>Thinking</a:t>
            </a:r>
          </a:p>
        </p:txBody>
      </p:sp>
      <p:sp>
        <p:nvSpPr>
          <p:cNvPr id="75" name="灯片编号占位符 74">
            <a:extLst>
              <a:ext uri="{FF2B5EF4-FFF2-40B4-BE49-F238E27FC236}">
                <a16:creationId xmlns:a16="http://schemas.microsoft.com/office/drawing/2014/main" id="{B976062E-2A8B-2361-DE60-60C2A08B9BB9}"/>
              </a:ext>
            </a:extLst>
          </p:cNvPr>
          <p:cNvSpPr>
            <a:spLocks noGrp="1"/>
          </p:cNvSpPr>
          <p:nvPr>
            <p:ph type="sldNum" sz="quarter" idx="12"/>
          </p:nvPr>
        </p:nvSpPr>
        <p:spPr/>
        <p:txBody>
          <a:bodyPr/>
          <a:lstStyle/>
          <a:p>
            <a:fld id="{85D2FA34-3331-43EB-8D25-5E71EBC8F04D}" type="slidenum">
              <a:rPr lang="zh-CN" altLang="en-US" smtClean="0"/>
              <a:t>18</a:t>
            </a:fld>
            <a:endParaRPr lang="zh-CN" altLang="en-US"/>
          </a:p>
        </p:txBody>
      </p:sp>
      <p:cxnSp>
        <p:nvCxnSpPr>
          <p:cNvPr id="7" name="直接连接符 6">
            <a:extLst>
              <a:ext uri="{FF2B5EF4-FFF2-40B4-BE49-F238E27FC236}">
                <a16:creationId xmlns:a16="http://schemas.microsoft.com/office/drawing/2014/main" id="{7C6D0CDF-929F-F5F9-910E-D47B8E9D808B}"/>
              </a:ext>
            </a:extLst>
          </p:cNvPr>
          <p:cNvCxnSpPr>
            <a:cxnSpLocks/>
          </p:cNvCxnSpPr>
          <p:nvPr/>
        </p:nvCxnSpPr>
        <p:spPr>
          <a:xfrm>
            <a:off x="1044073" y="115494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F465566D-6085-A086-DDCB-69C36668E96A}"/>
              </a:ext>
            </a:extLst>
          </p:cNvPr>
          <p:cNvSpPr txBox="1"/>
          <p:nvPr/>
        </p:nvSpPr>
        <p:spPr>
          <a:xfrm>
            <a:off x="1010264" y="1242318"/>
            <a:ext cx="9119387" cy="2635786"/>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扩展到更多城市类型</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b="1"/>
              <a:t>仅依赖移动轨迹，表征是否会缺乏功能语义？</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b="1" dirty="0"/>
              <a:t>应用于更多下游任务</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b="1" dirty="0"/>
              <a:t>可否修改模型结构，以达到更好的效果？</a:t>
            </a:r>
            <a:endParaRPr lang="en-US" altLang="zh-CN" sz="1600" b="1" dirty="0"/>
          </a:p>
          <a:p>
            <a:pPr marL="742950" lvl="1" indent="-285750">
              <a:lnSpc>
                <a:spcPct val="150000"/>
              </a:lnSpc>
              <a:buClr>
                <a:schemeClr val="accent1"/>
              </a:buClr>
              <a:buFont typeface="Wingdings" panose="05000000000000000000" pitchFamily="2" charset="2"/>
              <a:buChar char="p"/>
              <a:defRPr/>
            </a:pPr>
            <a:r>
              <a:rPr lang="zh-CN" altLang="en-US" sz="1600" b="1" dirty="0"/>
              <a:t>如在</a:t>
            </a:r>
            <a:r>
              <a:rPr lang="en-US" altLang="zh-CN" sz="1600" b="1" dirty="0"/>
              <a:t>Step1</a:t>
            </a:r>
            <a:r>
              <a:rPr lang="zh-CN" altLang="en-US" sz="1600" b="1" dirty="0"/>
              <a:t>生成城市内区域嵌入时，是否有比</a:t>
            </a:r>
            <a:r>
              <a:rPr lang="en-US" altLang="zh-CN" sz="1600" b="1" dirty="0"/>
              <a:t>GAT</a:t>
            </a:r>
            <a:r>
              <a:rPr lang="zh-CN" altLang="en-US" sz="1600" b="1" dirty="0"/>
              <a:t>更有效的网络结构。</a:t>
            </a:r>
            <a:endParaRPr lang="en-US" altLang="zh-CN" sz="1600" b="1" dirty="0"/>
          </a:p>
          <a:p>
            <a:pPr marL="742950" lvl="1" indent="-285750">
              <a:lnSpc>
                <a:spcPct val="150000"/>
              </a:lnSpc>
              <a:buClr>
                <a:schemeClr val="accent1"/>
              </a:buClr>
              <a:buFont typeface="Wingdings" panose="05000000000000000000" pitchFamily="2" charset="2"/>
              <a:buChar char="p"/>
              <a:defRPr/>
            </a:pPr>
            <a:r>
              <a:rPr lang="zh-CN" altLang="en-US" sz="1600" b="1" dirty="0"/>
              <a:t>在</a:t>
            </a:r>
            <a:r>
              <a:rPr lang="en-US" altLang="zh-CN" sz="1600" b="1" dirty="0"/>
              <a:t>Step2</a:t>
            </a:r>
            <a:r>
              <a:rPr lang="zh-CN" altLang="en-US" sz="1600" b="1" dirty="0"/>
              <a:t>跨城市潜在流形对齐中采用的是随机生成锚点，可否让其存在可解释性。</a:t>
            </a:r>
            <a:endParaRPr lang="en-US" altLang="zh-CN" sz="1600" b="1" dirty="0"/>
          </a:p>
          <a:p>
            <a:pPr marL="742950" lvl="1" indent="-285750">
              <a:lnSpc>
                <a:spcPct val="150000"/>
              </a:lnSpc>
              <a:buClr>
                <a:schemeClr val="accent1"/>
              </a:buClr>
              <a:buFont typeface="Wingdings" panose="05000000000000000000" pitchFamily="2" charset="2"/>
              <a:buChar char="p"/>
              <a:defRPr/>
            </a:pPr>
            <a:r>
              <a:rPr lang="zh-CN" altLang="en-US" sz="1600" b="1" dirty="0"/>
              <a:t>引入对比学习</a:t>
            </a:r>
            <a:endParaRPr lang="en-US" altLang="zh-CN" sz="1600" b="1" dirty="0"/>
          </a:p>
        </p:txBody>
      </p:sp>
    </p:spTree>
    <p:extLst>
      <p:ext uri="{BB962C8B-B14F-4D97-AF65-F5344CB8AC3E}">
        <p14:creationId xmlns:p14="http://schemas.microsoft.com/office/powerpoint/2010/main" val="263339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88663" y="2314996"/>
            <a:ext cx="6814687" cy="769441"/>
          </a:xfrm>
          <a:prstGeom prst="rect">
            <a:avLst/>
          </a:prstGeom>
          <a:noFill/>
        </p:spPr>
        <p:txBody>
          <a:bodyPr wrap="none" rtlCol="0">
            <a:spAutoFit/>
          </a:bodyPr>
          <a:lstStyle/>
          <a:p>
            <a:pPr algn="ctr"/>
            <a:r>
              <a:rPr lang="zh-CN" altLang="en-US" sz="4400" b="1" spc="300">
                <a:solidFill>
                  <a:schemeClr val="accent1"/>
                </a:solidFill>
                <a:latin typeface="+mj-ea"/>
                <a:ea typeface="+mj-ea"/>
              </a:rPr>
              <a:t>敬请各位老师批评指正！</a:t>
            </a:r>
          </a:p>
        </p:txBody>
      </p:sp>
      <p:cxnSp>
        <p:nvCxnSpPr>
          <p:cNvPr id="12" name="直接连接符 11"/>
          <p:cNvCxnSpPr/>
          <p:nvPr/>
        </p:nvCxnSpPr>
        <p:spPr>
          <a:xfrm>
            <a:off x="1130300" y="3213680"/>
            <a:ext cx="972277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5028754E-382E-121C-3AB1-2BF8B9B7C325}"/>
              </a:ext>
            </a:extLst>
          </p:cNvPr>
          <p:cNvSpPr/>
          <p:nvPr/>
        </p:nvSpPr>
        <p:spPr>
          <a:xfrm>
            <a:off x="2990021" y="3709871"/>
            <a:ext cx="6211958" cy="48180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00EEE396-430D-7FB1-7160-BB59572BA37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2901" y="3806775"/>
            <a:ext cx="288000" cy="288000"/>
          </a:xfrm>
          <a:prstGeom prst="rect">
            <a:avLst/>
          </a:prstGeom>
        </p:spPr>
      </p:pic>
      <p:sp>
        <p:nvSpPr>
          <p:cNvPr id="4" name="文本框 3">
            <a:extLst>
              <a:ext uri="{FF2B5EF4-FFF2-40B4-BE49-F238E27FC236}">
                <a16:creationId xmlns:a16="http://schemas.microsoft.com/office/drawing/2014/main" id="{CE8FFF52-5810-DD09-7B7D-435E2EA617EB}"/>
              </a:ext>
            </a:extLst>
          </p:cNvPr>
          <p:cNvSpPr txBox="1"/>
          <p:nvPr/>
        </p:nvSpPr>
        <p:spPr>
          <a:xfrm>
            <a:off x="3701134" y="3781498"/>
            <a:ext cx="2451957" cy="338554"/>
          </a:xfrm>
          <a:prstGeom prst="rect">
            <a:avLst/>
          </a:prstGeom>
          <a:noFill/>
        </p:spPr>
        <p:txBody>
          <a:bodyPr wrap="square">
            <a:spAutoFit/>
          </a:bodyPr>
          <a:lstStyle/>
          <a:p>
            <a:r>
              <a:rPr lang="zh-CN" altLang="en-US" sz="1600" dirty="0">
                <a:solidFill>
                  <a:schemeClr val="bg1"/>
                </a:solidFill>
                <a:latin typeface="+mn-ea"/>
              </a:rPr>
              <a:t>汇报人：梁鹏</a:t>
            </a:r>
          </a:p>
        </p:txBody>
      </p:sp>
      <p:sp>
        <p:nvSpPr>
          <p:cNvPr id="31" name="iconfont-11845-5652464">
            <a:extLst>
              <a:ext uri="{FF2B5EF4-FFF2-40B4-BE49-F238E27FC236}">
                <a16:creationId xmlns:a16="http://schemas.microsoft.com/office/drawing/2014/main" id="{657597E4-3AF0-881C-3EE9-3F4AD4B32926}"/>
              </a:ext>
            </a:extLst>
          </p:cNvPr>
          <p:cNvSpPr>
            <a:spLocks noChangeAspect="1"/>
          </p:cNvSpPr>
          <p:nvPr/>
        </p:nvSpPr>
        <p:spPr>
          <a:xfrm>
            <a:off x="6322959" y="3806775"/>
            <a:ext cx="288054" cy="288000"/>
          </a:xfrm>
          <a:custGeom>
            <a:avLst/>
            <a:gdLst>
              <a:gd name="T0" fmla="*/ 5599 w 11196"/>
              <a:gd name="T1" fmla="*/ 600 h 11195"/>
              <a:gd name="T2" fmla="*/ 7544 w 11196"/>
              <a:gd name="T3" fmla="*/ 992 h 11195"/>
              <a:gd name="T4" fmla="*/ 9133 w 11196"/>
              <a:gd name="T5" fmla="*/ 2064 h 11195"/>
              <a:gd name="T6" fmla="*/ 10204 w 11196"/>
              <a:gd name="T7" fmla="*/ 3652 h 11195"/>
              <a:gd name="T8" fmla="*/ 10596 w 11196"/>
              <a:gd name="T9" fmla="*/ 5597 h 11195"/>
              <a:gd name="T10" fmla="*/ 10204 w 11196"/>
              <a:gd name="T11" fmla="*/ 7542 h 11195"/>
              <a:gd name="T12" fmla="*/ 9132 w 11196"/>
              <a:gd name="T13" fmla="*/ 9131 h 11195"/>
              <a:gd name="T14" fmla="*/ 7544 w 11196"/>
              <a:gd name="T15" fmla="*/ 10202 h 11195"/>
              <a:gd name="T16" fmla="*/ 5599 w 11196"/>
              <a:gd name="T17" fmla="*/ 10595 h 11195"/>
              <a:gd name="T18" fmla="*/ 3654 w 11196"/>
              <a:gd name="T19" fmla="*/ 10202 h 11195"/>
              <a:gd name="T20" fmla="*/ 2065 w 11196"/>
              <a:gd name="T21" fmla="*/ 9131 h 11195"/>
              <a:gd name="T22" fmla="*/ 994 w 11196"/>
              <a:gd name="T23" fmla="*/ 7542 h 11195"/>
              <a:gd name="T24" fmla="*/ 600 w 11196"/>
              <a:gd name="T25" fmla="*/ 5597 h 11195"/>
              <a:gd name="T26" fmla="*/ 993 w 11196"/>
              <a:gd name="T27" fmla="*/ 3652 h 11195"/>
              <a:gd name="T28" fmla="*/ 2064 w 11196"/>
              <a:gd name="T29" fmla="*/ 2064 h 11195"/>
              <a:gd name="T30" fmla="*/ 3653 w 11196"/>
              <a:gd name="T31" fmla="*/ 992 h 11195"/>
              <a:gd name="T32" fmla="*/ 5599 w 11196"/>
              <a:gd name="T33" fmla="*/ 600 h 11195"/>
              <a:gd name="T34" fmla="*/ 5599 w 11196"/>
              <a:gd name="T35" fmla="*/ 0 h 11195"/>
              <a:gd name="T36" fmla="*/ 0 w 11196"/>
              <a:gd name="T37" fmla="*/ 5597 h 11195"/>
              <a:gd name="T38" fmla="*/ 5598 w 11196"/>
              <a:gd name="T39" fmla="*/ 11195 h 11195"/>
              <a:gd name="T40" fmla="*/ 11196 w 11196"/>
              <a:gd name="T41" fmla="*/ 5597 h 11195"/>
              <a:gd name="T42" fmla="*/ 5599 w 11196"/>
              <a:gd name="T43" fmla="*/ 0 h 11195"/>
              <a:gd name="T44" fmla="*/ 5311 w 11196"/>
              <a:gd name="T45" fmla="*/ 6159 h 11195"/>
              <a:gd name="T46" fmla="*/ 5011 w 11196"/>
              <a:gd name="T47" fmla="*/ 5859 h 11195"/>
              <a:gd name="T48" fmla="*/ 5011 w 11196"/>
              <a:gd name="T49" fmla="*/ 2289 h 11195"/>
              <a:gd name="T50" fmla="*/ 5311 w 11196"/>
              <a:gd name="T51" fmla="*/ 1989 h 11195"/>
              <a:gd name="T52" fmla="*/ 5611 w 11196"/>
              <a:gd name="T53" fmla="*/ 2289 h 11195"/>
              <a:gd name="T54" fmla="*/ 5611 w 11196"/>
              <a:gd name="T55" fmla="*/ 5859 h 11195"/>
              <a:gd name="T56" fmla="*/ 5311 w 11196"/>
              <a:gd name="T57" fmla="*/ 6159 h 11195"/>
              <a:gd name="T58" fmla="*/ 8504 w 11196"/>
              <a:gd name="T59" fmla="*/ 6190 h 11195"/>
              <a:gd name="T60" fmla="*/ 5329 w 11196"/>
              <a:gd name="T61" fmla="*/ 6190 h 11195"/>
              <a:gd name="T62" fmla="*/ 5029 w 11196"/>
              <a:gd name="T63" fmla="*/ 5890 h 11195"/>
              <a:gd name="T64" fmla="*/ 5329 w 11196"/>
              <a:gd name="T65" fmla="*/ 5590 h 11195"/>
              <a:gd name="T66" fmla="*/ 8504 w 11196"/>
              <a:gd name="T67" fmla="*/ 5590 h 11195"/>
              <a:gd name="T68" fmla="*/ 8804 w 11196"/>
              <a:gd name="T69" fmla="*/ 5890 h 11195"/>
              <a:gd name="T70" fmla="*/ 8504 w 11196"/>
              <a:gd name="T71" fmla="*/ 6190 h 1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196" h="11195">
                <a:moveTo>
                  <a:pt x="5599" y="600"/>
                </a:moveTo>
                <a:cubicBezTo>
                  <a:pt x="6274" y="600"/>
                  <a:pt x="6929" y="732"/>
                  <a:pt x="7544" y="992"/>
                </a:cubicBezTo>
                <a:cubicBezTo>
                  <a:pt x="8139" y="1244"/>
                  <a:pt x="8674" y="1605"/>
                  <a:pt x="9133" y="2064"/>
                </a:cubicBezTo>
                <a:cubicBezTo>
                  <a:pt x="9591" y="2522"/>
                  <a:pt x="9953" y="3057"/>
                  <a:pt x="10204" y="3652"/>
                </a:cubicBezTo>
                <a:cubicBezTo>
                  <a:pt x="10464" y="4269"/>
                  <a:pt x="10596" y="4922"/>
                  <a:pt x="10596" y="5597"/>
                </a:cubicBezTo>
                <a:cubicBezTo>
                  <a:pt x="10596" y="6272"/>
                  <a:pt x="10464" y="6926"/>
                  <a:pt x="10204" y="7542"/>
                </a:cubicBezTo>
                <a:cubicBezTo>
                  <a:pt x="9953" y="8137"/>
                  <a:pt x="9591" y="8672"/>
                  <a:pt x="9132" y="9131"/>
                </a:cubicBezTo>
                <a:cubicBezTo>
                  <a:pt x="8674" y="9590"/>
                  <a:pt x="8139" y="9951"/>
                  <a:pt x="7544" y="10202"/>
                </a:cubicBezTo>
                <a:cubicBezTo>
                  <a:pt x="6927" y="10462"/>
                  <a:pt x="6274" y="10595"/>
                  <a:pt x="5599" y="10595"/>
                </a:cubicBezTo>
                <a:cubicBezTo>
                  <a:pt x="4924" y="10595"/>
                  <a:pt x="4269" y="10462"/>
                  <a:pt x="3654" y="10202"/>
                </a:cubicBezTo>
                <a:cubicBezTo>
                  <a:pt x="3059" y="9951"/>
                  <a:pt x="2524" y="9590"/>
                  <a:pt x="2065" y="9131"/>
                </a:cubicBezTo>
                <a:cubicBezTo>
                  <a:pt x="1606" y="8672"/>
                  <a:pt x="1245" y="8137"/>
                  <a:pt x="994" y="7542"/>
                </a:cubicBezTo>
                <a:cubicBezTo>
                  <a:pt x="733" y="6926"/>
                  <a:pt x="600" y="6272"/>
                  <a:pt x="600" y="5597"/>
                </a:cubicBezTo>
                <a:cubicBezTo>
                  <a:pt x="600" y="4922"/>
                  <a:pt x="733" y="4267"/>
                  <a:pt x="993" y="3652"/>
                </a:cubicBezTo>
                <a:cubicBezTo>
                  <a:pt x="1244" y="3057"/>
                  <a:pt x="1605" y="2522"/>
                  <a:pt x="2064" y="2064"/>
                </a:cubicBezTo>
                <a:cubicBezTo>
                  <a:pt x="2523" y="1605"/>
                  <a:pt x="3058" y="1244"/>
                  <a:pt x="3653" y="992"/>
                </a:cubicBezTo>
                <a:cubicBezTo>
                  <a:pt x="4269" y="731"/>
                  <a:pt x="4924" y="600"/>
                  <a:pt x="5599" y="600"/>
                </a:cubicBezTo>
                <a:moveTo>
                  <a:pt x="5599" y="0"/>
                </a:moveTo>
                <a:cubicBezTo>
                  <a:pt x="2506" y="0"/>
                  <a:pt x="0" y="2506"/>
                  <a:pt x="0" y="5597"/>
                </a:cubicBezTo>
                <a:cubicBezTo>
                  <a:pt x="0" y="8689"/>
                  <a:pt x="2506" y="11195"/>
                  <a:pt x="5598" y="11195"/>
                </a:cubicBezTo>
                <a:cubicBezTo>
                  <a:pt x="8689" y="11195"/>
                  <a:pt x="11196" y="8689"/>
                  <a:pt x="11196" y="5597"/>
                </a:cubicBezTo>
                <a:cubicBezTo>
                  <a:pt x="11196" y="2506"/>
                  <a:pt x="8690" y="0"/>
                  <a:pt x="5599" y="0"/>
                </a:cubicBezTo>
                <a:close/>
                <a:moveTo>
                  <a:pt x="5311" y="6159"/>
                </a:moveTo>
                <a:cubicBezTo>
                  <a:pt x="5145" y="6159"/>
                  <a:pt x="5011" y="6025"/>
                  <a:pt x="5011" y="5859"/>
                </a:cubicBezTo>
                <a:lnTo>
                  <a:pt x="5011" y="2289"/>
                </a:lnTo>
                <a:cubicBezTo>
                  <a:pt x="5011" y="2122"/>
                  <a:pt x="5145" y="1989"/>
                  <a:pt x="5311" y="1989"/>
                </a:cubicBezTo>
                <a:cubicBezTo>
                  <a:pt x="5478" y="1989"/>
                  <a:pt x="5611" y="2122"/>
                  <a:pt x="5611" y="2289"/>
                </a:cubicBezTo>
                <a:lnTo>
                  <a:pt x="5611" y="5859"/>
                </a:lnTo>
                <a:cubicBezTo>
                  <a:pt x="5611" y="6025"/>
                  <a:pt x="5476" y="6159"/>
                  <a:pt x="5311" y="6159"/>
                </a:cubicBezTo>
                <a:close/>
                <a:moveTo>
                  <a:pt x="8504" y="6190"/>
                </a:moveTo>
                <a:lnTo>
                  <a:pt x="5329" y="6190"/>
                </a:lnTo>
                <a:cubicBezTo>
                  <a:pt x="5162" y="6190"/>
                  <a:pt x="5029" y="6056"/>
                  <a:pt x="5029" y="5890"/>
                </a:cubicBezTo>
                <a:cubicBezTo>
                  <a:pt x="5029" y="5724"/>
                  <a:pt x="5162" y="5590"/>
                  <a:pt x="5329" y="5590"/>
                </a:cubicBezTo>
                <a:lnTo>
                  <a:pt x="8504" y="5590"/>
                </a:lnTo>
                <a:cubicBezTo>
                  <a:pt x="8670" y="5590"/>
                  <a:pt x="8804" y="5724"/>
                  <a:pt x="8804" y="5890"/>
                </a:cubicBezTo>
                <a:cubicBezTo>
                  <a:pt x="8804" y="6056"/>
                  <a:pt x="8670" y="6190"/>
                  <a:pt x="8504" y="619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31">
            <a:extLst>
              <a:ext uri="{FF2B5EF4-FFF2-40B4-BE49-F238E27FC236}">
                <a16:creationId xmlns:a16="http://schemas.microsoft.com/office/drawing/2014/main" id="{6ED19F00-1B39-5962-CD26-4C21FBE5D15D}"/>
              </a:ext>
            </a:extLst>
          </p:cNvPr>
          <p:cNvSpPr txBox="1"/>
          <p:nvPr/>
        </p:nvSpPr>
        <p:spPr>
          <a:xfrm>
            <a:off x="6631692" y="3781498"/>
            <a:ext cx="2300082" cy="337185"/>
          </a:xfrm>
          <a:prstGeom prst="rect">
            <a:avLst/>
          </a:prstGeom>
          <a:noFill/>
        </p:spPr>
        <p:txBody>
          <a:bodyPr wrap="square">
            <a:spAutoFit/>
          </a:bodyPr>
          <a:lstStyle/>
          <a:p>
            <a:r>
              <a:rPr lang="zh-CN" altLang="en-US" sz="1600" dirty="0">
                <a:solidFill>
                  <a:schemeClr val="bg1"/>
                </a:solidFill>
                <a:latin typeface="+mn-ea"/>
              </a:rPr>
              <a:t>汇报时间：</a:t>
            </a:r>
            <a:r>
              <a:rPr lang="en-US" altLang="zh-CN" sz="1600" dirty="0">
                <a:solidFill>
                  <a:schemeClr val="bg1"/>
                </a:solidFill>
                <a:latin typeface="+mn-ea"/>
              </a:rPr>
              <a:t>2025/9/26</a:t>
            </a:r>
            <a:endParaRPr lang="zh-CN" altLang="en-US" sz="1600" dirty="0">
              <a:solidFill>
                <a:schemeClr val="bg1"/>
              </a:solidFill>
              <a:latin typeface="+mn-ea"/>
            </a:endParaRPr>
          </a:p>
        </p:txBody>
      </p:sp>
      <p:cxnSp>
        <p:nvCxnSpPr>
          <p:cNvPr id="33" name="直接连接符 32">
            <a:extLst>
              <a:ext uri="{FF2B5EF4-FFF2-40B4-BE49-F238E27FC236}">
                <a16:creationId xmlns:a16="http://schemas.microsoft.com/office/drawing/2014/main" id="{25D70F7B-1296-190C-09E6-E2CC4758455C}"/>
              </a:ext>
            </a:extLst>
          </p:cNvPr>
          <p:cNvCxnSpPr/>
          <p:nvPr/>
        </p:nvCxnSpPr>
        <p:spPr>
          <a:xfrm>
            <a:off x="6003538" y="3781498"/>
            <a:ext cx="0" cy="3385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图片 35" descr="文本&#10;&#10;描述已自动生成">
            <a:extLst>
              <a:ext uri="{FF2B5EF4-FFF2-40B4-BE49-F238E27FC236}">
                <a16:creationId xmlns:a16="http://schemas.microsoft.com/office/drawing/2014/main" id="{3FAFC55B-888B-14EB-94B5-4FC02CF71020}"/>
              </a:ext>
            </a:extLst>
          </p:cNvPr>
          <p:cNvPicPr>
            <a:picLocks noChangeAspect="1"/>
          </p:cNvPicPr>
          <p:nvPr/>
        </p:nvPicPr>
        <p:blipFill>
          <a:blip r:embed="rId4" cstate="print">
            <a:extLst>
              <a:ext uri="{28A0092B-C50C-407E-A947-70E740481C1C}">
                <a14:useLocalDpi xmlns:a14="http://schemas.microsoft.com/office/drawing/2010/main" val="0"/>
              </a:ext>
            </a:extLst>
          </a:blip>
          <a:srcRect r="81542"/>
          <a:stretch/>
        </p:blipFill>
        <p:spPr>
          <a:xfrm>
            <a:off x="5361310" y="194187"/>
            <a:ext cx="1284454" cy="148742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UyNGZjZjYxZmZiOGM3ZTI1NDU2ZDY5NGQxMGI4NjYifQ=="/>
</p:tagLst>
</file>

<file path=ppt/theme/theme1.xml><?xml version="1.0" encoding="utf-8"?>
<a:theme xmlns:a="http://schemas.openxmlformats.org/drawingml/2006/main" name="Office 主题​​">
  <a:themeElements>
    <a:clrScheme name="中科院蓝">
      <a:dk1>
        <a:sysClr val="windowText" lastClr="000000"/>
      </a:dk1>
      <a:lt1>
        <a:sysClr val="window" lastClr="FFFFFF"/>
      </a:lt1>
      <a:dk2>
        <a:srgbClr val="44546A"/>
      </a:dk2>
      <a:lt2>
        <a:srgbClr val="E7E6E6"/>
      </a:lt2>
      <a:accent1>
        <a:srgbClr val="0C4994"/>
      </a:accent1>
      <a:accent2>
        <a:srgbClr val="CA865F"/>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2700</TotalTime>
  <Words>1650</Words>
  <Application>Microsoft Office PowerPoint</Application>
  <PresentationFormat>宽屏</PresentationFormat>
  <Paragraphs>193</Paragraphs>
  <Slides>19</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等线</vt:lpstr>
      <vt:lpstr>宋体</vt:lpstr>
      <vt:lpstr>微软雅黑</vt:lpstr>
      <vt:lpstr>微软雅黑 Light</vt:lpstr>
      <vt:lpstr>Arial</vt:lpstr>
      <vt:lpstr>Cambria Math</vt:lpstr>
      <vt:lpstr>Noto Sans</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汉顺</dc:creator>
  <cp:lastModifiedBy>鹏 梁</cp:lastModifiedBy>
  <cp:revision>174</cp:revision>
  <dcterms:created xsi:type="dcterms:W3CDTF">2023-05-30T05:41:00Z</dcterms:created>
  <dcterms:modified xsi:type="dcterms:W3CDTF">2025-09-26T02:41:15Z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75FFEFB52050477291DE4D5487ED491D_13</vt:lpwstr>
  </property>
  <property fmtid="{D5CDD505-2E9C-101B-9397-08002B2CF9AE}" pid="3" name="KSOProductBuildVer">
    <vt:lpwstr>2052-12.1.0.16729</vt:lpwstr>
  </property>
</Properties>
</file>