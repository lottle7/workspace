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21599525" cy="32399288"/>
  <p:notesSz cx="6858000" cy="9144000"/>
  <p:defaultTextStyle>
    <a:defPPr>
      <a:defRPr lang="zh-CN"/>
    </a:defPPr>
    <a:lvl1pPr marL="0" algn="l" defTabSz="2591867" rtl="0" eaLnBrk="1" latinLnBrk="0" hangingPunct="1">
      <a:defRPr sz="5102" kern="1200">
        <a:solidFill>
          <a:schemeClr val="tx1"/>
        </a:solidFill>
        <a:latin typeface="+mn-lt"/>
        <a:ea typeface="+mn-ea"/>
        <a:cs typeface="+mn-cs"/>
      </a:defRPr>
    </a:lvl1pPr>
    <a:lvl2pPr marL="1295933" algn="l" defTabSz="2591867" rtl="0" eaLnBrk="1" latinLnBrk="0" hangingPunct="1">
      <a:defRPr sz="5102" kern="1200">
        <a:solidFill>
          <a:schemeClr val="tx1"/>
        </a:solidFill>
        <a:latin typeface="+mn-lt"/>
        <a:ea typeface="+mn-ea"/>
        <a:cs typeface="+mn-cs"/>
      </a:defRPr>
    </a:lvl2pPr>
    <a:lvl3pPr marL="2591867" algn="l" defTabSz="2591867" rtl="0" eaLnBrk="1" latinLnBrk="0" hangingPunct="1">
      <a:defRPr sz="5102" kern="1200">
        <a:solidFill>
          <a:schemeClr val="tx1"/>
        </a:solidFill>
        <a:latin typeface="+mn-lt"/>
        <a:ea typeface="+mn-ea"/>
        <a:cs typeface="+mn-cs"/>
      </a:defRPr>
    </a:lvl3pPr>
    <a:lvl4pPr marL="3887800" algn="l" defTabSz="2591867" rtl="0" eaLnBrk="1" latinLnBrk="0" hangingPunct="1">
      <a:defRPr sz="5102" kern="1200">
        <a:solidFill>
          <a:schemeClr val="tx1"/>
        </a:solidFill>
        <a:latin typeface="+mn-lt"/>
        <a:ea typeface="+mn-ea"/>
        <a:cs typeface="+mn-cs"/>
      </a:defRPr>
    </a:lvl4pPr>
    <a:lvl5pPr marL="5183734" algn="l" defTabSz="2591867" rtl="0" eaLnBrk="1" latinLnBrk="0" hangingPunct="1">
      <a:defRPr sz="5102" kern="1200">
        <a:solidFill>
          <a:schemeClr val="tx1"/>
        </a:solidFill>
        <a:latin typeface="+mn-lt"/>
        <a:ea typeface="+mn-ea"/>
        <a:cs typeface="+mn-cs"/>
      </a:defRPr>
    </a:lvl5pPr>
    <a:lvl6pPr marL="6479667" algn="l" defTabSz="2591867" rtl="0" eaLnBrk="1" latinLnBrk="0" hangingPunct="1">
      <a:defRPr sz="5102" kern="1200">
        <a:solidFill>
          <a:schemeClr val="tx1"/>
        </a:solidFill>
        <a:latin typeface="+mn-lt"/>
        <a:ea typeface="+mn-ea"/>
        <a:cs typeface="+mn-cs"/>
      </a:defRPr>
    </a:lvl6pPr>
    <a:lvl7pPr marL="7775600" algn="l" defTabSz="2591867" rtl="0" eaLnBrk="1" latinLnBrk="0" hangingPunct="1">
      <a:defRPr sz="5102" kern="1200">
        <a:solidFill>
          <a:schemeClr val="tx1"/>
        </a:solidFill>
        <a:latin typeface="+mn-lt"/>
        <a:ea typeface="+mn-ea"/>
        <a:cs typeface="+mn-cs"/>
      </a:defRPr>
    </a:lvl7pPr>
    <a:lvl8pPr marL="9071534" algn="l" defTabSz="2591867" rtl="0" eaLnBrk="1" latinLnBrk="0" hangingPunct="1">
      <a:defRPr sz="5102" kern="1200">
        <a:solidFill>
          <a:schemeClr val="tx1"/>
        </a:solidFill>
        <a:latin typeface="+mn-lt"/>
        <a:ea typeface="+mn-ea"/>
        <a:cs typeface="+mn-cs"/>
      </a:defRPr>
    </a:lvl8pPr>
    <a:lvl9pPr marL="10367467" algn="l" defTabSz="2591867" rtl="0" eaLnBrk="1" latinLnBrk="0" hangingPunct="1">
      <a:defRPr sz="5102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CACAC"/>
    <a:srgbClr val="BDB9D0"/>
    <a:srgbClr val="B1AC9F"/>
    <a:srgbClr val="948F90"/>
    <a:srgbClr val="D2E0A2"/>
    <a:srgbClr val="717D4B"/>
    <a:srgbClr val="C4CDA1"/>
    <a:srgbClr val="A8B57A"/>
    <a:srgbClr val="FDDDC8"/>
    <a:srgbClr val="F7E0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339" autoAdjust="0"/>
    <p:restoredTop sz="94660"/>
  </p:normalViewPr>
  <p:slideViewPr>
    <p:cSldViewPr snapToGrid="0">
      <p:cViewPr varScale="1">
        <p:scale>
          <a:sx n="23" d="100"/>
          <a:sy n="23" d="100"/>
        </p:scale>
        <p:origin x="342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0BA3BFF-60CE-4B51-B36E-EB5C13A082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99941" y="5302386"/>
            <a:ext cx="16199644" cy="11279752"/>
          </a:xfrm>
        </p:spPr>
        <p:txBody>
          <a:bodyPr anchor="b"/>
          <a:lstStyle>
            <a:lvl1pPr algn="ctr">
              <a:defRPr sz="1063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582F016-C046-4AD4-AE1D-567D1327B2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99941" y="17017128"/>
            <a:ext cx="16199644" cy="7822326"/>
          </a:xfrm>
        </p:spPr>
        <p:txBody>
          <a:bodyPr/>
          <a:lstStyle>
            <a:lvl1pPr marL="0" indent="0" algn="ctr">
              <a:buNone/>
              <a:defRPr sz="4252"/>
            </a:lvl1pPr>
            <a:lvl2pPr marL="809976" indent="0" algn="ctr">
              <a:buNone/>
              <a:defRPr sz="3543"/>
            </a:lvl2pPr>
            <a:lvl3pPr marL="1619951" indent="0" algn="ctr">
              <a:buNone/>
              <a:defRPr sz="3189"/>
            </a:lvl3pPr>
            <a:lvl4pPr marL="2429927" indent="0" algn="ctr">
              <a:buNone/>
              <a:defRPr sz="2835"/>
            </a:lvl4pPr>
            <a:lvl5pPr marL="3239902" indent="0" algn="ctr">
              <a:buNone/>
              <a:defRPr sz="2835"/>
            </a:lvl5pPr>
            <a:lvl6pPr marL="4049878" indent="0" algn="ctr">
              <a:buNone/>
              <a:defRPr sz="2835"/>
            </a:lvl6pPr>
            <a:lvl7pPr marL="4859853" indent="0" algn="ctr">
              <a:buNone/>
              <a:defRPr sz="2835"/>
            </a:lvl7pPr>
            <a:lvl8pPr marL="5669829" indent="0" algn="ctr">
              <a:buNone/>
              <a:defRPr sz="2835"/>
            </a:lvl8pPr>
            <a:lvl9pPr marL="6479804" indent="0" algn="ctr">
              <a:buNone/>
              <a:defRPr sz="2835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9018FDF-0379-4697-BC0A-E48DC967F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B2B3E-2E31-41B3-8B43-E1485D50A243}" type="datetimeFigureOut">
              <a:rPr lang="zh-CN" altLang="en-US" smtClean="0"/>
              <a:t>2025/10/10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18713DD-37B7-4672-BFAB-580A8B6BD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C3D2E74-63E1-43ED-A179-F1F1BB3640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7745E-1777-4C88-B876-5A0C4E95E98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33252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68B7A0-09B1-4FFF-B546-3B8013726F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B3B6C11-5F60-49CB-A2E2-C204CD655D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CCC3865-DD3C-49E9-9554-CEA7C5FDF0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B2B3E-2E31-41B3-8B43-E1485D50A243}" type="datetimeFigureOut">
              <a:rPr lang="zh-CN" altLang="en-US" smtClean="0"/>
              <a:t>2025/10/10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FC62F34-25D1-4D39-A821-DB09BD5D1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EFDF001-DEB4-4ED1-B0BC-44A9334C5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7745E-1777-4C88-B876-5A0C4E95E98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61445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2BE3A0-4832-4D93-9A39-A34071718E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3718" y="8077327"/>
            <a:ext cx="18629590" cy="13477201"/>
          </a:xfrm>
        </p:spPr>
        <p:txBody>
          <a:bodyPr anchor="b"/>
          <a:lstStyle>
            <a:lvl1pPr>
              <a:defRPr sz="1063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9664210-5744-4000-9650-77C73F71B8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73718" y="21682028"/>
            <a:ext cx="18629590" cy="7087342"/>
          </a:xfrm>
        </p:spPr>
        <p:txBody>
          <a:bodyPr/>
          <a:lstStyle>
            <a:lvl1pPr marL="0" indent="0">
              <a:buNone/>
              <a:defRPr sz="4252">
                <a:solidFill>
                  <a:schemeClr val="tx1">
                    <a:tint val="75000"/>
                  </a:schemeClr>
                </a:solidFill>
              </a:defRPr>
            </a:lvl1pPr>
            <a:lvl2pPr marL="809976" indent="0">
              <a:buNone/>
              <a:defRPr sz="3543">
                <a:solidFill>
                  <a:schemeClr val="tx1">
                    <a:tint val="75000"/>
                  </a:schemeClr>
                </a:solidFill>
              </a:defRPr>
            </a:lvl2pPr>
            <a:lvl3pPr marL="1619951" indent="0">
              <a:buNone/>
              <a:defRPr sz="3189">
                <a:solidFill>
                  <a:schemeClr val="tx1">
                    <a:tint val="75000"/>
                  </a:schemeClr>
                </a:solidFill>
              </a:defRPr>
            </a:lvl3pPr>
            <a:lvl4pPr marL="2429927" indent="0">
              <a:buNone/>
              <a:defRPr sz="2835">
                <a:solidFill>
                  <a:schemeClr val="tx1">
                    <a:tint val="75000"/>
                  </a:schemeClr>
                </a:solidFill>
              </a:defRPr>
            </a:lvl4pPr>
            <a:lvl5pPr marL="3239902" indent="0">
              <a:buNone/>
              <a:defRPr sz="2835">
                <a:solidFill>
                  <a:schemeClr val="tx1">
                    <a:tint val="75000"/>
                  </a:schemeClr>
                </a:solidFill>
              </a:defRPr>
            </a:lvl5pPr>
            <a:lvl6pPr marL="4049878" indent="0">
              <a:buNone/>
              <a:defRPr sz="2835">
                <a:solidFill>
                  <a:schemeClr val="tx1">
                    <a:tint val="75000"/>
                  </a:schemeClr>
                </a:solidFill>
              </a:defRPr>
            </a:lvl6pPr>
            <a:lvl7pPr marL="4859853" indent="0">
              <a:buNone/>
              <a:defRPr sz="2835">
                <a:solidFill>
                  <a:schemeClr val="tx1">
                    <a:tint val="75000"/>
                  </a:schemeClr>
                </a:solidFill>
              </a:defRPr>
            </a:lvl7pPr>
            <a:lvl8pPr marL="5669829" indent="0">
              <a:buNone/>
              <a:defRPr sz="2835">
                <a:solidFill>
                  <a:schemeClr val="tx1">
                    <a:tint val="75000"/>
                  </a:schemeClr>
                </a:solidFill>
              </a:defRPr>
            </a:lvl8pPr>
            <a:lvl9pPr marL="6479804" indent="0">
              <a:buNone/>
              <a:defRPr sz="283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7EF42D9-F7F4-4797-A429-9B68162C1C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B2B3E-2E31-41B3-8B43-E1485D50A243}" type="datetimeFigureOut">
              <a:rPr lang="zh-CN" altLang="en-US" smtClean="0"/>
              <a:t>2025/10/10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6990F64-F000-40EA-85E6-B97E1A581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131F43C-0528-43D3-B502-F6DDDF84D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7745E-1777-4C88-B876-5A0C4E95E98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20729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69D2D2-3DB9-4407-9A98-65C544212E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6D8E30A-3C5A-485C-994D-9FD7F509FC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84967" y="8624810"/>
            <a:ext cx="9179798" cy="2055705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7B3907F-4E27-414D-B6F0-0A437DF2B7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934760" y="8624810"/>
            <a:ext cx="9179798" cy="2055705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BAA4BB0-52E7-450B-A62C-0EC996ED55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B2B3E-2E31-41B3-8B43-E1485D50A243}" type="datetimeFigureOut">
              <a:rPr lang="zh-CN" altLang="en-US" smtClean="0"/>
              <a:t>2025/10/10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929E07A-021D-4351-B4DB-681D355310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BED974F-FAFD-4EE8-BC28-89AB2A46C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7745E-1777-4C88-B876-5A0C4E95E98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49795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A8A595-99E1-49AD-ADE2-523E34A30C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7781" y="1724964"/>
            <a:ext cx="18629590" cy="626236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156B76C-BE1B-4CB1-9736-9F5D055E05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87781" y="7942328"/>
            <a:ext cx="9137611" cy="3892412"/>
          </a:xfrm>
        </p:spPr>
        <p:txBody>
          <a:bodyPr anchor="b"/>
          <a:lstStyle>
            <a:lvl1pPr marL="0" indent="0">
              <a:buNone/>
              <a:defRPr sz="4252" b="1"/>
            </a:lvl1pPr>
            <a:lvl2pPr marL="809976" indent="0">
              <a:buNone/>
              <a:defRPr sz="3543" b="1"/>
            </a:lvl2pPr>
            <a:lvl3pPr marL="1619951" indent="0">
              <a:buNone/>
              <a:defRPr sz="3189" b="1"/>
            </a:lvl3pPr>
            <a:lvl4pPr marL="2429927" indent="0">
              <a:buNone/>
              <a:defRPr sz="2835" b="1"/>
            </a:lvl4pPr>
            <a:lvl5pPr marL="3239902" indent="0">
              <a:buNone/>
              <a:defRPr sz="2835" b="1"/>
            </a:lvl5pPr>
            <a:lvl6pPr marL="4049878" indent="0">
              <a:buNone/>
              <a:defRPr sz="2835" b="1"/>
            </a:lvl6pPr>
            <a:lvl7pPr marL="4859853" indent="0">
              <a:buNone/>
              <a:defRPr sz="2835" b="1"/>
            </a:lvl7pPr>
            <a:lvl8pPr marL="5669829" indent="0">
              <a:buNone/>
              <a:defRPr sz="2835" b="1"/>
            </a:lvl8pPr>
            <a:lvl9pPr marL="6479804" indent="0">
              <a:buNone/>
              <a:defRPr sz="2835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2A8BF3C-8EBF-4C79-B435-521833CC70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487781" y="11834740"/>
            <a:ext cx="9137611" cy="1740712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A0794EB-B22E-4F61-8DD7-B762A86850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10934760" y="7942328"/>
            <a:ext cx="9182611" cy="3892412"/>
          </a:xfrm>
        </p:spPr>
        <p:txBody>
          <a:bodyPr anchor="b"/>
          <a:lstStyle>
            <a:lvl1pPr marL="0" indent="0">
              <a:buNone/>
              <a:defRPr sz="4252" b="1"/>
            </a:lvl1pPr>
            <a:lvl2pPr marL="809976" indent="0">
              <a:buNone/>
              <a:defRPr sz="3543" b="1"/>
            </a:lvl2pPr>
            <a:lvl3pPr marL="1619951" indent="0">
              <a:buNone/>
              <a:defRPr sz="3189" b="1"/>
            </a:lvl3pPr>
            <a:lvl4pPr marL="2429927" indent="0">
              <a:buNone/>
              <a:defRPr sz="2835" b="1"/>
            </a:lvl4pPr>
            <a:lvl5pPr marL="3239902" indent="0">
              <a:buNone/>
              <a:defRPr sz="2835" b="1"/>
            </a:lvl5pPr>
            <a:lvl6pPr marL="4049878" indent="0">
              <a:buNone/>
              <a:defRPr sz="2835" b="1"/>
            </a:lvl6pPr>
            <a:lvl7pPr marL="4859853" indent="0">
              <a:buNone/>
              <a:defRPr sz="2835" b="1"/>
            </a:lvl7pPr>
            <a:lvl8pPr marL="5669829" indent="0">
              <a:buNone/>
              <a:defRPr sz="2835" b="1"/>
            </a:lvl8pPr>
            <a:lvl9pPr marL="6479804" indent="0">
              <a:buNone/>
              <a:defRPr sz="2835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F37BA5F-E019-461A-B210-2944E1CA25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10934760" y="11834740"/>
            <a:ext cx="9182611" cy="1740712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89C50DF-6BE9-4323-8933-D3513FB8B7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B2B3E-2E31-41B3-8B43-E1485D50A243}" type="datetimeFigureOut">
              <a:rPr lang="zh-CN" altLang="en-US" smtClean="0"/>
              <a:t>2025/10/10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6687170-329F-4EF7-8D1B-83BEFB8D51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0540117-D66F-4CFC-9394-3EB082AF62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7745E-1777-4C88-B876-5A0C4E95E98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7923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DAD7F0-3ABD-4314-8E72-15A5C54E8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A5C68EC-2FF8-4805-9BF9-BA4A5AED1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B2B3E-2E31-41B3-8B43-E1485D50A243}" type="datetimeFigureOut">
              <a:rPr lang="zh-CN" altLang="en-US" smtClean="0"/>
              <a:t>2025/10/10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0A8F347-8653-424D-A3BD-F6F96B0357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BA2B886-D98B-4BA6-B718-3F0BAFAA5B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7745E-1777-4C88-B876-5A0C4E95E98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27369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82B3A6E-64C7-498D-AD23-3A3E7F02B8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B2B3E-2E31-41B3-8B43-E1485D50A243}" type="datetimeFigureOut">
              <a:rPr lang="zh-CN" altLang="en-US" smtClean="0"/>
              <a:t>2025/10/10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45C3B02-CBFB-43AE-8848-C3A5D5960A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AD7A36D-B2A1-4A3E-8A3D-7211C7C1B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7745E-1777-4C88-B876-5A0C4E95E98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63536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7D43D1-A715-443A-A6B6-65103468F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7782" y="2159952"/>
            <a:ext cx="6966408" cy="7559834"/>
          </a:xfrm>
        </p:spPr>
        <p:txBody>
          <a:bodyPr anchor="b"/>
          <a:lstStyle>
            <a:lvl1pPr>
              <a:defRPr sz="5669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58EE993-42B3-466A-9E19-A32D8CBB25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82611" y="4664900"/>
            <a:ext cx="10934760" cy="23024494"/>
          </a:xfrm>
        </p:spPr>
        <p:txBody>
          <a:bodyPr/>
          <a:lstStyle>
            <a:lvl1pPr>
              <a:defRPr sz="5669"/>
            </a:lvl1pPr>
            <a:lvl2pPr>
              <a:defRPr sz="4960"/>
            </a:lvl2pPr>
            <a:lvl3pPr>
              <a:defRPr sz="4252"/>
            </a:lvl3pPr>
            <a:lvl4pPr>
              <a:defRPr sz="3543"/>
            </a:lvl4pPr>
            <a:lvl5pPr>
              <a:defRPr sz="3543"/>
            </a:lvl5pPr>
            <a:lvl6pPr>
              <a:defRPr sz="3543"/>
            </a:lvl6pPr>
            <a:lvl7pPr>
              <a:defRPr sz="3543"/>
            </a:lvl7pPr>
            <a:lvl8pPr>
              <a:defRPr sz="3543"/>
            </a:lvl8pPr>
            <a:lvl9pPr>
              <a:defRPr sz="3543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136C5B0-DEFB-4CF6-984D-BFFCC4494E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87782" y="9719786"/>
            <a:ext cx="6966408" cy="18007107"/>
          </a:xfrm>
        </p:spPr>
        <p:txBody>
          <a:bodyPr/>
          <a:lstStyle>
            <a:lvl1pPr marL="0" indent="0">
              <a:buNone/>
              <a:defRPr sz="2835"/>
            </a:lvl1pPr>
            <a:lvl2pPr marL="809976" indent="0">
              <a:buNone/>
              <a:defRPr sz="2480"/>
            </a:lvl2pPr>
            <a:lvl3pPr marL="1619951" indent="0">
              <a:buNone/>
              <a:defRPr sz="2126"/>
            </a:lvl3pPr>
            <a:lvl4pPr marL="2429927" indent="0">
              <a:buNone/>
              <a:defRPr sz="1772"/>
            </a:lvl4pPr>
            <a:lvl5pPr marL="3239902" indent="0">
              <a:buNone/>
              <a:defRPr sz="1772"/>
            </a:lvl5pPr>
            <a:lvl6pPr marL="4049878" indent="0">
              <a:buNone/>
              <a:defRPr sz="1772"/>
            </a:lvl6pPr>
            <a:lvl7pPr marL="4859853" indent="0">
              <a:buNone/>
              <a:defRPr sz="1772"/>
            </a:lvl7pPr>
            <a:lvl8pPr marL="5669829" indent="0">
              <a:buNone/>
              <a:defRPr sz="1772"/>
            </a:lvl8pPr>
            <a:lvl9pPr marL="6479804" indent="0">
              <a:buNone/>
              <a:defRPr sz="1772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A501D0D-CA62-4300-B6D6-D497FB0DAC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B2B3E-2E31-41B3-8B43-E1485D50A243}" type="datetimeFigureOut">
              <a:rPr lang="zh-CN" altLang="en-US" smtClean="0"/>
              <a:t>2025/10/10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016F78B-7E70-41CE-8344-DCA0D21CF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6690E65-8EC8-438F-8888-3E48E68F8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7745E-1777-4C88-B876-5A0C4E95E98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9010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E220D8-C129-469F-93F9-1B9C2CDC24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7782" y="2159952"/>
            <a:ext cx="6966408" cy="7559834"/>
          </a:xfrm>
        </p:spPr>
        <p:txBody>
          <a:bodyPr anchor="b"/>
          <a:lstStyle>
            <a:lvl1pPr>
              <a:defRPr sz="5669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62253ED-A32E-494E-A7F0-01C7E36CA7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182611" y="4664900"/>
            <a:ext cx="10934760" cy="23024494"/>
          </a:xfrm>
        </p:spPr>
        <p:txBody>
          <a:bodyPr/>
          <a:lstStyle>
            <a:lvl1pPr marL="0" indent="0">
              <a:buNone/>
              <a:defRPr sz="5669"/>
            </a:lvl1pPr>
            <a:lvl2pPr marL="809976" indent="0">
              <a:buNone/>
              <a:defRPr sz="4960"/>
            </a:lvl2pPr>
            <a:lvl3pPr marL="1619951" indent="0">
              <a:buNone/>
              <a:defRPr sz="4252"/>
            </a:lvl3pPr>
            <a:lvl4pPr marL="2429927" indent="0">
              <a:buNone/>
              <a:defRPr sz="3543"/>
            </a:lvl4pPr>
            <a:lvl5pPr marL="3239902" indent="0">
              <a:buNone/>
              <a:defRPr sz="3543"/>
            </a:lvl5pPr>
            <a:lvl6pPr marL="4049878" indent="0">
              <a:buNone/>
              <a:defRPr sz="3543"/>
            </a:lvl6pPr>
            <a:lvl7pPr marL="4859853" indent="0">
              <a:buNone/>
              <a:defRPr sz="3543"/>
            </a:lvl7pPr>
            <a:lvl8pPr marL="5669829" indent="0">
              <a:buNone/>
              <a:defRPr sz="3543"/>
            </a:lvl8pPr>
            <a:lvl9pPr marL="6479804" indent="0">
              <a:buNone/>
              <a:defRPr sz="3543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5E4B592-2F6F-4BFA-81BC-2CB9CFD91C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87782" y="9719786"/>
            <a:ext cx="6966408" cy="18007107"/>
          </a:xfrm>
        </p:spPr>
        <p:txBody>
          <a:bodyPr/>
          <a:lstStyle>
            <a:lvl1pPr marL="0" indent="0">
              <a:buNone/>
              <a:defRPr sz="2835"/>
            </a:lvl1pPr>
            <a:lvl2pPr marL="809976" indent="0">
              <a:buNone/>
              <a:defRPr sz="2480"/>
            </a:lvl2pPr>
            <a:lvl3pPr marL="1619951" indent="0">
              <a:buNone/>
              <a:defRPr sz="2126"/>
            </a:lvl3pPr>
            <a:lvl4pPr marL="2429927" indent="0">
              <a:buNone/>
              <a:defRPr sz="1772"/>
            </a:lvl4pPr>
            <a:lvl5pPr marL="3239902" indent="0">
              <a:buNone/>
              <a:defRPr sz="1772"/>
            </a:lvl5pPr>
            <a:lvl6pPr marL="4049878" indent="0">
              <a:buNone/>
              <a:defRPr sz="1772"/>
            </a:lvl6pPr>
            <a:lvl7pPr marL="4859853" indent="0">
              <a:buNone/>
              <a:defRPr sz="1772"/>
            </a:lvl7pPr>
            <a:lvl8pPr marL="5669829" indent="0">
              <a:buNone/>
              <a:defRPr sz="1772"/>
            </a:lvl8pPr>
            <a:lvl9pPr marL="6479804" indent="0">
              <a:buNone/>
              <a:defRPr sz="1772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CA85A1A-808F-4186-8902-2B0B85414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B2B3E-2E31-41B3-8B43-E1485D50A243}" type="datetimeFigureOut">
              <a:rPr lang="zh-CN" altLang="en-US" smtClean="0"/>
              <a:t>2025/10/10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FD54A1F-2D4B-4760-8156-89E8337A6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4770878-14A7-4FA7-914C-163C6F9B7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7745E-1777-4C88-B876-5A0C4E95E98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24314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FF2ADA-44B4-4D71-9D73-478D7FF650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1AB48BF-9A5F-465A-AB2B-F8A8908003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933FF6D-F024-42A3-A32F-054D8C2104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B2B3E-2E31-41B3-8B43-E1485D50A243}" type="datetimeFigureOut">
              <a:rPr lang="zh-CN" altLang="en-US" smtClean="0"/>
              <a:t>2025/10/10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AA194C6-3746-4C25-8FAF-D990AFA943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3EF76FA-ABFC-4D91-8DC4-AAF6BE3947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7745E-1777-4C88-B876-5A0C4E95E98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51317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37E8063A-69C0-43C8-B3A6-06B845D78C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5457160" y="1724962"/>
            <a:ext cx="4657398" cy="2745689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22ED562-4B7A-436F-B198-4DC8F35AE3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484967" y="1724962"/>
            <a:ext cx="13702199" cy="2745689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A30F297-6540-4353-A471-EC2E50CE4B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B2B3E-2E31-41B3-8B43-E1485D50A243}" type="datetimeFigureOut">
              <a:rPr lang="zh-CN" altLang="en-US" smtClean="0"/>
              <a:t>2025/10/10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ECD26D1-A2CA-45BD-BAE3-E160204565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6C36C6D-A9BB-4F5C-9FD0-200AA8E83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7745E-1777-4C88-B876-5A0C4E95E98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54404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9705FFD-B499-43FE-8328-AC8B3E649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968" y="1724964"/>
            <a:ext cx="18629590" cy="62623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584EE8D-9696-4FC3-9728-C0DE15D8B3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84968" y="8624810"/>
            <a:ext cx="18629590" cy="205570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97927CA-E13D-49A2-B38B-B8F610B9C9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484967" y="30029342"/>
            <a:ext cx="4859893" cy="17249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12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0B2B3E-2E31-41B3-8B43-E1485D50A243}" type="datetimeFigureOut">
              <a:rPr lang="zh-CN" altLang="en-US" smtClean="0"/>
              <a:t>2025/10/10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3724A2A-418F-4078-84A9-834D497F92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154843" y="30029342"/>
            <a:ext cx="7289840" cy="17249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12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2A55A0A-1EBB-4E98-A9A4-9C042BAAAE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5254665" y="30029342"/>
            <a:ext cx="4859893" cy="17249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12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E7745E-1777-4C88-B876-5A0C4E95E98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57279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1619951" rtl="0" eaLnBrk="1" latinLnBrk="0" hangingPunct="1">
        <a:lnSpc>
          <a:spcPct val="90000"/>
        </a:lnSpc>
        <a:spcBef>
          <a:spcPct val="0"/>
        </a:spcBef>
        <a:buNone/>
        <a:defRPr sz="779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04988" indent="-404988" algn="l" defTabSz="1619951" rtl="0" eaLnBrk="1" latinLnBrk="0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4960" kern="1200">
          <a:solidFill>
            <a:schemeClr val="tx1"/>
          </a:solidFill>
          <a:latin typeface="+mn-lt"/>
          <a:ea typeface="+mn-ea"/>
          <a:cs typeface="+mn-cs"/>
        </a:defRPr>
      </a:lvl1pPr>
      <a:lvl2pPr marL="1214963" indent="-404988" algn="l" defTabSz="1619951" rtl="0" eaLnBrk="1" latinLnBrk="0" hangingPunct="1">
        <a:lnSpc>
          <a:spcPct val="90000"/>
        </a:lnSpc>
        <a:spcBef>
          <a:spcPts val="886"/>
        </a:spcBef>
        <a:buFont typeface="Arial" panose="020B0604020202020204" pitchFamily="34" charset="0"/>
        <a:buChar char="•"/>
        <a:defRPr sz="4252" kern="1200">
          <a:solidFill>
            <a:schemeClr val="tx1"/>
          </a:solidFill>
          <a:latin typeface="+mn-lt"/>
          <a:ea typeface="+mn-ea"/>
          <a:cs typeface="+mn-cs"/>
        </a:defRPr>
      </a:lvl2pPr>
      <a:lvl3pPr marL="2024939" indent="-404988" algn="l" defTabSz="1619951" rtl="0" eaLnBrk="1" latinLnBrk="0" hangingPunct="1">
        <a:lnSpc>
          <a:spcPct val="90000"/>
        </a:lnSpc>
        <a:spcBef>
          <a:spcPts val="886"/>
        </a:spcBef>
        <a:buFont typeface="Arial" panose="020B0604020202020204" pitchFamily="34" charset="0"/>
        <a:buChar char="•"/>
        <a:defRPr sz="3543" kern="1200">
          <a:solidFill>
            <a:schemeClr val="tx1"/>
          </a:solidFill>
          <a:latin typeface="+mn-lt"/>
          <a:ea typeface="+mn-ea"/>
          <a:cs typeface="+mn-cs"/>
        </a:defRPr>
      </a:lvl3pPr>
      <a:lvl4pPr marL="2834914" indent="-404988" algn="l" defTabSz="1619951" rtl="0" eaLnBrk="1" latinLnBrk="0" hangingPunct="1">
        <a:lnSpc>
          <a:spcPct val="90000"/>
        </a:lnSpc>
        <a:spcBef>
          <a:spcPts val="886"/>
        </a:spcBef>
        <a:buFont typeface="Arial" panose="020B0604020202020204" pitchFamily="34" charset="0"/>
        <a:buChar char="•"/>
        <a:defRPr sz="3189" kern="1200">
          <a:solidFill>
            <a:schemeClr val="tx1"/>
          </a:solidFill>
          <a:latin typeface="+mn-lt"/>
          <a:ea typeface="+mn-ea"/>
          <a:cs typeface="+mn-cs"/>
        </a:defRPr>
      </a:lvl4pPr>
      <a:lvl5pPr marL="3644890" indent="-404988" algn="l" defTabSz="1619951" rtl="0" eaLnBrk="1" latinLnBrk="0" hangingPunct="1">
        <a:lnSpc>
          <a:spcPct val="90000"/>
        </a:lnSpc>
        <a:spcBef>
          <a:spcPts val="886"/>
        </a:spcBef>
        <a:buFont typeface="Arial" panose="020B0604020202020204" pitchFamily="34" charset="0"/>
        <a:buChar char="•"/>
        <a:defRPr sz="3189" kern="1200">
          <a:solidFill>
            <a:schemeClr val="tx1"/>
          </a:solidFill>
          <a:latin typeface="+mn-lt"/>
          <a:ea typeface="+mn-ea"/>
          <a:cs typeface="+mn-cs"/>
        </a:defRPr>
      </a:lvl5pPr>
      <a:lvl6pPr marL="4454865" indent="-404988" algn="l" defTabSz="1619951" rtl="0" eaLnBrk="1" latinLnBrk="0" hangingPunct="1">
        <a:lnSpc>
          <a:spcPct val="90000"/>
        </a:lnSpc>
        <a:spcBef>
          <a:spcPts val="886"/>
        </a:spcBef>
        <a:buFont typeface="Arial" panose="020B0604020202020204" pitchFamily="34" charset="0"/>
        <a:buChar char="•"/>
        <a:defRPr sz="3189" kern="1200">
          <a:solidFill>
            <a:schemeClr val="tx1"/>
          </a:solidFill>
          <a:latin typeface="+mn-lt"/>
          <a:ea typeface="+mn-ea"/>
          <a:cs typeface="+mn-cs"/>
        </a:defRPr>
      </a:lvl6pPr>
      <a:lvl7pPr marL="5264841" indent="-404988" algn="l" defTabSz="1619951" rtl="0" eaLnBrk="1" latinLnBrk="0" hangingPunct="1">
        <a:lnSpc>
          <a:spcPct val="90000"/>
        </a:lnSpc>
        <a:spcBef>
          <a:spcPts val="886"/>
        </a:spcBef>
        <a:buFont typeface="Arial" panose="020B0604020202020204" pitchFamily="34" charset="0"/>
        <a:buChar char="•"/>
        <a:defRPr sz="3189" kern="1200">
          <a:solidFill>
            <a:schemeClr val="tx1"/>
          </a:solidFill>
          <a:latin typeface="+mn-lt"/>
          <a:ea typeface="+mn-ea"/>
          <a:cs typeface="+mn-cs"/>
        </a:defRPr>
      </a:lvl7pPr>
      <a:lvl8pPr marL="6074816" indent="-404988" algn="l" defTabSz="1619951" rtl="0" eaLnBrk="1" latinLnBrk="0" hangingPunct="1">
        <a:lnSpc>
          <a:spcPct val="90000"/>
        </a:lnSpc>
        <a:spcBef>
          <a:spcPts val="886"/>
        </a:spcBef>
        <a:buFont typeface="Arial" panose="020B0604020202020204" pitchFamily="34" charset="0"/>
        <a:buChar char="•"/>
        <a:defRPr sz="3189" kern="1200">
          <a:solidFill>
            <a:schemeClr val="tx1"/>
          </a:solidFill>
          <a:latin typeface="+mn-lt"/>
          <a:ea typeface="+mn-ea"/>
          <a:cs typeface="+mn-cs"/>
        </a:defRPr>
      </a:lvl8pPr>
      <a:lvl9pPr marL="6884792" indent="-404988" algn="l" defTabSz="1619951" rtl="0" eaLnBrk="1" latinLnBrk="0" hangingPunct="1">
        <a:lnSpc>
          <a:spcPct val="90000"/>
        </a:lnSpc>
        <a:spcBef>
          <a:spcPts val="886"/>
        </a:spcBef>
        <a:buFont typeface="Arial" panose="020B0604020202020204" pitchFamily="34" charset="0"/>
        <a:buChar char="•"/>
        <a:defRPr sz="318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619951" rtl="0" eaLnBrk="1" latinLnBrk="0" hangingPunct="1">
        <a:defRPr sz="3189" kern="1200">
          <a:solidFill>
            <a:schemeClr val="tx1"/>
          </a:solidFill>
          <a:latin typeface="+mn-lt"/>
          <a:ea typeface="+mn-ea"/>
          <a:cs typeface="+mn-cs"/>
        </a:defRPr>
      </a:lvl1pPr>
      <a:lvl2pPr marL="809976" algn="l" defTabSz="1619951" rtl="0" eaLnBrk="1" latinLnBrk="0" hangingPunct="1">
        <a:defRPr sz="3189" kern="1200">
          <a:solidFill>
            <a:schemeClr val="tx1"/>
          </a:solidFill>
          <a:latin typeface="+mn-lt"/>
          <a:ea typeface="+mn-ea"/>
          <a:cs typeface="+mn-cs"/>
        </a:defRPr>
      </a:lvl2pPr>
      <a:lvl3pPr marL="1619951" algn="l" defTabSz="1619951" rtl="0" eaLnBrk="1" latinLnBrk="0" hangingPunct="1">
        <a:defRPr sz="3189" kern="1200">
          <a:solidFill>
            <a:schemeClr val="tx1"/>
          </a:solidFill>
          <a:latin typeface="+mn-lt"/>
          <a:ea typeface="+mn-ea"/>
          <a:cs typeface="+mn-cs"/>
        </a:defRPr>
      </a:lvl3pPr>
      <a:lvl4pPr marL="2429927" algn="l" defTabSz="1619951" rtl="0" eaLnBrk="1" latinLnBrk="0" hangingPunct="1">
        <a:defRPr sz="3189" kern="1200">
          <a:solidFill>
            <a:schemeClr val="tx1"/>
          </a:solidFill>
          <a:latin typeface="+mn-lt"/>
          <a:ea typeface="+mn-ea"/>
          <a:cs typeface="+mn-cs"/>
        </a:defRPr>
      </a:lvl4pPr>
      <a:lvl5pPr marL="3239902" algn="l" defTabSz="1619951" rtl="0" eaLnBrk="1" latinLnBrk="0" hangingPunct="1">
        <a:defRPr sz="3189" kern="1200">
          <a:solidFill>
            <a:schemeClr val="tx1"/>
          </a:solidFill>
          <a:latin typeface="+mn-lt"/>
          <a:ea typeface="+mn-ea"/>
          <a:cs typeface="+mn-cs"/>
        </a:defRPr>
      </a:lvl5pPr>
      <a:lvl6pPr marL="4049878" algn="l" defTabSz="1619951" rtl="0" eaLnBrk="1" latinLnBrk="0" hangingPunct="1">
        <a:defRPr sz="3189" kern="1200">
          <a:solidFill>
            <a:schemeClr val="tx1"/>
          </a:solidFill>
          <a:latin typeface="+mn-lt"/>
          <a:ea typeface="+mn-ea"/>
          <a:cs typeface="+mn-cs"/>
        </a:defRPr>
      </a:lvl6pPr>
      <a:lvl7pPr marL="4859853" algn="l" defTabSz="1619951" rtl="0" eaLnBrk="1" latinLnBrk="0" hangingPunct="1">
        <a:defRPr sz="3189" kern="1200">
          <a:solidFill>
            <a:schemeClr val="tx1"/>
          </a:solidFill>
          <a:latin typeface="+mn-lt"/>
          <a:ea typeface="+mn-ea"/>
          <a:cs typeface="+mn-cs"/>
        </a:defRPr>
      </a:lvl7pPr>
      <a:lvl8pPr marL="5669829" algn="l" defTabSz="1619951" rtl="0" eaLnBrk="1" latinLnBrk="0" hangingPunct="1">
        <a:defRPr sz="3189" kern="1200">
          <a:solidFill>
            <a:schemeClr val="tx1"/>
          </a:solidFill>
          <a:latin typeface="+mn-lt"/>
          <a:ea typeface="+mn-ea"/>
          <a:cs typeface="+mn-cs"/>
        </a:defRPr>
      </a:lvl8pPr>
      <a:lvl9pPr marL="6479804" algn="l" defTabSz="1619951" rtl="0" eaLnBrk="1" latinLnBrk="0" hangingPunct="1">
        <a:defRPr sz="318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4" name="图片 283">
            <a:extLst>
              <a:ext uri="{FF2B5EF4-FFF2-40B4-BE49-F238E27FC236}">
                <a16:creationId xmlns:a16="http://schemas.microsoft.com/office/drawing/2014/main" id="{F70EBDBB-83E0-42B8-BC86-9BA0C0A273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655130"/>
            <a:ext cx="21428182" cy="11816365"/>
          </a:xfrm>
          <a:prstGeom prst="rect">
            <a:avLst/>
          </a:prstGeom>
          <a:noFill/>
          <a:ln w="82550">
            <a:noFill/>
            <a:headEnd type="none" w="med" len="med"/>
            <a:tailEnd type="triangle" w="med" len="med"/>
          </a:ln>
        </p:spPr>
      </p:pic>
      <p:sp>
        <p:nvSpPr>
          <p:cNvPr id="389" name="文本框 388">
            <a:extLst>
              <a:ext uri="{FF2B5EF4-FFF2-40B4-BE49-F238E27FC236}">
                <a16:creationId xmlns:a16="http://schemas.microsoft.com/office/drawing/2014/main" id="{F70AA17F-0E23-4D9D-8461-74FE4FE59627}"/>
              </a:ext>
            </a:extLst>
          </p:cNvPr>
          <p:cNvSpPr txBox="1"/>
          <p:nvPr/>
        </p:nvSpPr>
        <p:spPr>
          <a:xfrm>
            <a:off x="571081" y="2683642"/>
            <a:ext cx="20969126" cy="87440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marL="726125" indent="-726125" algn="l">
              <a:buFont typeface="Wingdings" panose="05000000000000000000" pitchFamily="2" charset="2"/>
              <a:buChar char="n"/>
            </a:pPr>
            <a:r>
              <a:rPr lang="en-US" altLang="zh-CN" sz="5082" dirty="0"/>
              <a:t>Human Motion Video Generation: A Survey  </a:t>
            </a:r>
          </a:p>
        </p:txBody>
      </p:sp>
      <p:cxnSp>
        <p:nvCxnSpPr>
          <p:cNvPr id="391" name="直接箭头连接符 390">
            <a:extLst>
              <a:ext uri="{FF2B5EF4-FFF2-40B4-BE49-F238E27FC236}">
                <a16:creationId xmlns:a16="http://schemas.microsoft.com/office/drawing/2014/main" id="{1CCBFCAD-A058-4EFB-A5EC-9D4D0A7EC86F}"/>
              </a:ext>
            </a:extLst>
          </p:cNvPr>
          <p:cNvCxnSpPr/>
          <p:nvPr/>
        </p:nvCxnSpPr>
        <p:spPr>
          <a:xfrm flipV="1">
            <a:off x="749505" y="18261992"/>
            <a:ext cx="0" cy="9724572"/>
          </a:xfrm>
          <a:prstGeom prst="straightConnector1">
            <a:avLst/>
          </a:prstGeom>
          <a:ln w="76200">
            <a:solidFill>
              <a:srgbClr val="00282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3" name="矩形: 圆角 392">
            <a:extLst>
              <a:ext uri="{FF2B5EF4-FFF2-40B4-BE49-F238E27FC236}">
                <a16:creationId xmlns:a16="http://schemas.microsoft.com/office/drawing/2014/main" id="{3C4AC359-AACD-4524-B2EE-032810F46782}"/>
              </a:ext>
            </a:extLst>
          </p:cNvPr>
          <p:cNvSpPr/>
          <p:nvPr/>
        </p:nvSpPr>
        <p:spPr>
          <a:xfrm>
            <a:off x="321697" y="19586170"/>
            <a:ext cx="855616" cy="44195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57150">
            <a:solidFill>
              <a:srgbClr val="00282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5" name="矩形: 圆角 394">
            <a:extLst>
              <a:ext uri="{FF2B5EF4-FFF2-40B4-BE49-F238E27FC236}">
                <a16:creationId xmlns:a16="http://schemas.microsoft.com/office/drawing/2014/main" id="{02670DF8-22C1-4F1A-88E0-C741DA309158}"/>
              </a:ext>
            </a:extLst>
          </p:cNvPr>
          <p:cNvSpPr/>
          <p:nvPr/>
        </p:nvSpPr>
        <p:spPr>
          <a:xfrm>
            <a:off x="321697" y="21513654"/>
            <a:ext cx="855616" cy="44195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57150">
            <a:solidFill>
              <a:srgbClr val="00282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7" name="矩形: 圆角 396">
            <a:extLst>
              <a:ext uri="{FF2B5EF4-FFF2-40B4-BE49-F238E27FC236}">
                <a16:creationId xmlns:a16="http://schemas.microsoft.com/office/drawing/2014/main" id="{072B377F-3F70-48D2-8B99-B750A48EB453}"/>
              </a:ext>
            </a:extLst>
          </p:cNvPr>
          <p:cNvSpPr/>
          <p:nvPr/>
        </p:nvSpPr>
        <p:spPr>
          <a:xfrm>
            <a:off x="321697" y="23279791"/>
            <a:ext cx="855616" cy="44195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57150">
            <a:solidFill>
              <a:srgbClr val="00282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9" name="矩形: 圆角 398">
            <a:extLst>
              <a:ext uri="{FF2B5EF4-FFF2-40B4-BE49-F238E27FC236}">
                <a16:creationId xmlns:a16="http://schemas.microsoft.com/office/drawing/2014/main" id="{367D504E-6AC5-4F2A-B910-A61419AFCBF0}"/>
              </a:ext>
            </a:extLst>
          </p:cNvPr>
          <p:cNvSpPr/>
          <p:nvPr/>
        </p:nvSpPr>
        <p:spPr>
          <a:xfrm>
            <a:off x="321697" y="24603969"/>
            <a:ext cx="855616" cy="44195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57150">
            <a:solidFill>
              <a:srgbClr val="00282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0" name="矩形: 圆角 399">
            <a:extLst>
              <a:ext uri="{FF2B5EF4-FFF2-40B4-BE49-F238E27FC236}">
                <a16:creationId xmlns:a16="http://schemas.microsoft.com/office/drawing/2014/main" id="{E89D8141-C86F-4B72-8792-BC4190E30063}"/>
              </a:ext>
            </a:extLst>
          </p:cNvPr>
          <p:cNvSpPr/>
          <p:nvPr/>
        </p:nvSpPr>
        <p:spPr>
          <a:xfrm>
            <a:off x="321697" y="25341170"/>
            <a:ext cx="855616" cy="44195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57150">
            <a:solidFill>
              <a:srgbClr val="00282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2" name="矩形: 圆角 401">
            <a:extLst>
              <a:ext uri="{FF2B5EF4-FFF2-40B4-BE49-F238E27FC236}">
                <a16:creationId xmlns:a16="http://schemas.microsoft.com/office/drawing/2014/main" id="{E1B3199D-E8B3-48FB-9C17-A317C0AA5C35}"/>
              </a:ext>
            </a:extLst>
          </p:cNvPr>
          <p:cNvSpPr/>
          <p:nvPr/>
        </p:nvSpPr>
        <p:spPr>
          <a:xfrm>
            <a:off x="321697" y="25857391"/>
            <a:ext cx="855616" cy="44195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57150">
            <a:solidFill>
              <a:srgbClr val="00282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4" name="矩形: 圆角 403">
            <a:extLst>
              <a:ext uri="{FF2B5EF4-FFF2-40B4-BE49-F238E27FC236}">
                <a16:creationId xmlns:a16="http://schemas.microsoft.com/office/drawing/2014/main" id="{0EB98281-7BE7-42A2-AB17-C85B8E61970C}"/>
              </a:ext>
            </a:extLst>
          </p:cNvPr>
          <p:cNvSpPr/>
          <p:nvPr/>
        </p:nvSpPr>
        <p:spPr>
          <a:xfrm>
            <a:off x="321697" y="26480018"/>
            <a:ext cx="855616" cy="44195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57150">
            <a:solidFill>
              <a:srgbClr val="00282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5" name="任意多边形: 形状 404">
            <a:extLst>
              <a:ext uri="{FF2B5EF4-FFF2-40B4-BE49-F238E27FC236}">
                <a16:creationId xmlns:a16="http://schemas.microsoft.com/office/drawing/2014/main" id="{44F28896-5C96-4008-926D-5EC55F99324E}"/>
              </a:ext>
            </a:extLst>
          </p:cNvPr>
          <p:cNvSpPr/>
          <p:nvPr/>
        </p:nvSpPr>
        <p:spPr>
          <a:xfrm>
            <a:off x="3873532" y="18784488"/>
            <a:ext cx="6604000" cy="8215085"/>
          </a:xfrm>
          <a:custGeom>
            <a:avLst/>
            <a:gdLst>
              <a:gd name="connsiteX0" fmla="*/ 6604000 w 6604000"/>
              <a:gd name="connsiteY0" fmla="*/ 8215085 h 8215085"/>
              <a:gd name="connsiteX1" fmla="*/ 5979886 w 6604000"/>
              <a:gd name="connsiteY1" fmla="*/ 7678057 h 8215085"/>
              <a:gd name="connsiteX2" fmla="*/ 4876800 w 6604000"/>
              <a:gd name="connsiteY2" fmla="*/ 7460343 h 8215085"/>
              <a:gd name="connsiteX3" fmla="*/ 3643086 w 6604000"/>
              <a:gd name="connsiteY3" fmla="*/ 7344228 h 8215085"/>
              <a:gd name="connsiteX4" fmla="*/ 2612572 w 6604000"/>
              <a:gd name="connsiteY4" fmla="*/ 6981371 h 8215085"/>
              <a:gd name="connsiteX5" fmla="*/ 1494972 w 6604000"/>
              <a:gd name="connsiteY5" fmla="*/ 6328228 h 8215085"/>
              <a:gd name="connsiteX6" fmla="*/ 609600 w 6604000"/>
              <a:gd name="connsiteY6" fmla="*/ 4963885 h 8215085"/>
              <a:gd name="connsiteX7" fmla="*/ 87086 w 6604000"/>
              <a:gd name="connsiteY7" fmla="*/ 3280228 h 8215085"/>
              <a:gd name="connsiteX8" fmla="*/ 43543 w 6604000"/>
              <a:gd name="connsiteY8" fmla="*/ 2002971 h 8215085"/>
              <a:gd name="connsiteX9" fmla="*/ 29029 w 6604000"/>
              <a:gd name="connsiteY9" fmla="*/ 798285 h 8215085"/>
              <a:gd name="connsiteX10" fmla="*/ 0 w 6604000"/>
              <a:gd name="connsiteY10" fmla="*/ 0 h 82150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604000" h="8215085">
                <a:moveTo>
                  <a:pt x="6604000" y="8215085"/>
                </a:moveTo>
                <a:cubicBezTo>
                  <a:pt x="6435876" y="8009466"/>
                  <a:pt x="6267753" y="7803847"/>
                  <a:pt x="5979886" y="7678057"/>
                </a:cubicBezTo>
                <a:cubicBezTo>
                  <a:pt x="5692019" y="7552267"/>
                  <a:pt x="5266267" y="7515981"/>
                  <a:pt x="4876800" y="7460343"/>
                </a:cubicBezTo>
                <a:cubicBezTo>
                  <a:pt x="4487333" y="7404705"/>
                  <a:pt x="4020457" y="7424057"/>
                  <a:pt x="3643086" y="7344228"/>
                </a:cubicBezTo>
                <a:cubicBezTo>
                  <a:pt x="3265715" y="7264399"/>
                  <a:pt x="2970591" y="7150704"/>
                  <a:pt x="2612572" y="6981371"/>
                </a:cubicBezTo>
                <a:cubicBezTo>
                  <a:pt x="2254553" y="6812038"/>
                  <a:pt x="1828801" y="6664476"/>
                  <a:pt x="1494972" y="6328228"/>
                </a:cubicBezTo>
                <a:cubicBezTo>
                  <a:pt x="1161143" y="5991980"/>
                  <a:pt x="844248" y="5471885"/>
                  <a:pt x="609600" y="4963885"/>
                </a:cubicBezTo>
                <a:cubicBezTo>
                  <a:pt x="374952" y="4455885"/>
                  <a:pt x="181429" y="3773714"/>
                  <a:pt x="87086" y="3280228"/>
                </a:cubicBezTo>
                <a:cubicBezTo>
                  <a:pt x="-7257" y="2786742"/>
                  <a:pt x="53219" y="2416628"/>
                  <a:pt x="43543" y="2002971"/>
                </a:cubicBezTo>
                <a:cubicBezTo>
                  <a:pt x="33867" y="1589314"/>
                  <a:pt x="36286" y="1132113"/>
                  <a:pt x="29029" y="798285"/>
                </a:cubicBezTo>
                <a:cubicBezTo>
                  <a:pt x="21772" y="464457"/>
                  <a:pt x="10886" y="232228"/>
                  <a:pt x="0" y="0"/>
                </a:cubicBezTo>
              </a:path>
            </a:pathLst>
          </a:custGeom>
          <a:noFill/>
          <a:ln w="292100">
            <a:solidFill>
              <a:srgbClr val="AFCDDE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6" name="任意多边形: 形状 405">
            <a:extLst>
              <a:ext uri="{FF2B5EF4-FFF2-40B4-BE49-F238E27FC236}">
                <a16:creationId xmlns:a16="http://schemas.microsoft.com/office/drawing/2014/main" id="{4C9B142B-22AF-4138-A5F4-DB19559A597E}"/>
              </a:ext>
            </a:extLst>
          </p:cNvPr>
          <p:cNvSpPr/>
          <p:nvPr/>
        </p:nvSpPr>
        <p:spPr>
          <a:xfrm>
            <a:off x="7382434" y="18790838"/>
            <a:ext cx="290385" cy="7259995"/>
          </a:xfrm>
          <a:custGeom>
            <a:avLst/>
            <a:gdLst>
              <a:gd name="connsiteX0" fmla="*/ 246842 w 246842"/>
              <a:gd name="connsiteY0" fmla="*/ 7068457 h 7068457"/>
              <a:gd name="connsiteX1" fmla="*/ 14614 w 246842"/>
              <a:gd name="connsiteY1" fmla="*/ 4920343 h 7068457"/>
              <a:gd name="connsiteX2" fmla="*/ 43642 w 246842"/>
              <a:gd name="connsiteY2" fmla="*/ 2133600 h 7068457"/>
              <a:gd name="connsiteX3" fmla="*/ 203299 w 246842"/>
              <a:gd name="connsiteY3" fmla="*/ 0 h 70684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6842" h="7068457">
                <a:moveTo>
                  <a:pt x="246842" y="7068457"/>
                </a:moveTo>
                <a:cubicBezTo>
                  <a:pt x="147661" y="6405638"/>
                  <a:pt x="48481" y="5742819"/>
                  <a:pt x="14614" y="4920343"/>
                </a:cubicBezTo>
                <a:cubicBezTo>
                  <a:pt x="-19253" y="4097867"/>
                  <a:pt x="12194" y="2953657"/>
                  <a:pt x="43642" y="2133600"/>
                </a:cubicBezTo>
                <a:cubicBezTo>
                  <a:pt x="75089" y="1313543"/>
                  <a:pt x="139194" y="656771"/>
                  <a:pt x="203299" y="0"/>
                </a:cubicBezTo>
              </a:path>
            </a:pathLst>
          </a:custGeom>
          <a:noFill/>
          <a:ln w="292100">
            <a:solidFill>
              <a:srgbClr val="AFCDDE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8" name="任意多边形: 形状 407">
            <a:extLst>
              <a:ext uri="{FF2B5EF4-FFF2-40B4-BE49-F238E27FC236}">
                <a16:creationId xmlns:a16="http://schemas.microsoft.com/office/drawing/2014/main" id="{5A3D0F19-D195-4567-9415-C7DC41987FDC}"/>
              </a:ext>
            </a:extLst>
          </p:cNvPr>
          <p:cNvSpPr/>
          <p:nvPr/>
        </p:nvSpPr>
        <p:spPr>
          <a:xfrm>
            <a:off x="9843450" y="18965497"/>
            <a:ext cx="1097632" cy="7953828"/>
          </a:xfrm>
          <a:custGeom>
            <a:avLst/>
            <a:gdLst>
              <a:gd name="connsiteX0" fmla="*/ 1097632 w 1097632"/>
              <a:gd name="connsiteY0" fmla="*/ 7750629 h 7750629"/>
              <a:gd name="connsiteX1" fmla="*/ 778317 w 1097632"/>
              <a:gd name="connsiteY1" fmla="*/ 7300686 h 7750629"/>
              <a:gd name="connsiteX2" fmla="*/ 429975 w 1097632"/>
              <a:gd name="connsiteY2" fmla="*/ 6400800 h 7750629"/>
              <a:gd name="connsiteX3" fmla="*/ 52603 w 1097632"/>
              <a:gd name="connsiteY3" fmla="*/ 4804229 h 7750629"/>
              <a:gd name="connsiteX4" fmla="*/ 9060 w 1097632"/>
              <a:gd name="connsiteY4" fmla="*/ 3439886 h 7750629"/>
              <a:gd name="connsiteX5" fmla="*/ 110660 w 1097632"/>
              <a:gd name="connsiteY5" fmla="*/ 2104572 h 7750629"/>
              <a:gd name="connsiteX6" fmla="*/ 299346 w 1097632"/>
              <a:gd name="connsiteY6" fmla="*/ 914400 h 7750629"/>
              <a:gd name="connsiteX7" fmla="*/ 473517 w 1097632"/>
              <a:gd name="connsiteY7" fmla="*/ 0 h 7750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97632" h="7750629">
                <a:moveTo>
                  <a:pt x="1097632" y="7750629"/>
                </a:moveTo>
                <a:cubicBezTo>
                  <a:pt x="993612" y="7638143"/>
                  <a:pt x="889593" y="7525657"/>
                  <a:pt x="778317" y="7300686"/>
                </a:cubicBezTo>
                <a:cubicBezTo>
                  <a:pt x="667041" y="7075715"/>
                  <a:pt x="550927" y="6816876"/>
                  <a:pt x="429975" y="6400800"/>
                </a:cubicBezTo>
                <a:cubicBezTo>
                  <a:pt x="309023" y="5984724"/>
                  <a:pt x="122755" y="5297715"/>
                  <a:pt x="52603" y="4804229"/>
                </a:cubicBezTo>
                <a:cubicBezTo>
                  <a:pt x="-17550" y="4310743"/>
                  <a:pt x="-616" y="3889829"/>
                  <a:pt x="9060" y="3439886"/>
                </a:cubicBezTo>
                <a:cubicBezTo>
                  <a:pt x="18736" y="2989943"/>
                  <a:pt x="62279" y="2525486"/>
                  <a:pt x="110660" y="2104572"/>
                </a:cubicBezTo>
                <a:cubicBezTo>
                  <a:pt x="159041" y="1683658"/>
                  <a:pt x="238870" y="1265162"/>
                  <a:pt x="299346" y="914400"/>
                </a:cubicBezTo>
                <a:cubicBezTo>
                  <a:pt x="359822" y="563638"/>
                  <a:pt x="416669" y="281819"/>
                  <a:pt x="473517" y="0"/>
                </a:cubicBezTo>
              </a:path>
            </a:pathLst>
          </a:custGeom>
          <a:noFill/>
          <a:ln w="228600">
            <a:solidFill>
              <a:srgbClr val="FADAC6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0" name="任意多边形: 形状 409">
            <a:extLst>
              <a:ext uri="{FF2B5EF4-FFF2-40B4-BE49-F238E27FC236}">
                <a16:creationId xmlns:a16="http://schemas.microsoft.com/office/drawing/2014/main" id="{1BC82D10-8896-4FC3-BF30-A38252895215}"/>
              </a:ext>
            </a:extLst>
          </p:cNvPr>
          <p:cNvSpPr/>
          <p:nvPr/>
        </p:nvSpPr>
        <p:spPr>
          <a:xfrm>
            <a:off x="12619628" y="18683795"/>
            <a:ext cx="2103990" cy="8215085"/>
          </a:xfrm>
          <a:custGeom>
            <a:avLst/>
            <a:gdLst>
              <a:gd name="connsiteX0" fmla="*/ 0 w 2103990"/>
              <a:gd name="connsiteY0" fmla="*/ 7866743 h 7866743"/>
              <a:gd name="connsiteX1" fmla="*/ 928915 w 2103990"/>
              <a:gd name="connsiteY1" fmla="*/ 7460343 h 7866743"/>
              <a:gd name="connsiteX2" fmla="*/ 1654629 w 2103990"/>
              <a:gd name="connsiteY2" fmla="*/ 6241143 h 7866743"/>
              <a:gd name="connsiteX3" fmla="*/ 2046515 w 2103990"/>
              <a:gd name="connsiteY3" fmla="*/ 4455885 h 7866743"/>
              <a:gd name="connsiteX4" fmla="*/ 2090057 w 2103990"/>
              <a:gd name="connsiteY4" fmla="*/ 2061028 h 7866743"/>
              <a:gd name="connsiteX5" fmla="*/ 1930400 w 2103990"/>
              <a:gd name="connsiteY5" fmla="*/ 0 h 7866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03990" h="7866743">
                <a:moveTo>
                  <a:pt x="0" y="7866743"/>
                </a:moveTo>
                <a:cubicBezTo>
                  <a:pt x="326572" y="7799009"/>
                  <a:pt x="653144" y="7731276"/>
                  <a:pt x="928915" y="7460343"/>
                </a:cubicBezTo>
                <a:cubicBezTo>
                  <a:pt x="1204686" y="7189410"/>
                  <a:pt x="1468362" y="6741886"/>
                  <a:pt x="1654629" y="6241143"/>
                </a:cubicBezTo>
                <a:cubicBezTo>
                  <a:pt x="1840896" y="5740400"/>
                  <a:pt x="1973944" y="5152571"/>
                  <a:pt x="2046515" y="4455885"/>
                </a:cubicBezTo>
                <a:cubicBezTo>
                  <a:pt x="2119086" y="3759199"/>
                  <a:pt x="2109409" y="2803675"/>
                  <a:pt x="2090057" y="2061028"/>
                </a:cubicBezTo>
                <a:cubicBezTo>
                  <a:pt x="2070705" y="1318381"/>
                  <a:pt x="2000552" y="659190"/>
                  <a:pt x="1930400" y="0"/>
                </a:cubicBezTo>
              </a:path>
            </a:pathLst>
          </a:custGeom>
          <a:noFill/>
          <a:ln w="393700">
            <a:solidFill>
              <a:srgbClr val="D2E0A2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2" name="任意多边形: 形状 411">
            <a:extLst>
              <a:ext uri="{FF2B5EF4-FFF2-40B4-BE49-F238E27FC236}">
                <a16:creationId xmlns:a16="http://schemas.microsoft.com/office/drawing/2014/main" id="{F13BF9BD-33DF-481E-9244-90BA554B948B}"/>
              </a:ext>
            </a:extLst>
          </p:cNvPr>
          <p:cNvSpPr/>
          <p:nvPr/>
        </p:nvSpPr>
        <p:spPr>
          <a:xfrm>
            <a:off x="12619628" y="19070237"/>
            <a:ext cx="5462409" cy="7953828"/>
          </a:xfrm>
          <a:custGeom>
            <a:avLst/>
            <a:gdLst>
              <a:gd name="connsiteX0" fmla="*/ 0 w 5462409"/>
              <a:gd name="connsiteY0" fmla="*/ 7953828 h 7953828"/>
              <a:gd name="connsiteX1" fmla="*/ 1828800 w 5462409"/>
              <a:gd name="connsiteY1" fmla="*/ 7561943 h 7953828"/>
              <a:gd name="connsiteX2" fmla="*/ 3483428 w 5462409"/>
              <a:gd name="connsiteY2" fmla="*/ 6937828 h 7953828"/>
              <a:gd name="connsiteX3" fmla="*/ 4615543 w 5462409"/>
              <a:gd name="connsiteY3" fmla="*/ 5747657 h 7953828"/>
              <a:gd name="connsiteX4" fmla="*/ 5239657 w 5462409"/>
              <a:gd name="connsiteY4" fmla="*/ 4049486 h 7953828"/>
              <a:gd name="connsiteX5" fmla="*/ 5442857 w 5462409"/>
              <a:gd name="connsiteY5" fmla="*/ 2119086 h 7953828"/>
              <a:gd name="connsiteX6" fmla="*/ 5442857 w 5462409"/>
              <a:gd name="connsiteY6" fmla="*/ 0 h 79538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462409" h="7953828">
                <a:moveTo>
                  <a:pt x="0" y="7953828"/>
                </a:moveTo>
                <a:cubicBezTo>
                  <a:pt x="624114" y="7842552"/>
                  <a:pt x="1248229" y="7731276"/>
                  <a:pt x="1828800" y="7561943"/>
                </a:cubicBezTo>
                <a:cubicBezTo>
                  <a:pt x="2409371" y="7392610"/>
                  <a:pt x="3018971" y="7240209"/>
                  <a:pt x="3483428" y="6937828"/>
                </a:cubicBezTo>
                <a:cubicBezTo>
                  <a:pt x="3947885" y="6635447"/>
                  <a:pt x="4322838" y="6229047"/>
                  <a:pt x="4615543" y="5747657"/>
                </a:cubicBezTo>
                <a:cubicBezTo>
                  <a:pt x="4908248" y="5266267"/>
                  <a:pt x="5101771" y="4654248"/>
                  <a:pt x="5239657" y="4049486"/>
                </a:cubicBezTo>
                <a:cubicBezTo>
                  <a:pt x="5377543" y="3444724"/>
                  <a:pt x="5408990" y="2794000"/>
                  <a:pt x="5442857" y="2119086"/>
                </a:cubicBezTo>
                <a:cubicBezTo>
                  <a:pt x="5476724" y="1444172"/>
                  <a:pt x="5459790" y="722086"/>
                  <a:pt x="5442857" y="0"/>
                </a:cubicBezTo>
              </a:path>
            </a:pathLst>
          </a:custGeom>
          <a:noFill/>
          <a:ln w="127000">
            <a:solidFill>
              <a:srgbClr val="BEBBD4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3" name="任意多边形: 形状 412">
            <a:extLst>
              <a:ext uri="{FF2B5EF4-FFF2-40B4-BE49-F238E27FC236}">
                <a16:creationId xmlns:a16="http://schemas.microsoft.com/office/drawing/2014/main" id="{882B5023-8F3D-4D77-A729-2DCA2AE1E1FA}"/>
              </a:ext>
            </a:extLst>
          </p:cNvPr>
          <p:cNvSpPr/>
          <p:nvPr/>
        </p:nvSpPr>
        <p:spPr>
          <a:xfrm>
            <a:off x="9992521" y="26649179"/>
            <a:ext cx="3363441" cy="1473672"/>
          </a:xfrm>
          <a:custGeom>
            <a:avLst/>
            <a:gdLst>
              <a:gd name="connsiteX0" fmla="*/ 7139 w 3363441"/>
              <a:gd name="connsiteY0" fmla="*/ 1453275 h 1473672"/>
              <a:gd name="connsiteX1" fmla="*/ 402426 w 3363441"/>
              <a:gd name="connsiteY1" fmla="*/ 1253250 h 1473672"/>
              <a:gd name="connsiteX2" fmla="*/ 526251 w 3363441"/>
              <a:gd name="connsiteY2" fmla="*/ 1024650 h 1473672"/>
              <a:gd name="connsiteX3" fmla="*/ 554826 w 3363441"/>
              <a:gd name="connsiteY3" fmla="*/ 796050 h 1473672"/>
              <a:gd name="connsiteX4" fmla="*/ 464339 w 3363441"/>
              <a:gd name="connsiteY4" fmla="*/ 553162 h 1473672"/>
              <a:gd name="connsiteX5" fmla="*/ 330989 w 3363441"/>
              <a:gd name="connsiteY5" fmla="*/ 391237 h 1473672"/>
              <a:gd name="connsiteX6" fmla="*/ 226214 w 3363441"/>
              <a:gd name="connsiteY6" fmla="*/ 257887 h 1473672"/>
              <a:gd name="connsiteX7" fmla="*/ 130964 w 3363441"/>
              <a:gd name="connsiteY7" fmla="*/ 153112 h 1473672"/>
              <a:gd name="connsiteX8" fmla="*/ 397664 w 3363441"/>
              <a:gd name="connsiteY8" fmla="*/ 53100 h 1473672"/>
              <a:gd name="connsiteX9" fmla="*/ 645314 w 3363441"/>
              <a:gd name="connsiteY9" fmla="*/ 43575 h 1473672"/>
              <a:gd name="connsiteX10" fmla="*/ 1016789 w 3363441"/>
              <a:gd name="connsiteY10" fmla="*/ 29287 h 1473672"/>
              <a:gd name="connsiteX11" fmla="*/ 1235864 w 3363441"/>
              <a:gd name="connsiteY11" fmla="*/ 43575 h 1473672"/>
              <a:gd name="connsiteX12" fmla="*/ 1469226 w 3363441"/>
              <a:gd name="connsiteY12" fmla="*/ 95962 h 1473672"/>
              <a:gd name="connsiteX13" fmla="*/ 2012151 w 3363441"/>
              <a:gd name="connsiteY13" fmla="*/ 62625 h 1473672"/>
              <a:gd name="connsiteX14" fmla="*/ 2478876 w 3363441"/>
              <a:gd name="connsiteY14" fmla="*/ 19762 h 1473672"/>
              <a:gd name="connsiteX15" fmla="*/ 2697951 w 3363441"/>
              <a:gd name="connsiteY15" fmla="*/ 5475 h 1473672"/>
              <a:gd name="connsiteX16" fmla="*/ 3131339 w 3363441"/>
              <a:gd name="connsiteY16" fmla="*/ 110250 h 1473672"/>
              <a:gd name="connsiteX17" fmla="*/ 3345651 w 3363441"/>
              <a:gd name="connsiteY17" fmla="*/ 253125 h 1473672"/>
              <a:gd name="connsiteX18" fmla="*/ 3345651 w 3363441"/>
              <a:gd name="connsiteY18" fmla="*/ 272175 h 1473672"/>
              <a:gd name="connsiteX19" fmla="*/ 3298026 w 3363441"/>
              <a:gd name="connsiteY19" fmla="*/ 281700 h 1473672"/>
              <a:gd name="connsiteX20" fmla="*/ 3188489 w 3363441"/>
              <a:gd name="connsiteY20" fmla="*/ 310275 h 1473672"/>
              <a:gd name="connsiteX21" fmla="*/ 3040851 w 3363441"/>
              <a:gd name="connsiteY21" fmla="*/ 353137 h 1473672"/>
              <a:gd name="connsiteX22" fmla="*/ 2878926 w 3363441"/>
              <a:gd name="connsiteY22" fmla="*/ 396000 h 1473672"/>
              <a:gd name="connsiteX23" fmla="*/ 2664614 w 3363441"/>
              <a:gd name="connsiteY23" fmla="*/ 572212 h 1473672"/>
              <a:gd name="connsiteX24" fmla="*/ 2569364 w 3363441"/>
              <a:gd name="connsiteY24" fmla="*/ 724612 h 1473672"/>
              <a:gd name="connsiteX25" fmla="*/ 2569364 w 3363441"/>
              <a:gd name="connsiteY25" fmla="*/ 919875 h 1473672"/>
              <a:gd name="connsiteX26" fmla="*/ 2640801 w 3363441"/>
              <a:gd name="connsiteY26" fmla="*/ 1172287 h 1473672"/>
              <a:gd name="connsiteX27" fmla="*/ 2831301 w 3363441"/>
              <a:gd name="connsiteY27" fmla="*/ 1310400 h 1473672"/>
              <a:gd name="connsiteX28" fmla="*/ 3069426 w 3363441"/>
              <a:gd name="connsiteY28" fmla="*/ 1429462 h 1473672"/>
              <a:gd name="connsiteX29" fmla="*/ 3226589 w 3363441"/>
              <a:gd name="connsiteY29" fmla="*/ 1472325 h 1473672"/>
              <a:gd name="connsiteX30" fmla="*/ 3017039 w 3363441"/>
              <a:gd name="connsiteY30" fmla="*/ 1458037 h 1473672"/>
              <a:gd name="connsiteX31" fmla="*/ 2659851 w 3363441"/>
              <a:gd name="connsiteY31" fmla="*/ 1443750 h 1473672"/>
              <a:gd name="connsiteX32" fmla="*/ 2274089 w 3363441"/>
              <a:gd name="connsiteY32" fmla="*/ 1443750 h 1473672"/>
              <a:gd name="connsiteX33" fmla="*/ 1816889 w 3363441"/>
              <a:gd name="connsiteY33" fmla="*/ 1448512 h 1473672"/>
              <a:gd name="connsiteX34" fmla="*/ 1278726 w 3363441"/>
              <a:gd name="connsiteY34" fmla="*/ 1448512 h 1473672"/>
              <a:gd name="connsiteX35" fmla="*/ 459576 w 3363441"/>
              <a:gd name="connsiteY35" fmla="*/ 1458037 h 1473672"/>
              <a:gd name="connsiteX36" fmla="*/ 169064 w 3363441"/>
              <a:gd name="connsiteY36" fmla="*/ 1467562 h 1473672"/>
              <a:gd name="connsiteX37" fmla="*/ 7139 w 3363441"/>
              <a:gd name="connsiteY37" fmla="*/ 1453275 h 14736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3363441" h="1473672">
                <a:moveTo>
                  <a:pt x="7139" y="1453275"/>
                </a:moveTo>
                <a:cubicBezTo>
                  <a:pt x="46033" y="1417556"/>
                  <a:pt x="315907" y="1324687"/>
                  <a:pt x="402426" y="1253250"/>
                </a:cubicBezTo>
                <a:cubicBezTo>
                  <a:pt x="488945" y="1181813"/>
                  <a:pt x="500851" y="1100850"/>
                  <a:pt x="526251" y="1024650"/>
                </a:cubicBezTo>
                <a:cubicBezTo>
                  <a:pt x="551651" y="948450"/>
                  <a:pt x="565145" y="874631"/>
                  <a:pt x="554826" y="796050"/>
                </a:cubicBezTo>
                <a:cubicBezTo>
                  <a:pt x="544507" y="717469"/>
                  <a:pt x="501645" y="620631"/>
                  <a:pt x="464339" y="553162"/>
                </a:cubicBezTo>
                <a:cubicBezTo>
                  <a:pt x="427033" y="485693"/>
                  <a:pt x="370677" y="440449"/>
                  <a:pt x="330989" y="391237"/>
                </a:cubicBezTo>
                <a:cubicBezTo>
                  <a:pt x="291302" y="342024"/>
                  <a:pt x="259551" y="297574"/>
                  <a:pt x="226214" y="257887"/>
                </a:cubicBezTo>
                <a:cubicBezTo>
                  <a:pt x="192877" y="218200"/>
                  <a:pt x="102389" y="187243"/>
                  <a:pt x="130964" y="153112"/>
                </a:cubicBezTo>
                <a:cubicBezTo>
                  <a:pt x="159539" y="118981"/>
                  <a:pt x="311939" y="71356"/>
                  <a:pt x="397664" y="53100"/>
                </a:cubicBezTo>
                <a:cubicBezTo>
                  <a:pt x="483389" y="34844"/>
                  <a:pt x="645314" y="43575"/>
                  <a:pt x="645314" y="43575"/>
                </a:cubicBezTo>
                <a:cubicBezTo>
                  <a:pt x="748501" y="39606"/>
                  <a:pt x="918364" y="29287"/>
                  <a:pt x="1016789" y="29287"/>
                </a:cubicBezTo>
                <a:cubicBezTo>
                  <a:pt x="1115214" y="29287"/>
                  <a:pt x="1160458" y="32463"/>
                  <a:pt x="1235864" y="43575"/>
                </a:cubicBezTo>
                <a:cubicBezTo>
                  <a:pt x="1311270" y="54687"/>
                  <a:pt x="1339845" y="92787"/>
                  <a:pt x="1469226" y="95962"/>
                </a:cubicBezTo>
                <a:cubicBezTo>
                  <a:pt x="1598607" y="99137"/>
                  <a:pt x="1843876" y="75325"/>
                  <a:pt x="2012151" y="62625"/>
                </a:cubicBezTo>
                <a:cubicBezTo>
                  <a:pt x="2180426" y="49925"/>
                  <a:pt x="2364576" y="29287"/>
                  <a:pt x="2478876" y="19762"/>
                </a:cubicBezTo>
                <a:cubicBezTo>
                  <a:pt x="2593176" y="10237"/>
                  <a:pt x="2589207" y="-9606"/>
                  <a:pt x="2697951" y="5475"/>
                </a:cubicBezTo>
                <a:cubicBezTo>
                  <a:pt x="2806695" y="20556"/>
                  <a:pt x="3023389" y="68975"/>
                  <a:pt x="3131339" y="110250"/>
                </a:cubicBezTo>
                <a:cubicBezTo>
                  <a:pt x="3239289" y="151525"/>
                  <a:pt x="3345651" y="253125"/>
                  <a:pt x="3345651" y="253125"/>
                </a:cubicBezTo>
                <a:cubicBezTo>
                  <a:pt x="3381370" y="280112"/>
                  <a:pt x="3353589" y="267412"/>
                  <a:pt x="3345651" y="272175"/>
                </a:cubicBezTo>
                <a:cubicBezTo>
                  <a:pt x="3337714" y="276937"/>
                  <a:pt x="3324220" y="275350"/>
                  <a:pt x="3298026" y="281700"/>
                </a:cubicBezTo>
                <a:cubicBezTo>
                  <a:pt x="3271832" y="288050"/>
                  <a:pt x="3231351" y="298369"/>
                  <a:pt x="3188489" y="310275"/>
                </a:cubicBezTo>
                <a:cubicBezTo>
                  <a:pt x="3145627" y="322181"/>
                  <a:pt x="3092445" y="338850"/>
                  <a:pt x="3040851" y="353137"/>
                </a:cubicBezTo>
                <a:cubicBezTo>
                  <a:pt x="2989257" y="367424"/>
                  <a:pt x="2941632" y="359487"/>
                  <a:pt x="2878926" y="396000"/>
                </a:cubicBezTo>
                <a:cubicBezTo>
                  <a:pt x="2816220" y="432512"/>
                  <a:pt x="2716208" y="517443"/>
                  <a:pt x="2664614" y="572212"/>
                </a:cubicBezTo>
                <a:cubicBezTo>
                  <a:pt x="2613020" y="626981"/>
                  <a:pt x="2585239" y="666668"/>
                  <a:pt x="2569364" y="724612"/>
                </a:cubicBezTo>
                <a:cubicBezTo>
                  <a:pt x="2553489" y="782556"/>
                  <a:pt x="2557458" y="845263"/>
                  <a:pt x="2569364" y="919875"/>
                </a:cubicBezTo>
                <a:cubicBezTo>
                  <a:pt x="2581270" y="994487"/>
                  <a:pt x="2597145" y="1107200"/>
                  <a:pt x="2640801" y="1172287"/>
                </a:cubicBezTo>
                <a:cubicBezTo>
                  <a:pt x="2684457" y="1237374"/>
                  <a:pt x="2759864" y="1267538"/>
                  <a:pt x="2831301" y="1310400"/>
                </a:cubicBezTo>
                <a:cubicBezTo>
                  <a:pt x="2902738" y="1353262"/>
                  <a:pt x="3003545" y="1402475"/>
                  <a:pt x="3069426" y="1429462"/>
                </a:cubicBezTo>
                <a:cubicBezTo>
                  <a:pt x="3135307" y="1456449"/>
                  <a:pt x="3235320" y="1467563"/>
                  <a:pt x="3226589" y="1472325"/>
                </a:cubicBezTo>
                <a:cubicBezTo>
                  <a:pt x="3217858" y="1477087"/>
                  <a:pt x="3111495" y="1462799"/>
                  <a:pt x="3017039" y="1458037"/>
                </a:cubicBezTo>
                <a:cubicBezTo>
                  <a:pt x="2922583" y="1453275"/>
                  <a:pt x="2783676" y="1446131"/>
                  <a:pt x="2659851" y="1443750"/>
                </a:cubicBezTo>
                <a:cubicBezTo>
                  <a:pt x="2536026" y="1441369"/>
                  <a:pt x="2274089" y="1443750"/>
                  <a:pt x="2274089" y="1443750"/>
                </a:cubicBezTo>
                <a:lnTo>
                  <a:pt x="1816889" y="1448512"/>
                </a:lnTo>
                <a:lnTo>
                  <a:pt x="1278726" y="1448512"/>
                </a:lnTo>
                <a:lnTo>
                  <a:pt x="459576" y="1458037"/>
                </a:lnTo>
                <a:cubicBezTo>
                  <a:pt x="274632" y="1461212"/>
                  <a:pt x="240501" y="1468356"/>
                  <a:pt x="169064" y="1467562"/>
                </a:cubicBezTo>
                <a:cubicBezTo>
                  <a:pt x="97627" y="1466768"/>
                  <a:pt x="-31755" y="1488994"/>
                  <a:pt x="7139" y="1453275"/>
                </a:cubicBezTo>
                <a:close/>
              </a:path>
            </a:pathLst>
          </a:custGeom>
          <a:gradFill>
            <a:gsLst>
              <a:gs pos="13000">
                <a:srgbClr val="AFCDDE"/>
              </a:gs>
              <a:gs pos="27000">
                <a:srgbClr val="F7DBCA"/>
              </a:gs>
              <a:gs pos="70000">
                <a:srgbClr val="D3E1A4"/>
              </a:gs>
              <a:gs pos="87000">
                <a:srgbClr val="BDB9D0"/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14" name="任意多边形: 形状 413">
            <a:extLst>
              <a:ext uri="{FF2B5EF4-FFF2-40B4-BE49-F238E27FC236}">
                <a16:creationId xmlns:a16="http://schemas.microsoft.com/office/drawing/2014/main" id="{019F884F-0AF6-45CE-AB73-1AFFEA15AD06}"/>
              </a:ext>
            </a:extLst>
          </p:cNvPr>
          <p:cNvSpPr/>
          <p:nvPr/>
        </p:nvSpPr>
        <p:spPr>
          <a:xfrm>
            <a:off x="7659213" y="25130990"/>
            <a:ext cx="342900" cy="228600"/>
          </a:xfrm>
          <a:custGeom>
            <a:avLst/>
            <a:gdLst>
              <a:gd name="connsiteX0" fmla="*/ 0 w 304800"/>
              <a:gd name="connsiteY0" fmla="*/ 210212 h 210212"/>
              <a:gd name="connsiteX1" fmla="*/ 158750 w 304800"/>
              <a:gd name="connsiteY1" fmla="*/ 32412 h 210212"/>
              <a:gd name="connsiteX2" fmla="*/ 304800 w 304800"/>
              <a:gd name="connsiteY2" fmla="*/ 662 h 210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04800" h="210212">
                <a:moveTo>
                  <a:pt x="0" y="210212"/>
                </a:moveTo>
                <a:cubicBezTo>
                  <a:pt x="53975" y="138774"/>
                  <a:pt x="107950" y="67337"/>
                  <a:pt x="158750" y="32412"/>
                </a:cubicBezTo>
                <a:cubicBezTo>
                  <a:pt x="209550" y="-2513"/>
                  <a:pt x="257175" y="-926"/>
                  <a:pt x="304800" y="662"/>
                </a:cubicBezTo>
              </a:path>
            </a:pathLst>
          </a:custGeom>
          <a:noFill/>
          <a:ln w="82550">
            <a:solidFill>
              <a:srgbClr val="AFCDDE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6" name="任意多边形: 形状 415">
            <a:extLst>
              <a:ext uri="{FF2B5EF4-FFF2-40B4-BE49-F238E27FC236}">
                <a16:creationId xmlns:a16="http://schemas.microsoft.com/office/drawing/2014/main" id="{AEFF0D31-0B83-4A0A-966B-524DB03087BF}"/>
              </a:ext>
            </a:extLst>
          </p:cNvPr>
          <p:cNvSpPr/>
          <p:nvPr/>
        </p:nvSpPr>
        <p:spPr>
          <a:xfrm>
            <a:off x="7583013" y="24222940"/>
            <a:ext cx="419100" cy="279400"/>
          </a:xfrm>
          <a:custGeom>
            <a:avLst/>
            <a:gdLst>
              <a:gd name="connsiteX0" fmla="*/ 0 w 419100"/>
              <a:gd name="connsiteY0" fmla="*/ 279400 h 279400"/>
              <a:gd name="connsiteX1" fmla="*/ 184150 w 419100"/>
              <a:gd name="connsiteY1" fmla="*/ 114300 h 279400"/>
              <a:gd name="connsiteX2" fmla="*/ 419100 w 419100"/>
              <a:gd name="connsiteY2" fmla="*/ 0 h 279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19100" h="279400">
                <a:moveTo>
                  <a:pt x="0" y="279400"/>
                </a:moveTo>
                <a:cubicBezTo>
                  <a:pt x="57150" y="220133"/>
                  <a:pt x="114300" y="160867"/>
                  <a:pt x="184150" y="114300"/>
                </a:cubicBezTo>
                <a:cubicBezTo>
                  <a:pt x="254000" y="67733"/>
                  <a:pt x="336550" y="33866"/>
                  <a:pt x="419100" y="0"/>
                </a:cubicBezTo>
              </a:path>
            </a:pathLst>
          </a:custGeom>
          <a:noFill/>
          <a:ln w="82550">
            <a:solidFill>
              <a:srgbClr val="AFCDDE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8" name="任意多边形: 形状 417">
            <a:extLst>
              <a:ext uri="{FF2B5EF4-FFF2-40B4-BE49-F238E27FC236}">
                <a16:creationId xmlns:a16="http://schemas.microsoft.com/office/drawing/2014/main" id="{266F9D03-1996-4951-A51C-5FDD16E6081E}"/>
              </a:ext>
            </a:extLst>
          </p:cNvPr>
          <p:cNvSpPr/>
          <p:nvPr/>
        </p:nvSpPr>
        <p:spPr>
          <a:xfrm>
            <a:off x="7055963" y="24546244"/>
            <a:ext cx="374650" cy="267246"/>
          </a:xfrm>
          <a:custGeom>
            <a:avLst/>
            <a:gdLst>
              <a:gd name="connsiteX0" fmla="*/ 374650 w 374650"/>
              <a:gd name="connsiteY0" fmla="*/ 267246 h 267246"/>
              <a:gd name="connsiteX1" fmla="*/ 209550 w 374650"/>
              <a:gd name="connsiteY1" fmla="*/ 89446 h 267246"/>
              <a:gd name="connsiteX2" fmla="*/ 88900 w 374650"/>
              <a:gd name="connsiteY2" fmla="*/ 13246 h 267246"/>
              <a:gd name="connsiteX3" fmla="*/ 0 w 374650"/>
              <a:gd name="connsiteY3" fmla="*/ 546 h 2672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4650" h="267246">
                <a:moveTo>
                  <a:pt x="374650" y="267246"/>
                </a:moveTo>
                <a:cubicBezTo>
                  <a:pt x="315912" y="199512"/>
                  <a:pt x="257175" y="131779"/>
                  <a:pt x="209550" y="89446"/>
                </a:cubicBezTo>
                <a:cubicBezTo>
                  <a:pt x="161925" y="47113"/>
                  <a:pt x="123825" y="28063"/>
                  <a:pt x="88900" y="13246"/>
                </a:cubicBezTo>
                <a:cubicBezTo>
                  <a:pt x="53975" y="-1571"/>
                  <a:pt x="26987" y="-513"/>
                  <a:pt x="0" y="546"/>
                </a:cubicBezTo>
              </a:path>
            </a:pathLst>
          </a:custGeom>
          <a:noFill/>
          <a:ln w="82550">
            <a:solidFill>
              <a:srgbClr val="AFCDDE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0" name="任意多边形: 形状 419">
            <a:extLst>
              <a:ext uri="{FF2B5EF4-FFF2-40B4-BE49-F238E27FC236}">
                <a16:creationId xmlns:a16="http://schemas.microsoft.com/office/drawing/2014/main" id="{06F43B79-F0BF-4303-AFE9-FFE973CAFA00}"/>
              </a:ext>
            </a:extLst>
          </p:cNvPr>
          <p:cNvSpPr/>
          <p:nvPr/>
        </p:nvSpPr>
        <p:spPr>
          <a:xfrm>
            <a:off x="6967063" y="23835590"/>
            <a:ext cx="368300" cy="254000"/>
          </a:xfrm>
          <a:custGeom>
            <a:avLst/>
            <a:gdLst>
              <a:gd name="connsiteX0" fmla="*/ 368300 w 368300"/>
              <a:gd name="connsiteY0" fmla="*/ 254000 h 254000"/>
              <a:gd name="connsiteX1" fmla="*/ 228600 w 368300"/>
              <a:gd name="connsiteY1" fmla="*/ 127000 h 254000"/>
              <a:gd name="connsiteX2" fmla="*/ 127000 w 368300"/>
              <a:gd name="connsiteY2" fmla="*/ 31750 h 254000"/>
              <a:gd name="connsiteX3" fmla="*/ 0 w 368300"/>
              <a:gd name="connsiteY3" fmla="*/ 0 h 25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8300" h="254000">
                <a:moveTo>
                  <a:pt x="368300" y="254000"/>
                </a:moveTo>
                <a:lnTo>
                  <a:pt x="228600" y="127000"/>
                </a:lnTo>
                <a:cubicBezTo>
                  <a:pt x="188383" y="89958"/>
                  <a:pt x="165100" y="52917"/>
                  <a:pt x="127000" y="31750"/>
                </a:cubicBezTo>
                <a:cubicBezTo>
                  <a:pt x="88900" y="10583"/>
                  <a:pt x="44450" y="5291"/>
                  <a:pt x="0" y="0"/>
                </a:cubicBezTo>
              </a:path>
            </a:pathLst>
          </a:custGeom>
          <a:noFill/>
          <a:ln w="82550">
            <a:solidFill>
              <a:srgbClr val="AFCDDE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2" name="任意多边形: 形状 421">
            <a:extLst>
              <a:ext uri="{FF2B5EF4-FFF2-40B4-BE49-F238E27FC236}">
                <a16:creationId xmlns:a16="http://schemas.microsoft.com/office/drawing/2014/main" id="{CB3197C2-EF5D-4D5A-99D6-1C42A9E4F0EA}"/>
              </a:ext>
            </a:extLst>
          </p:cNvPr>
          <p:cNvSpPr/>
          <p:nvPr/>
        </p:nvSpPr>
        <p:spPr>
          <a:xfrm>
            <a:off x="6852763" y="22529078"/>
            <a:ext cx="469900" cy="404812"/>
          </a:xfrm>
          <a:custGeom>
            <a:avLst/>
            <a:gdLst>
              <a:gd name="connsiteX0" fmla="*/ 425450 w 425450"/>
              <a:gd name="connsiteY0" fmla="*/ 342900 h 342900"/>
              <a:gd name="connsiteX1" fmla="*/ 273050 w 425450"/>
              <a:gd name="connsiteY1" fmla="*/ 241300 h 342900"/>
              <a:gd name="connsiteX2" fmla="*/ 177800 w 425450"/>
              <a:gd name="connsiteY2" fmla="*/ 101600 h 342900"/>
              <a:gd name="connsiteX3" fmla="*/ 95250 w 425450"/>
              <a:gd name="connsiteY3" fmla="*/ 31750 h 342900"/>
              <a:gd name="connsiteX4" fmla="*/ 0 w 425450"/>
              <a:gd name="connsiteY4" fmla="*/ 0 h 342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25450" h="342900">
                <a:moveTo>
                  <a:pt x="425450" y="342900"/>
                </a:moveTo>
                <a:cubicBezTo>
                  <a:pt x="369887" y="312208"/>
                  <a:pt x="314325" y="281517"/>
                  <a:pt x="273050" y="241300"/>
                </a:cubicBezTo>
                <a:cubicBezTo>
                  <a:pt x="231775" y="201083"/>
                  <a:pt x="207433" y="136525"/>
                  <a:pt x="177800" y="101600"/>
                </a:cubicBezTo>
                <a:cubicBezTo>
                  <a:pt x="148167" y="66675"/>
                  <a:pt x="124883" y="48683"/>
                  <a:pt x="95250" y="31750"/>
                </a:cubicBezTo>
                <a:cubicBezTo>
                  <a:pt x="65617" y="14817"/>
                  <a:pt x="32808" y="7408"/>
                  <a:pt x="0" y="0"/>
                </a:cubicBezTo>
              </a:path>
            </a:pathLst>
          </a:custGeom>
          <a:noFill/>
          <a:ln w="82550">
            <a:solidFill>
              <a:srgbClr val="AFCDDE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4" name="任意多边形: 形状 423">
            <a:extLst>
              <a:ext uri="{FF2B5EF4-FFF2-40B4-BE49-F238E27FC236}">
                <a16:creationId xmlns:a16="http://schemas.microsoft.com/office/drawing/2014/main" id="{C730B1C3-071F-45E4-AB52-A08F8AA569AC}"/>
              </a:ext>
            </a:extLst>
          </p:cNvPr>
          <p:cNvSpPr/>
          <p:nvPr/>
        </p:nvSpPr>
        <p:spPr>
          <a:xfrm>
            <a:off x="7513163" y="22298890"/>
            <a:ext cx="603250" cy="304800"/>
          </a:xfrm>
          <a:custGeom>
            <a:avLst/>
            <a:gdLst>
              <a:gd name="connsiteX0" fmla="*/ 0 w 508000"/>
              <a:gd name="connsiteY0" fmla="*/ 304800 h 304800"/>
              <a:gd name="connsiteX1" fmla="*/ 215900 w 508000"/>
              <a:gd name="connsiteY1" fmla="*/ 158750 h 304800"/>
              <a:gd name="connsiteX2" fmla="*/ 412750 w 508000"/>
              <a:gd name="connsiteY2" fmla="*/ 107950 h 304800"/>
              <a:gd name="connsiteX3" fmla="*/ 508000 w 508000"/>
              <a:gd name="connsiteY3" fmla="*/ 0 h 30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8000" h="304800">
                <a:moveTo>
                  <a:pt x="0" y="304800"/>
                </a:moveTo>
                <a:cubicBezTo>
                  <a:pt x="73554" y="248179"/>
                  <a:pt x="147108" y="191558"/>
                  <a:pt x="215900" y="158750"/>
                </a:cubicBezTo>
                <a:cubicBezTo>
                  <a:pt x="284692" y="125942"/>
                  <a:pt x="364067" y="134408"/>
                  <a:pt x="412750" y="107950"/>
                </a:cubicBezTo>
                <a:cubicBezTo>
                  <a:pt x="461433" y="81492"/>
                  <a:pt x="484716" y="40746"/>
                  <a:pt x="508000" y="0"/>
                </a:cubicBezTo>
              </a:path>
            </a:pathLst>
          </a:custGeom>
          <a:noFill/>
          <a:ln w="82550">
            <a:solidFill>
              <a:srgbClr val="AFCDDE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5" name="任意多边形: 形状 424">
            <a:extLst>
              <a:ext uri="{FF2B5EF4-FFF2-40B4-BE49-F238E27FC236}">
                <a16:creationId xmlns:a16="http://schemas.microsoft.com/office/drawing/2014/main" id="{637DE7C0-8C1C-44B7-A446-136AF06AC120}"/>
              </a:ext>
            </a:extLst>
          </p:cNvPr>
          <p:cNvSpPr/>
          <p:nvPr/>
        </p:nvSpPr>
        <p:spPr>
          <a:xfrm>
            <a:off x="7519513" y="21403540"/>
            <a:ext cx="400050" cy="215900"/>
          </a:xfrm>
          <a:custGeom>
            <a:avLst/>
            <a:gdLst>
              <a:gd name="connsiteX0" fmla="*/ 0 w 304800"/>
              <a:gd name="connsiteY0" fmla="*/ 215900 h 215900"/>
              <a:gd name="connsiteX1" fmla="*/ 158750 w 304800"/>
              <a:gd name="connsiteY1" fmla="*/ 82550 h 215900"/>
              <a:gd name="connsiteX2" fmla="*/ 304800 w 304800"/>
              <a:gd name="connsiteY2" fmla="*/ 0 h 215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04800" h="215900">
                <a:moveTo>
                  <a:pt x="0" y="215900"/>
                </a:moveTo>
                <a:cubicBezTo>
                  <a:pt x="53975" y="167216"/>
                  <a:pt x="107950" y="118533"/>
                  <a:pt x="158750" y="82550"/>
                </a:cubicBezTo>
                <a:cubicBezTo>
                  <a:pt x="209550" y="46567"/>
                  <a:pt x="257175" y="23283"/>
                  <a:pt x="304800" y="0"/>
                </a:cubicBezTo>
              </a:path>
            </a:pathLst>
          </a:custGeom>
          <a:noFill/>
          <a:ln w="82550">
            <a:solidFill>
              <a:srgbClr val="AFCDDE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7" name="任意多边形: 形状 426">
            <a:extLst>
              <a:ext uri="{FF2B5EF4-FFF2-40B4-BE49-F238E27FC236}">
                <a16:creationId xmlns:a16="http://schemas.microsoft.com/office/drawing/2014/main" id="{456AA062-5BB1-489E-96D0-C68CD4BA6ADA}"/>
              </a:ext>
            </a:extLst>
          </p:cNvPr>
          <p:cNvSpPr/>
          <p:nvPr/>
        </p:nvSpPr>
        <p:spPr>
          <a:xfrm>
            <a:off x="7551263" y="20641540"/>
            <a:ext cx="603250" cy="285750"/>
          </a:xfrm>
          <a:custGeom>
            <a:avLst/>
            <a:gdLst>
              <a:gd name="connsiteX0" fmla="*/ 0 w 603250"/>
              <a:gd name="connsiteY0" fmla="*/ 285750 h 285750"/>
              <a:gd name="connsiteX1" fmla="*/ 323850 w 603250"/>
              <a:gd name="connsiteY1" fmla="*/ 196850 h 285750"/>
              <a:gd name="connsiteX2" fmla="*/ 482600 w 603250"/>
              <a:gd name="connsiteY2" fmla="*/ 101600 h 285750"/>
              <a:gd name="connsiteX3" fmla="*/ 603250 w 603250"/>
              <a:gd name="connsiteY3" fmla="*/ 0 h 285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3250" h="285750">
                <a:moveTo>
                  <a:pt x="0" y="285750"/>
                </a:moveTo>
                <a:cubicBezTo>
                  <a:pt x="121708" y="256646"/>
                  <a:pt x="243417" y="227542"/>
                  <a:pt x="323850" y="196850"/>
                </a:cubicBezTo>
                <a:cubicBezTo>
                  <a:pt x="404283" y="166158"/>
                  <a:pt x="436033" y="134408"/>
                  <a:pt x="482600" y="101600"/>
                </a:cubicBezTo>
                <a:cubicBezTo>
                  <a:pt x="529167" y="68792"/>
                  <a:pt x="566208" y="34396"/>
                  <a:pt x="603250" y="0"/>
                </a:cubicBezTo>
              </a:path>
            </a:pathLst>
          </a:custGeom>
          <a:noFill/>
          <a:ln w="82550">
            <a:solidFill>
              <a:srgbClr val="AFCDDE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8" name="任意多边形: 形状 427">
            <a:extLst>
              <a:ext uri="{FF2B5EF4-FFF2-40B4-BE49-F238E27FC236}">
                <a16:creationId xmlns:a16="http://schemas.microsoft.com/office/drawing/2014/main" id="{8063F1F3-35C9-461F-A3E9-40AA2BD98104}"/>
              </a:ext>
            </a:extLst>
          </p:cNvPr>
          <p:cNvSpPr/>
          <p:nvPr/>
        </p:nvSpPr>
        <p:spPr>
          <a:xfrm>
            <a:off x="6935313" y="20266890"/>
            <a:ext cx="400050" cy="323850"/>
          </a:xfrm>
          <a:custGeom>
            <a:avLst/>
            <a:gdLst>
              <a:gd name="connsiteX0" fmla="*/ 400050 w 400050"/>
              <a:gd name="connsiteY0" fmla="*/ 323850 h 323850"/>
              <a:gd name="connsiteX1" fmla="*/ 292100 w 400050"/>
              <a:gd name="connsiteY1" fmla="*/ 139700 h 323850"/>
              <a:gd name="connsiteX2" fmla="*/ 158750 w 400050"/>
              <a:gd name="connsiteY2" fmla="*/ 38100 h 323850"/>
              <a:gd name="connsiteX3" fmla="*/ 0 w 400050"/>
              <a:gd name="connsiteY3" fmla="*/ 0 h 3238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0050" h="323850">
                <a:moveTo>
                  <a:pt x="400050" y="323850"/>
                </a:moveTo>
                <a:cubicBezTo>
                  <a:pt x="366183" y="255587"/>
                  <a:pt x="332317" y="187325"/>
                  <a:pt x="292100" y="139700"/>
                </a:cubicBezTo>
                <a:cubicBezTo>
                  <a:pt x="251883" y="92075"/>
                  <a:pt x="207433" y="61383"/>
                  <a:pt x="158750" y="38100"/>
                </a:cubicBezTo>
                <a:cubicBezTo>
                  <a:pt x="110067" y="14817"/>
                  <a:pt x="55033" y="7408"/>
                  <a:pt x="0" y="0"/>
                </a:cubicBezTo>
              </a:path>
            </a:pathLst>
          </a:custGeom>
          <a:noFill/>
          <a:ln w="82550">
            <a:solidFill>
              <a:srgbClr val="AFCDDE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0" name="矩形 429">
            <a:extLst>
              <a:ext uri="{FF2B5EF4-FFF2-40B4-BE49-F238E27FC236}">
                <a16:creationId xmlns:a16="http://schemas.microsoft.com/office/drawing/2014/main" id="{841CFC23-4065-4EF8-991B-56F473C143E6}"/>
              </a:ext>
            </a:extLst>
          </p:cNvPr>
          <p:cNvSpPr/>
          <p:nvPr/>
        </p:nvSpPr>
        <p:spPr>
          <a:xfrm>
            <a:off x="8154513" y="20266890"/>
            <a:ext cx="1075690" cy="546100"/>
          </a:xfrm>
          <a:prstGeom prst="rect">
            <a:avLst/>
          </a:prstGeom>
          <a:noFill/>
          <a:ln>
            <a:solidFill>
              <a:srgbClr val="5B95C8"/>
            </a:solidFill>
          </a:ln>
          <a:effectLst>
            <a:glow rad="63500">
              <a:srgbClr val="80A4B5"/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2" name="矩形 431">
            <a:extLst>
              <a:ext uri="{FF2B5EF4-FFF2-40B4-BE49-F238E27FC236}">
                <a16:creationId xmlns:a16="http://schemas.microsoft.com/office/drawing/2014/main" id="{4AE0B827-0D52-44EB-B3DF-1780022E237E}"/>
              </a:ext>
            </a:extLst>
          </p:cNvPr>
          <p:cNvSpPr/>
          <p:nvPr/>
        </p:nvSpPr>
        <p:spPr>
          <a:xfrm>
            <a:off x="5436713" y="19917640"/>
            <a:ext cx="1498600" cy="533400"/>
          </a:xfrm>
          <a:prstGeom prst="rect">
            <a:avLst/>
          </a:prstGeom>
          <a:noFill/>
          <a:ln>
            <a:solidFill>
              <a:srgbClr val="5B95C8"/>
            </a:solidFill>
          </a:ln>
          <a:effectLst>
            <a:glow rad="63500">
              <a:srgbClr val="80A4B5"/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4" name="矩形 433">
            <a:extLst>
              <a:ext uri="{FF2B5EF4-FFF2-40B4-BE49-F238E27FC236}">
                <a16:creationId xmlns:a16="http://schemas.microsoft.com/office/drawing/2014/main" id="{5FE1E15F-CAAD-4A89-8519-94D028E7DF23}"/>
              </a:ext>
            </a:extLst>
          </p:cNvPr>
          <p:cNvSpPr/>
          <p:nvPr/>
        </p:nvSpPr>
        <p:spPr>
          <a:xfrm>
            <a:off x="4579012" y="21060640"/>
            <a:ext cx="1409700" cy="438150"/>
          </a:xfrm>
          <a:prstGeom prst="rect">
            <a:avLst/>
          </a:prstGeom>
          <a:noFill/>
          <a:ln>
            <a:solidFill>
              <a:srgbClr val="5B95C8"/>
            </a:solidFill>
          </a:ln>
          <a:effectLst>
            <a:glow rad="63500">
              <a:srgbClr val="80A4B5"/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6" name="矩形 435">
            <a:extLst>
              <a:ext uri="{FF2B5EF4-FFF2-40B4-BE49-F238E27FC236}">
                <a16:creationId xmlns:a16="http://schemas.microsoft.com/office/drawing/2014/main" id="{225AC916-BAE2-4D0D-8345-2513C6ECC260}"/>
              </a:ext>
            </a:extLst>
          </p:cNvPr>
          <p:cNvSpPr/>
          <p:nvPr/>
        </p:nvSpPr>
        <p:spPr>
          <a:xfrm>
            <a:off x="1766413" y="20098615"/>
            <a:ext cx="1581150" cy="400050"/>
          </a:xfrm>
          <a:prstGeom prst="rect">
            <a:avLst/>
          </a:prstGeom>
          <a:noFill/>
          <a:ln>
            <a:solidFill>
              <a:srgbClr val="5B95C8"/>
            </a:solidFill>
          </a:ln>
          <a:effectLst>
            <a:glow rad="63500">
              <a:srgbClr val="80A4B5"/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7" name="矩形 436">
            <a:extLst>
              <a:ext uri="{FF2B5EF4-FFF2-40B4-BE49-F238E27FC236}">
                <a16:creationId xmlns:a16="http://schemas.microsoft.com/office/drawing/2014/main" id="{09B20950-CC0D-48E0-B839-AB573A120DD6}"/>
              </a:ext>
            </a:extLst>
          </p:cNvPr>
          <p:cNvSpPr/>
          <p:nvPr/>
        </p:nvSpPr>
        <p:spPr>
          <a:xfrm>
            <a:off x="1709264" y="20812990"/>
            <a:ext cx="1619250" cy="590550"/>
          </a:xfrm>
          <a:prstGeom prst="rect">
            <a:avLst/>
          </a:prstGeom>
          <a:noFill/>
          <a:ln>
            <a:solidFill>
              <a:srgbClr val="5B95C8"/>
            </a:solidFill>
          </a:ln>
          <a:effectLst>
            <a:glow rad="63500">
              <a:srgbClr val="80A4B5"/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8" name="矩形 437">
            <a:extLst>
              <a:ext uri="{FF2B5EF4-FFF2-40B4-BE49-F238E27FC236}">
                <a16:creationId xmlns:a16="http://schemas.microsoft.com/office/drawing/2014/main" id="{2A87AFAA-74FA-43FD-A557-EDA2C4A15C34}"/>
              </a:ext>
            </a:extLst>
          </p:cNvPr>
          <p:cNvSpPr/>
          <p:nvPr/>
        </p:nvSpPr>
        <p:spPr>
          <a:xfrm>
            <a:off x="2061688" y="22529078"/>
            <a:ext cx="1581150" cy="400050"/>
          </a:xfrm>
          <a:prstGeom prst="rect">
            <a:avLst/>
          </a:prstGeom>
          <a:noFill/>
          <a:ln>
            <a:solidFill>
              <a:srgbClr val="5B95C8"/>
            </a:solidFill>
          </a:ln>
          <a:effectLst>
            <a:glow rad="63500">
              <a:srgbClr val="80A4B5"/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9" name="矩形 438">
            <a:extLst>
              <a:ext uri="{FF2B5EF4-FFF2-40B4-BE49-F238E27FC236}">
                <a16:creationId xmlns:a16="http://schemas.microsoft.com/office/drawing/2014/main" id="{260BA127-201A-45C9-A9AA-A9004F67F27E}"/>
              </a:ext>
            </a:extLst>
          </p:cNvPr>
          <p:cNvSpPr/>
          <p:nvPr/>
        </p:nvSpPr>
        <p:spPr>
          <a:xfrm>
            <a:off x="5338288" y="22319528"/>
            <a:ext cx="1498600" cy="400050"/>
          </a:xfrm>
          <a:prstGeom prst="rect">
            <a:avLst/>
          </a:prstGeom>
          <a:noFill/>
          <a:ln>
            <a:solidFill>
              <a:srgbClr val="5B95C8"/>
            </a:solidFill>
          </a:ln>
          <a:effectLst>
            <a:glow rad="63500">
              <a:srgbClr val="80A4B5"/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1" name="矩形 440">
            <a:extLst>
              <a:ext uri="{FF2B5EF4-FFF2-40B4-BE49-F238E27FC236}">
                <a16:creationId xmlns:a16="http://schemas.microsoft.com/office/drawing/2014/main" id="{735A6FA5-0714-47E1-A54C-21506973BCF5}"/>
              </a:ext>
            </a:extLst>
          </p:cNvPr>
          <p:cNvSpPr/>
          <p:nvPr/>
        </p:nvSpPr>
        <p:spPr>
          <a:xfrm>
            <a:off x="8116413" y="22079815"/>
            <a:ext cx="908050" cy="420688"/>
          </a:xfrm>
          <a:prstGeom prst="rect">
            <a:avLst/>
          </a:prstGeom>
          <a:noFill/>
          <a:ln>
            <a:solidFill>
              <a:srgbClr val="5B95C8"/>
            </a:solidFill>
          </a:ln>
          <a:effectLst>
            <a:glow rad="63500">
              <a:srgbClr val="80A4B5"/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3" name="矩形 442">
            <a:extLst>
              <a:ext uri="{FF2B5EF4-FFF2-40B4-BE49-F238E27FC236}">
                <a16:creationId xmlns:a16="http://schemas.microsoft.com/office/drawing/2014/main" id="{48F5DB69-0C1B-46D2-B547-E799DB37AA0C}"/>
              </a:ext>
            </a:extLst>
          </p:cNvPr>
          <p:cNvSpPr/>
          <p:nvPr/>
        </p:nvSpPr>
        <p:spPr>
          <a:xfrm>
            <a:off x="7852888" y="21168590"/>
            <a:ext cx="1304925" cy="368300"/>
          </a:xfrm>
          <a:prstGeom prst="rect">
            <a:avLst/>
          </a:prstGeom>
          <a:noFill/>
          <a:ln>
            <a:solidFill>
              <a:srgbClr val="5B95C8"/>
            </a:solidFill>
          </a:ln>
          <a:effectLst>
            <a:glow rad="63500">
              <a:srgbClr val="80A4B5"/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5" name="矩形 444">
            <a:extLst>
              <a:ext uri="{FF2B5EF4-FFF2-40B4-BE49-F238E27FC236}">
                <a16:creationId xmlns:a16="http://schemas.microsoft.com/office/drawing/2014/main" id="{4754EA98-ADD1-4749-9B3E-98AC084A6F73}"/>
              </a:ext>
            </a:extLst>
          </p:cNvPr>
          <p:cNvSpPr/>
          <p:nvPr/>
        </p:nvSpPr>
        <p:spPr>
          <a:xfrm>
            <a:off x="2642713" y="23975290"/>
            <a:ext cx="1476375" cy="400050"/>
          </a:xfrm>
          <a:prstGeom prst="rect">
            <a:avLst/>
          </a:prstGeom>
          <a:noFill/>
          <a:ln>
            <a:solidFill>
              <a:srgbClr val="5B95C8"/>
            </a:solidFill>
          </a:ln>
          <a:effectLst>
            <a:glow rad="63500">
              <a:srgbClr val="80A4B5"/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6" name="矩形 445">
            <a:extLst>
              <a:ext uri="{FF2B5EF4-FFF2-40B4-BE49-F238E27FC236}">
                <a16:creationId xmlns:a16="http://schemas.microsoft.com/office/drawing/2014/main" id="{2F0E12CC-BB6F-40D2-9218-01EAFD431434}"/>
              </a:ext>
            </a:extLst>
          </p:cNvPr>
          <p:cNvSpPr/>
          <p:nvPr/>
        </p:nvSpPr>
        <p:spPr>
          <a:xfrm>
            <a:off x="5436713" y="23641915"/>
            <a:ext cx="1498600" cy="392257"/>
          </a:xfrm>
          <a:prstGeom prst="rect">
            <a:avLst/>
          </a:prstGeom>
          <a:noFill/>
          <a:ln>
            <a:solidFill>
              <a:srgbClr val="5B95C8"/>
            </a:solidFill>
          </a:ln>
          <a:effectLst>
            <a:glow rad="63500">
              <a:srgbClr val="80A4B5"/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7" name="矩形 446">
            <a:extLst>
              <a:ext uri="{FF2B5EF4-FFF2-40B4-BE49-F238E27FC236}">
                <a16:creationId xmlns:a16="http://schemas.microsoft.com/office/drawing/2014/main" id="{524534B9-47A7-484A-BEC0-8118CA1EFF17}"/>
              </a:ext>
            </a:extLst>
          </p:cNvPr>
          <p:cNvSpPr/>
          <p:nvPr/>
        </p:nvSpPr>
        <p:spPr>
          <a:xfrm>
            <a:off x="5833588" y="24222940"/>
            <a:ext cx="1222375" cy="533400"/>
          </a:xfrm>
          <a:prstGeom prst="rect">
            <a:avLst/>
          </a:prstGeom>
          <a:noFill/>
          <a:ln>
            <a:solidFill>
              <a:srgbClr val="5B95C8"/>
            </a:solidFill>
          </a:ln>
          <a:effectLst>
            <a:glow rad="63500">
              <a:srgbClr val="80A4B5"/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8" name="矩形 447">
            <a:extLst>
              <a:ext uri="{FF2B5EF4-FFF2-40B4-BE49-F238E27FC236}">
                <a16:creationId xmlns:a16="http://schemas.microsoft.com/office/drawing/2014/main" id="{13DAE381-F6AB-45C1-A18B-DD8B6E80899A}"/>
              </a:ext>
            </a:extLst>
          </p:cNvPr>
          <p:cNvSpPr/>
          <p:nvPr/>
        </p:nvSpPr>
        <p:spPr>
          <a:xfrm>
            <a:off x="8092917" y="23924763"/>
            <a:ext cx="1137285" cy="596354"/>
          </a:xfrm>
          <a:prstGeom prst="rect">
            <a:avLst/>
          </a:prstGeom>
          <a:noFill/>
          <a:ln>
            <a:solidFill>
              <a:srgbClr val="5B95C8"/>
            </a:solidFill>
          </a:ln>
          <a:effectLst>
            <a:glow rad="63500">
              <a:srgbClr val="80A4B5"/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9" name="矩形 448">
            <a:extLst>
              <a:ext uri="{FF2B5EF4-FFF2-40B4-BE49-F238E27FC236}">
                <a16:creationId xmlns:a16="http://schemas.microsoft.com/office/drawing/2014/main" id="{5FDB47CC-40E2-475C-BE4F-CA972E5410D5}"/>
              </a:ext>
            </a:extLst>
          </p:cNvPr>
          <p:cNvSpPr/>
          <p:nvPr/>
        </p:nvSpPr>
        <p:spPr>
          <a:xfrm>
            <a:off x="3347563" y="24956365"/>
            <a:ext cx="1600200" cy="400050"/>
          </a:xfrm>
          <a:prstGeom prst="rect">
            <a:avLst/>
          </a:prstGeom>
          <a:noFill/>
          <a:ln>
            <a:solidFill>
              <a:srgbClr val="5B95C8"/>
            </a:solidFill>
          </a:ln>
          <a:effectLst>
            <a:glow rad="63500">
              <a:srgbClr val="80A4B5"/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0" name="矩形 449">
            <a:extLst>
              <a:ext uri="{FF2B5EF4-FFF2-40B4-BE49-F238E27FC236}">
                <a16:creationId xmlns:a16="http://schemas.microsoft.com/office/drawing/2014/main" id="{9C262093-B6A5-4E75-B03D-1DD55A2D03E2}"/>
              </a:ext>
            </a:extLst>
          </p:cNvPr>
          <p:cNvSpPr/>
          <p:nvPr/>
        </p:nvSpPr>
        <p:spPr>
          <a:xfrm>
            <a:off x="8002113" y="24918265"/>
            <a:ext cx="898525" cy="400050"/>
          </a:xfrm>
          <a:prstGeom prst="rect">
            <a:avLst/>
          </a:prstGeom>
          <a:noFill/>
          <a:ln>
            <a:solidFill>
              <a:srgbClr val="5B95C8"/>
            </a:solidFill>
          </a:ln>
          <a:effectLst>
            <a:glow rad="63500">
              <a:srgbClr val="80A4B5"/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1" name="任意多边形: 形状 450">
            <a:extLst>
              <a:ext uri="{FF2B5EF4-FFF2-40B4-BE49-F238E27FC236}">
                <a16:creationId xmlns:a16="http://schemas.microsoft.com/office/drawing/2014/main" id="{AD272B1E-1591-4789-8D22-DF21B7160918}"/>
              </a:ext>
            </a:extLst>
          </p:cNvPr>
          <p:cNvSpPr/>
          <p:nvPr/>
        </p:nvSpPr>
        <p:spPr>
          <a:xfrm>
            <a:off x="3414238" y="20314090"/>
            <a:ext cx="400050" cy="413175"/>
          </a:xfrm>
          <a:custGeom>
            <a:avLst/>
            <a:gdLst>
              <a:gd name="connsiteX0" fmla="*/ 400050 w 400050"/>
              <a:gd name="connsiteY0" fmla="*/ 413175 h 413175"/>
              <a:gd name="connsiteX1" fmla="*/ 352425 w 400050"/>
              <a:gd name="connsiteY1" fmla="*/ 346500 h 413175"/>
              <a:gd name="connsiteX2" fmla="*/ 238125 w 400050"/>
              <a:gd name="connsiteY2" fmla="*/ 175050 h 413175"/>
              <a:gd name="connsiteX3" fmla="*/ 114300 w 400050"/>
              <a:gd name="connsiteY3" fmla="*/ 22650 h 413175"/>
              <a:gd name="connsiteX4" fmla="*/ 0 w 400050"/>
              <a:gd name="connsiteY4" fmla="*/ 3600 h 413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0050" h="413175">
                <a:moveTo>
                  <a:pt x="400050" y="413175"/>
                </a:moveTo>
                <a:cubicBezTo>
                  <a:pt x="389731" y="399681"/>
                  <a:pt x="379412" y="386187"/>
                  <a:pt x="352425" y="346500"/>
                </a:cubicBezTo>
                <a:cubicBezTo>
                  <a:pt x="325437" y="306812"/>
                  <a:pt x="277812" y="229025"/>
                  <a:pt x="238125" y="175050"/>
                </a:cubicBezTo>
                <a:cubicBezTo>
                  <a:pt x="198437" y="121075"/>
                  <a:pt x="153987" y="51225"/>
                  <a:pt x="114300" y="22650"/>
                </a:cubicBezTo>
                <a:cubicBezTo>
                  <a:pt x="74612" y="-5925"/>
                  <a:pt x="37306" y="-1163"/>
                  <a:pt x="0" y="3600"/>
                </a:cubicBezTo>
              </a:path>
            </a:pathLst>
          </a:custGeom>
          <a:noFill/>
          <a:ln w="82550">
            <a:solidFill>
              <a:srgbClr val="AFCDDE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2" name="任意多边形: 形状 451">
            <a:extLst>
              <a:ext uri="{FF2B5EF4-FFF2-40B4-BE49-F238E27FC236}">
                <a16:creationId xmlns:a16="http://schemas.microsoft.com/office/drawing/2014/main" id="{4126320E-CF20-4568-9A99-3BE6CE1F838E}"/>
              </a:ext>
            </a:extLst>
          </p:cNvPr>
          <p:cNvSpPr/>
          <p:nvPr/>
        </p:nvSpPr>
        <p:spPr>
          <a:xfrm>
            <a:off x="3357088" y="21003490"/>
            <a:ext cx="457200" cy="295275"/>
          </a:xfrm>
          <a:custGeom>
            <a:avLst/>
            <a:gdLst>
              <a:gd name="connsiteX0" fmla="*/ 457200 w 457200"/>
              <a:gd name="connsiteY0" fmla="*/ 295275 h 295275"/>
              <a:gd name="connsiteX1" fmla="*/ 276225 w 457200"/>
              <a:gd name="connsiteY1" fmla="*/ 171450 h 295275"/>
              <a:gd name="connsiteX2" fmla="*/ 114300 w 457200"/>
              <a:gd name="connsiteY2" fmla="*/ 28575 h 295275"/>
              <a:gd name="connsiteX3" fmla="*/ 0 w 457200"/>
              <a:gd name="connsiteY3" fmla="*/ 0 h 2952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7200" h="295275">
                <a:moveTo>
                  <a:pt x="457200" y="295275"/>
                </a:moveTo>
                <a:cubicBezTo>
                  <a:pt x="395287" y="255587"/>
                  <a:pt x="333375" y="215900"/>
                  <a:pt x="276225" y="171450"/>
                </a:cubicBezTo>
                <a:cubicBezTo>
                  <a:pt x="219075" y="127000"/>
                  <a:pt x="160338" y="57150"/>
                  <a:pt x="114300" y="28575"/>
                </a:cubicBezTo>
                <a:cubicBezTo>
                  <a:pt x="68262" y="0"/>
                  <a:pt x="34131" y="0"/>
                  <a:pt x="0" y="0"/>
                </a:cubicBezTo>
              </a:path>
            </a:pathLst>
          </a:custGeom>
          <a:noFill/>
          <a:ln w="82550">
            <a:solidFill>
              <a:srgbClr val="AFCDDE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3" name="任意多边形: 形状 452">
            <a:extLst>
              <a:ext uri="{FF2B5EF4-FFF2-40B4-BE49-F238E27FC236}">
                <a16:creationId xmlns:a16="http://schemas.microsoft.com/office/drawing/2014/main" id="{CA6893EB-E512-4379-9481-07B3E6AE1CE3}"/>
              </a:ext>
            </a:extLst>
          </p:cNvPr>
          <p:cNvSpPr/>
          <p:nvPr/>
        </p:nvSpPr>
        <p:spPr>
          <a:xfrm>
            <a:off x="3967594" y="21375737"/>
            <a:ext cx="561975" cy="232859"/>
          </a:xfrm>
          <a:custGeom>
            <a:avLst/>
            <a:gdLst>
              <a:gd name="connsiteX0" fmla="*/ 0 w 561975"/>
              <a:gd name="connsiteY0" fmla="*/ 232859 h 232859"/>
              <a:gd name="connsiteX1" fmla="*/ 228600 w 561975"/>
              <a:gd name="connsiteY1" fmla="*/ 118559 h 232859"/>
              <a:gd name="connsiteX2" fmla="*/ 447675 w 561975"/>
              <a:gd name="connsiteY2" fmla="*/ 13784 h 232859"/>
              <a:gd name="connsiteX3" fmla="*/ 561975 w 561975"/>
              <a:gd name="connsiteY3" fmla="*/ 4259 h 232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232859">
                <a:moveTo>
                  <a:pt x="0" y="232859"/>
                </a:moveTo>
                <a:lnTo>
                  <a:pt x="228600" y="118559"/>
                </a:lnTo>
                <a:cubicBezTo>
                  <a:pt x="303212" y="82047"/>
                  <a:pt x="392113" y="32834"/>
                  <a:pt x="447675" y="13784"/>
                </a:cubicBezTo>
                <a:cubicBezTo>
                  <a:pt x="503238" y="-5266"/>
                  <a:pt x="532606" y="-504"/>
                  <a:pt x="561975" y="4259"/>
                </a:cubicBezTo>
              </a:path>
            </a:pathLst>
          </a:custGeom>
          <a:noFill/>
          <a:ln w="82550">
            <a:solidFill>
              <a:srgbClr val="AFCDDE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4" name="任意多边形: 形状 453">
            <a:extLst>
              <a:ext uri="{FF2B5EF4-FFF2-40B4-BE49-F238E27FC236}">
                <a16:creationId xmlns:a16="http://schemas.microsoft.com/office/drawing/2014/main" id="{58B89517-878C-4144-8D06-8263A8F7F988}"/>
              </a:ext>
            </a:extLst>
          </p:cNvPr>
          <p:cNvSpPr/>
          <p:nvPr/>
        </p:nvSpPr>
        <p:spPr>
          <a:xfrm>
            <a:off x="3728563" y="22765615"/>
            <a:ext cx="447675" cy="514350"/>
          </a:xfrm>
          <a:custGeom>
            <a:avLst/>
            <a:gdLst>
              <a:gd name="connsiteX0" fmla="*/ 447675 w 447675"/>
              <a:gd name="connsiteY0" fmla="*/ 514350 h 514350"/>
              <a:gd name="connsiteX1" fmla="*/ 247650 w 447675"/>
              <a:gd name="connsiteY1" fmla="*/ 361950 h 514350"/>
              <a:gd name="connsiteX2" fmla="*/ 114300 w 447675"/>
              <a:gd name="connsiteY2" fmla="*/ 133350 h 514350"/>
              <a:gd name="connsiteX3" fmla="*/ 0 w 447675"/>
              <a:gd name="connsiteY3" fmla="*/ 0 h 514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7675" h="514350">
                <a:moveTo>
                  <a:pt x="447675" y="514350"/>
                </a:moveTo>
                <a:cubicBezTo>
                  <a:pt x="375443" y="469900"/>
                  <a:pt x="303212" y="425450"/>
                  <a:pt x="247650" y="361950"/>
                </a:cubicBezTo>
                <a:cubicBezTo>
                  <a:pt x="192088" y="298450"/>
                  <a:pt x="155575" y="193675"/>
                  <a:pt x="114300" y="133350"/>
                </a:cubicBezTo>
                <a:cubicBezTo>
                  <a:pt x="73025" y="73025"/>
                  <a:pt x="36512" y="36512"/>
                  <a:pt x="0" y="0"/>
                </a:cubicBezTo>
              </a:path>
            </a:pathLst>
          </a:custGeom>
          <a:noFill/>
          <a:ln w="82550">
            <a:solidFill>
              <a:srgbClr val="AFCDDE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5" name="任意多边形: 形状 454">
            <a:extLst>
              <a:ext uri="{FF2B5EF4-FFF2-40B4-BE49-F238E27FC236}">
                <a16:creationId xmlns:a16="http://schemas.microsoft.com/office/drawing/2014/main" id="{B887ED5F-783C-40B6-A924-A9193992512B}"/>
              </a:ext>
            </a:extLst>
          </p:cNvPr>
          <p:cNvSpPr/>
          <p:nvPr/>
        </p:nvSpPr>
        <p:spPr>
          <a:xfrm>
            <a:off x="4157188" y="24127690"/>
            <a:ext cx="685800" cy="304800"/>
          </a:xfrm>
          <a:custGeom>
            <a:avLst/>
            <a:gdLst>
              <a:gd name="connsiteX0" fmla="*/ 685800 w 685800"/>
              <a:gd name="connsiteY0" fmla="*/ 304800 h 304800"/>
              <a:gd name="connsiteX1" fmla="*/ 371475 w 685800"/>
              <a:gd name="connsiteY1" fmla="*/ 238125 h 304800"/>
              <a:gd name="connsiteX2" fmla="*/ 171450 w 685800"/>
              <a:gd name="connsiteY2" fmla="*/ 47625 h 304800"/>
              <a:gd name="connsiteX3" fmla="*/ 0 w 685800"/>
              <a:gd name="connsiteY3" fmla="*/ 0 h 30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5800" h="304800">
                <a:moveTo>
                  <a:pt x="685800" y="304800"/>
                </a:moveTo>
                <a:cubicBezTo>
                  <a:pt x="571500" y="292894"/>
                  <a:pt x="457200" y="280988"/>
                  <a:pt x="371475" y="238125"/>
                </a:cubicBezTo>
                <a:cubicBezTo>
                  <a:pt x="285750" y="195262"/>
                  <a:pt x="233363" y="87313"/>
                  <a:pt x="171450" y="47625"/>
                </a:cubicBezTo>
                <a:cubicBezTo>
                  <a:pt x="109537" y="7937"/>
                  <a:pt x="54768" y="3968"/>
                  <a:pt x="0" y="0"/>
                </a:cubicBezTo>
              </a:path>
            </a:pathLst>
          </a:custGeom>
          <a:noFill/>
          <a:ln w="82550">
            <a:solidFill>
              <a:srgbClr val="AFCDDE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6" name="任意多边形: 形状 455">
            <a:extLst>
              <a:ext uri="{FF2B5EF4-FFF2-40B4-BE49-F238E27FC236}">
                <a16:creationId xmlns:a16="http://schemas.microsoft.com/office/drawing/2014/main" id="{A61BFD82-AD4C-4CA5-8409-99F4A16BE99D}"/>
              </a:ext>
            </a:extLst>
          </p:cNvPr>
          <p:cNvSpPr/>
          <p:nvPr/>
        </p:nvSpPr>
        <p:spPr>
          <a:xfrm>
            <a:off x="4976338" y="25194490"/>
            <a:ext cx="723900" cy="172923"/>
          </a:xfrm>
          <a:custGeom>
            <a:avLst/>
            <a:gdLst>
              <a:gd name="connsiteX0" fmla="*/ 723900 w 723900"/>
              <a:gd name="connsiteY0" fmla="*/ 161925 h 172923"/>
              <a:gd name="connsiteX1" fmla="*/ 457200 w 723900"/>
              <a:gd name="connsiteY1" fmla="*/ 161925 h 172923"/>
              <a:gd name="connsiteX2" fmla="*/ 190500 w 723900"/>
              <a:gd name="connsiteY2" fmla="*/ 47625 h 172923"/>
              <a:gd name="connsiteX3" fmla="*/ 0 w 723900"/>
              <a:gd name="connsiteY3" fmla="*/ 0 h 1729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23900" h="172923">
                <a:moveTo>
                  <a:pt x="723900" y="161925"/>
                </a:moveTo>
                <a:cubicBezTo>
                  <a:pt x="635000" y="171450"/>
                  <a:pt x="546100" y="180975"/>
                  <a:pt x="457200" y="161925"/>
                </a:cubicBezTo>
                <a:cubicBezTo>
                  <a:pt x="368300" y="142875"/>
                  <a:pt x="266700" y="74612"/>
                  <a:pt x="190500" y="47625"/>
                </a:cubicBezTo>
                <a:cubicBezTo>
                  <a:pt x="114300" y="20637"/>
                  <a:pt x="57150" y="10318"/>
                  <a:pt x="0" y="0"/>
                </a:cubicBezTo>
              </a:path>
            </a:pathLst>
          </a:custGeom>
          <a:noFill/>
          <a:ln w="82550">
            <a:solidFill>
              <a:srgbClr val="AFCDDE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7" name="矩形 456">
            <a:extLst>
              <a:ext uri="{FF2B5EF4-FFF2-40B4-BE49-F238E27FC236}">
                <a16:creationId xmlns:a16="http://schemas.microsoft.com/office/drawing/2014/main" id="{358762FF-98E8-4EB4-BA5E-6D82CB12DAB9}"/>
              </a:ext>
            </a:extLst>
          </p:cNvPr>
          <p:cNvSpPr/>
          <p:nvPr/>
        </p:nvSpPr>
        <p:spPr>
          <a:xfrm>
            <a:off x="10635775" y="20584389"/>
            <a:ext cx="2103438" cy="310243"/>
          </a:xfrm>
          <a:prstGeom prst="rect">
            <a:avLst/>
          </a:prstGeom>
          <a:noFill/>
          <a:ln>
            <a:solidFill>
              <a:srgbClr val="F6A36D"/>
            </a:solidFill>
          </a:ln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8" name="矩形 457">
            <a:extLst>
              <a:ext uri="{FF2B5EF4-FFF2-40B4-BE49-F238E27FC236}">
                <a16:creationId xmlns:a16="http://schemas.microsoft.com/office/drawing/2014/main" id="{BFBF3C54-B65C-4E9C-AEDA-C136A94C05D7}"/>
              </a:ext>
            </a:extLst>
          </p:cNvPr>
          <p:cNvSpPr/>
          <p:nvPr/>
        </p:nvSpPr>
        <p:spPr>
          <a:xfrm>
            <a:off x="10498615" y="22596069"/>
            <a:ext cx="1550988" cy="388621"/>
          </a:xfrm>
          <a:prstGeom prst="rect">
            <a:avLst/>
          </a:prstGeom>
          <a:noFill/>
          <a:ln>
            <a:solidFill>
              <a:srgbClr val="F6A36D"/>
            </a:solidFill>
          </a:ln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9" name="矩形 458">
            <a:extLst>
              <a:ext uri="{FF2B5EF4-FFF2-40B4-BE49-F238E27FC236}">
                <a16:creationId xmlns:a16="http://schemas.microsoft.com/office/drawing/2014/main" id="{F304A9CA-FEE1-4870-9A21-9BDD96D191D6}"/>
              </a:ext>
            </a:extLst>
          </p:cNvPr>
          <p:cNvSpPr/>
          <p:nvPr/>
        </p:nvSpPr>
        <p:spPr>
          <a:xfrm>
            <a:off x="8372635" y="22923729"/>
            <a:ext cx="1093788" cy="320041"/>
          </a:xfrm>
          <a:prstGeom prst="rect">
            <a:avLst/>
          </a:prstGeom>
          <a:noFill/>
          <a:ln>
            <a:solidFill>
              <a:srgbClr val="F6A36D"/>
            </a:solidFill>
          </a:ln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0" name="矩形 459">
            <a:extLst>
              <a:ext uri="{FF2B5EF4-FFF2-40B4-BE49-F238E27FC236}">
                <a16:creationId xmlns:a16="http://schemas.microsoft.com/office/drawing/2014/main" id="{74DA9B3F-F909-48D1-B9DE-50670107D747}"/>
              </a:ext>
            </a:extLst>
          </p:cNvPr>
          <p:cNvSpPr/>
          <p:nvPr/>
        </p:nvSpPr>
        <p:spPr>
          <a:xfrm>
            <a:off x="11012307" y="24984492"/>
            <a:ext cx="1799296" cy="552898"/>
          </a:xfrm>
          <a:prstGeom prst="rect">
            <a:avLst/>
          </a:prstGeom>
          <a:noFill/>
          <a:ln>
            <a:solidFill>
              <a:srgbClr val="F6A36D"/>
            </a:solidFill>
          </a:ln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1" name="矩形 460">
            <a:extLst>
              <a:ext uri="{FF2B5EF4-FFF2-40B4-BE49-F238E27FC236}">
                <a16:creationId xmlns:a16="http://schemas.microsoft.com/office/drawing/2014/main" id="{D8ED45A6-71AE-44AE-935E-65B64209D6B1}"/>
              </a:ext>
            </a:extLst>
          </p:cNvPr>
          <p:cNvSpPr/>
          <p:nvPr/>
        </p:nvSpPr>
        <p:spPr>
          <a:xfrm>
            <a:off x="10993257" y="26135112"/>
            <a:ext cx="1799296" cy="331918"/>
          </a:xfrm>
          <a:prstGeom prst="rect">
            <a:avLst/>
          </a:prstGeom>
          <a:noFill/>
          <a:ln>
            <a:solidFill>
              <a:srgbClr val="F6A36D"/>
            </a:solidFill>
          </a:ln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2" name="任意多边形: 形状 461">
            <a:extLst>
              <a:ext uri="{FF2B5EF4-FFF2-40B4-BE49-F238E27FC236}">
                <a16:creationId xmlns:a16="http://schemas.microsoft.com/office/drawing/2014/main" id="{A1F00D84-8620-4FDB-A385-0F58122D0574}"/>
              </a:ext>
            </a:extLst>
          </p:cNvPr>
          <p:cNvSpPr/>
          <p:nvPr/>
        </p:nvSpPr>
        <p:spPr>
          <a:xfrm>
            <a:off x="10792303" y="26276530"/>
            <a:ext cx="99060" cy="220980"/>
          </a:xfrm>
          <a:custGeom>
            <a:avLst/>
            <a:gdLst>
              <a:gd name="connsiteX0" fmla="*/ 0 w 99060"/>
              <a:gd name="connsiteY0" fmla="*/ 220980 h 220980"/>
              <a:gd name="connsiteX1" fmla="*/ 99060 w 99060"/>
              <a:gd name="connsiteY1" fmla="*/ 0 h 220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9060" h="220980">
                <a:moveTo>
                  <a:pt x="0" y="220980"/>
                </a:moveTo>
                <a:lnTo>
                  <a:pt x="99060" y="0"/>
                </a:lnTo>
              </a:path>
            </a:pathLst>
          </a:custGeom>
          <a:noFill/>
          <a:ln w="92075">
            <a:solidFill>
              <a:srgbClr val="FDDDC8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3" name="任意多边形: 形状 462">
            <a:extLst>
              <a:ext uri="{FF2B5EF4-FFF2-40B4-BE49-F238E27FC236}">
                <a16:creationId xmlns:a16="http://schemas.microsoft.com/office/drawing/2014/main" id="{A763F26F-0171-4BE5-BD0F-9F15735890F5}"/>
              </a:ext>
            </a:extLst>
          </p:cNvPr>
          <p:cNvSpPr/>
          <p:nvPr/>
        </p:nvSpPr>
        <p:spPr>
          <a:xfrm>
            <a:off x="10319863" y="25133530"/>
            <a:ext cx="670560" cy="388620"/>
          </a:xfrm>
          <a:custGeom>
            <a:avLst/>
            <a:gdLst>
              <a:gd name="connsiteX0" fmla="*/ 0 w 670560"/>
              <a:gd name="connsiteY0" fmla="*/ 388620 h 388620"/>
              <a:gd name="connsiteX1" fmla="*/ 198120 w 670560"/>
              <a:gd name="connsiteY1" fmla="*/ 175260 h 388620"/>
              <a:gd name="connsiteX2" fmla="*/ 556260 w 670560"/>
              <a:gd name="connsiteY2" fmla="*/ 99060 h 388620"/>
              <a:gd name="connsiteX3" fmla="*/ 670560 w 670560"/>
              <a:gd name="connsiteY3" fmla="*/ 0 h 3886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70560" h="388620">
                <a:moveTo>
                  <a:pt x="0" y="388620"/>
                </a:moveTo>
                <a:cubicBezTo>
                  <a:pt x="52705" y="306070"/>
                  <a:pt x="105410" y="223520"/>
                  <a:pt x="198120" y="175260"/>
                </a:cubicBezTo>
                <a:cubicBezTo>
                  <a:pt x="290830" y="127000"/>
                  <a:pt x="477520" y="128270"/>
                  <a:pt x="556260" y="99060"/>
                </a:cubicBezTo>
                <a:cubicBezTo>
                  <a:pt x="635000" y="69850"/>
                  <a:pt x="652780" y="34925"/>
                  <a:pt x="670560" y="0"/>
                </a:cubicBezTo>
              </a:path>
            </a:pathLst>
          </a:custGeom>
          <a:noFill/>
          <a:ln w="92075">
            <a:solidFill>
              <a:srgbClr val="FDDDC8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4" name="任意多边形: 形状 463">
            <a:extLst>
              <a:ext uri="{FF2B5EF4-FFF2-40B4-BE49-F238E27FC236}">
                <a16:creationId xmlns:a16="http://schemas.microsoft.com/office/drawing/2014/main" id="{332D833A-137D-4BE8-9883-771D5A50097C}"/>
              </a:ext>
            </a:extLst>
          </p:cNvPr>
          <p:cNvSpPr/>
          <p:nvPr/>
        </p:nvSpPr>
        <p:spPr>
          <a:xfrm>
            <a:off x="9466423" y="23091370"/>
            <a:ext cx="358140" cy="274320"/>
          </a:xfrm>
          <a:custGeom>
            <a:avLst/>
            <a:gdLst>
              <a:gd name="connsiteX0" fmla="*/ 358140 w 358140"/>
              <a:gd name="connsiteY0" fmla="*/ 274320 h 274320"/>
              <a:gd name="connsiteX1" fmla="*/ 205740 w 358140"/>
              <a:gd name="connsiteY1" fmla="*/ 167640 h 274320"/>
              <a:gd name="connsiteX2" fmla="*/ 121920 w 358140"/>
              <a:gd name="connsiteY2" fmla="*/ 53340 h 274320"/>
              <a:gd name="connsiteX3" fmla="*/ 0 w 358140"/>
              <a:gd name="connsiteY3" fmla="*/ 0 h 274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8140" h="274320">
                <a:moveTo>
                  <a:pt x="358140" y="274320"/>
                </a:moveTo>
                <a:cubicBezTo>
                  <a:pt x="301625" y="239395"/>
                  <a:pt x="245110" y="204470"/>
                  <a:pt x="205740" y="167640"/>
                </a:cubicBezTo>
                <a:cubicBezTo>
                  <a:pt x="166370" y="130810"/>
                  <a:pt x="156210" y="81280"/>
                  <a:pt x="121920" y="53340"/>
                </a:cubicBezTo>
                <a:cubicBezTo>
                  <a:pt x="87630" y="25400"/>
                  <a:pt x="43815" y="12700"/>
                  <a:pt x="0" y="0"/>
                </a:cubicBezTo>
              </a:path>
            </a:pathLst>
          </a:custGeom>
          <a:noFill/>
          <a:ln w="92075">
            <a:solidFill>
              <a:srgbClr val="FDDDC8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5" name="任意多边形: 形状 464">
            <a:extLst>
              <a:ext uri="{FF2B5EF4-FFF2-40B4-BE49-F238E27FC236}">
                <a16:creationId xmlns:a16="http://schemas.microsoft.com/office/drawing/2014/main" id="{06DA84EE-8D79-4902-9DA8-F417297A2011}"/>
              </a:ext>
            </a:extLst>
          </p:cNvPr>
          <p:cNvSpPr/>
          <p:nvPr/>
        </p:nvSpPr>
        <p:spPr>
          <a:xfrm>
            <a:off x="9916003" y="22801810"/>
            <a:ext cx="541020" cy="327660"/>
          </a:xfrm>
          <a:custGeom>
            <a:avLst/>
            <a:gdLst>
              <a:gd name="connsiteX0" fmla="*/ 0 w 541020"/>
              <a:gd name="connsiteY0" fmla="*/ 327660 h 327660"/>
              <a:gd name="connsiteX1" fmla="*/ 198120 w 541020"/>
              <a:gd name="connsiteY1" fmla="*/ 175260 h 327660"/>
              <a:gd name="connsiteX2" fmla="*/ 441960 w 541020"/>
              <a:gd name="connsiteY2" fmla="*/ 60960 h 327660"/>
              <a:gd name="connsiteX3" fmla="*/ 541020 w 541020"/>
              <a:gd name="connsiteY3" fmla="*/ 0 h 3276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1020" h="327660">
                <a:moveTo>
                  <a:pt x="0" y="327660"/>
                </a:moveTo>
                <a:cubicBezTo>
                  <a:pt x="62230" y="273685"/>
                  <a:pt x="124460" y="219710"/>
                  <a:pt x="198120" y="175260"/>
                </a:cubicBezTo>
                <a:cubicBezTo>
                  <a:pt x="271780" y="130810"/>
                  <a:pt x="384810" y="90170"/>
                  <a:pt x="441960" y="60960"/>
                </a:cubicBezTo>
                <a:cubicBezTo>
                  <a:pt x="499110" y="31750"/>
                  <a:pt x="520065" y="15875"/>
                  <a:pt x="541020" y="0"/>
                </a:cubicBezTo>
              </a:path>
            </a:pathLst>
          </a:custGeom>
          <a:noFill/>
          <a:ln w="92075">
            <a:solidFill>
              <a:srgbClr val="FDDDC8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6" name="任意多边形: 形状 465">
            <a:extLst>
              <a:ext uri="{FF2B5EF4-FFF2-40B4-BE49-F238E27FC236}">
                <a16:creationId xmlns:a16="http://schemas.microsoft.com/office/drawing/2014/main" id="{32E29D44-2BFA-49EE-BC66-0474FF09C504}"/>
              </a:ext>
            </a:extLst>
          </p:cNvPr>
          <p:cNvSpPr/>
          <p:nvPr/>
        </p:nvSpPr>
        <p:spPr>
          <a:xfrm>
            <a:off x="9992203" y="20782510"/>
            <a:ext cx="640080" cy="594360"/>
          </a:xfrm>
          <a:custGeom>
            <a:avLst/>
            <a:gdLst>
              <a:gd name="connsiteX0" fmla="*/ 0 w 640080"/>
              <a:gd name="connsiteY0" fmla="*/ 594360 h 594360"/>
              <a:gd name="connsiteX1" fmla="*/ 228600 w 640080"/>
              <a:gd name="connsiteY1" fmla="*/ 327660 h 594360"/>
              <a:gd name="connsiteX2" fmla="*/ 541020 w 640080"/>
              <a:gd name="connsiteY2" fmla="*/ 114300 h 594360"/>
              <a:gd name="connsiteX3" fmla="*/ 640080 w 640080"/>
              <a:gd name="connsiteY3" fmla="*/ 0 h 594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0080" h="594360">
                <a:moveTo>
                  <a:pt x="0" y="594360"/>
                </a:moveTo>
                <a:cubicBezTo>
                  <a:pt x="69215" y="501015"/>
                  <a:pt x="138430" y="407670"/>
                  <a:pt x="228600" y="327660"/>
                </a:cubicBezTo>
                <a:cubicBezTo>
                  <a:pt x="318770" y="247650"/>
                  <a:pt x="472440" y="168910"/>
                  <a:pt x="541020" y="114300"/>
                </a:cubicBezTo>
                <a:cubicBezTo>
                  <a:pt x="609600" y="59690"/>
                  <a:pt x="624840" y="29845"/>
                  <a:pt x="640080" y="0"/>
                </a:cubicBezTo>
              </a:path>
            </a:pathLst>
          </a:custGeom>
          <a:noFill/>
          <a:ln w="92075">
            <a:solidFill>
              <a:srgbClr val="FDDDC8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7" name="矩形 466">
            <a:extLst>
              <a:ext uri="{FF2B5EF4-FFF2-40B4-BE49-F238E27FC236}">
                <a16:creationId xmlns:a16="http://schemas.microsoft.com/office/drawing/2014/main" id="{9FA89633-81D9-46A8-8FDB-6EDF13021A1F}"/>
              </a:ext>
            </a:extLst>
          </p:cNvPr>
          <p:cNvSpPr/>
          <p:nvPr/>
        </p:nvSpPr>
        <p:spPr>
          <a:xfrm>
            <a:off x="12639835" y="21224469"/>
            <a:ext cx="1215708" cy="381001"/>
          </a:xfrm>
          <a:prstGeom prst="rect">
            <a:avLst/>
          </a:prstGeom>
          <a:noFill/>
          <a:ln w="19050">
            <a:solidFill>
              <a:srgbClr val="717D4B"/>
            </a:solidFill>
          </a:ln>
          <a:effectLst>
            <a:glow rad="139700">
              <a:srgbClr val="C4CDA1"/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8" name="矩形 467">
            <a:extLst>
              <a:ext uri="{FF2B5EF4-FFF2-40B4-BE49-F238E27FC236}">
                <a16:creationId xmlns:a16="http://schemas.microsoft.com/office/drawing/2014/main" id="{66DD4A5E-C5B0-4FAE-A2FB-66C856403B9E}"/>
              </a:ext>
            </a:extLst>
          </p:cNvPr>
          <p:cNvSpPr/>
          <p:nvPr/>
        </p:nvSpPr>
        <p:spPr>
          <a:xfrm>
            <a:off x="13371355" y="20020509"/>
            <a:ext cx="720408" cy="266701"/>
          </a:xfrm>
          <a:prstGeom prst="rect">
            <a:avLst/>
          </a:prstGeom>
          <a:noFill/>
          <a:ln w="19050">
            <a:solidFill>
              <a:srgbClr val="717D4B"/>
            </a:solidFill>
          </a:ln>
          <a:effectLst>
            <a:glow rad="139700">
              <a:srgbClr val="C4CDA1"/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9" name="矩形 468">
            <a:extLst>
              <a:ext uri="{FF2B5EF4-FFF2-40B4-BE49-F238E27FC236}">
                <a16:creationId xmlns:a16="http://schemas.microsoft.com/office/drawing/2014/main" id="{2735E285-1BA0-4AC8-8DBD-03E20F61FB08}"/>
              </a:ext>
            </a:extLst>
          </p:cNvPr>
          <p:cNvSpPr/>
          <p:nvPr/>
        </p:nvSpPr>
        <p:spPr>
          <a:xfrm>
            <a:off x="15659419" y="20020509"/>
            <a:ext cx="1373664" cy="335281"/>
          </a:xfrm>
          <a:prstGeom prst="rect">
            <a:avLst/>
          </a:prstGeom>
          <a:noFill/>
          <a:ln w="19050">
            <a:solidFill>
              <a:srgbClr val="717D4B"/>
            </a:solidFill>
          </a:ln>
          <a:effectLst>
            <a:glow rad="139700">
              <a:srgbClr val="C4CDA1"/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0" name="矩形 469">
            <a:extLst>
              <a:ext uri="{FF2B5EF4-FFF2-40B4-BE49-F238E27FC236}">
                <a16:creationId xmlns:a16="http://schemas.microsoft.com/office/drawing/2014/main" id="{0C0378C3-424D-490F-B42B-9EBE7DA7C1D9}"/>
              </a:ext>
            </a:extLst>
          </p:cNvPr>
          <p:cNvSpPr/>
          <p:nvPr/>
        </p:nvSpPr>
        <p:spPr>
          <a:xfrm>
            <a:off x="15674659" y="20614869"/>
            <a:ext cx="1305084" cy="335281"/>
          </a:xfrm>
          <a:prstGeom prst="rect">
            <a:avLst/>
          </a:prstGeom>
          <a:noFill/>
          <a:ln w="19050">
            <a:solidFill>
              <a:srgbClr val="717D4B"/>
            </a:solidFill>
          </a:ln>
          <a:effectLst>
            <a:glow rad="139700">
              <a:srgbClr val="C4CDA1"/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1" name="矩形 470">
            <a:extLst>
              <a:ext uri="{FF2B5EF4-FFF2-40B4-BE49-F238E27FC236}">
                <a16:creationId xmlns:a16="http://schemas.microsoft.com/office/drawing/2014/main" id="{128369A8-EEC1-4494-83F9-E9973CB59EFB}"/>
              </a:ext>
            </a:extLst>
          </p:cNvPr>
          <p:cNvSpPr/>
          <p:nvPr/>
        </p:nvSpPr>
        <p:spPr>
          <a:xfrm>
            <a:off x="15354619" y="21841689"/>
            <a:ext cx="1678464" cy="335281"/>
          </a:xfrm>
          <a:prstGeom prst="rect">
            <a:avLst/>
          </a:prstGeom>
          <a:noFill/>
          <a:ln w="19050">
            <a:solidFill>
              <a:srgbClr val="717D4B"/>
            </a:solidFill>
          </a:ln>
          <a:effectLst>
            <a:glow rad="139700">
              <a:srgbClr val="C4CDA1"/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2" name="矩形 471">
            <a:extLst>
              <a:ext uri="{FF2B5EF4-FFF2-40B4-BE49-F238E27FC236}">
                <a16:creationId xmlns:a16="http://schemas.microsoft.com/office/drawing/2014/main" id="{29285439-3304-42E7-922F-B480E69D09A2}"/>
              </a:ext>
            </a:extLst>
          </p:cNvPr>
          <p:cNvSpPr/>
          <p:nvPr/>
        </p:nvSpPr>
        <p:spPr>
          <a:xfrm>
            <a:off x="15301279" y="22436049"/>
            <a:ext cx="1366044" cy="335281"/>
          </a:xfrm>
          <a:prstGeom prst="rect">
            <a:avLst/>
          </a:prstGeom>
          <a:noFill/>
          <a:ln w="19050">
            <a:solidFill>
              <a:srgbClr val="717D4B"/>
            </a:solidFill>
          </a:ln>
          <a:effectLst>
            <a:glow rad="139700">
              <a:srgbClr val="C4CDA1"/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3" name="矩形 472">
            <a:extLst>
              <a:ext uri="{FF2B5EF4-FFF2-40B4-BE49-F238E27FC236}">
                <a16:creationId xmlns:a16="http://schemas.microsoft.com/office/drawing/2014/main" id="{EAC5D67A-B7FA-4E6F-B847-FE8A7ACD7B51}"/>
              </a:ext>
            </a:extLst>
          </p:cNvPr>
          <p:cNvSpPr/>
          <p:nvPr/>
        </p:nvSpPr>
        <p:spPr>
          <a:xfrm>
            <a:off x="15430819" y="23053269"/>
            <a:ext cx="1038384" cy="335281"/>
          </a:xfrm>
          <a:prstGeom prst="rect">
            <a:avLst/>
          </a:prstGeom>
          <a:noFill/>
          <a:ln w="19050">
            <a:solidFill>
              <a:srgbClr val="717D4B"/>
            </a:solidFill>
          </a:ln>
          <a:effectLst>
            <a:glow rad="139700">
              <a:srgbClr val="C4CDA1"/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4" name="矩形 473">
            <a:extLst>
              <a:ext uri="{FF2B5EF4-FFF2-40B4-BE49-F238E27FC236}">
                <a16:creationId xmlns:a16="http://schemas.microsoft.com/office/drawing/2014/main" id="{506AC129-7E23-4703-A811-2746D603FF74}"/>
              </a:ext>
            </a:extLst>
          </p:cNvPr>
          <p:cNvSpPr/>
          <p:nvPr/>
        </p:nvSpPr>
        <p:spPr>
          <a:xfrm>
            <a:off x="15354619" y="23921949"/>
            <a:ext cx="1312704" cy="335281"/>
          </a:xfrm>
          <a:prstGeom prst="rect">
            <a:avLst/>
          </a:prstGeom>
          <a:noFill/>
          <a:ln w="19050">
            <a:solidFill>
              <a:srgbClr val="717D4B"/>
            </a:solidFill>
          </a:ln>
          <a:effectLst>
            <a:glow rad="139700">
              <a:srgbClr val="C4CDA1"/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5" name="矩形 474">
            <a:extLst>
              <a:ext uri="{FF2B5EF4-FFF2-40B4-BE49-F238E27FC236}">
                <a16:creationId xmlns:a16="http://schemas.microsoft.com/office/drawing/2014/main" id="{7C75F8DC-CEF5-42D9-8C18-1006C69FC1BB}"/>
              </a:ext>
            </a:extLst>
          </p:cNvPr>
          <p:cNvSpPr/>
          <p:nvPr/>
        </p:nvSpPr>
        <p:spPr>
          <a:xfrm>
            <a:off x="12314239" y="24051401"/>
            <a:ext cx="1312704" cy="335281"/>
          </a:xfrm>
          <a:prstGeom prst="rect">
            <a:avLst/>
          </a:prstGeom>
          <a:noFill/>
          <a:ln w="19050">
            <a:solidFill>
              <a:srgbClr val="717D4B"/>
            </a:solidFill>
          </a:ln>
          <a:effectLst>
            <a:glow rad="139700">
              <a:srgbClr val="C4CDA1"/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6" name="矩形 475">
            <a:extLst>
              <a:ext uri="{FF2B5EF4-FFF2-40B4-BE49-F238E27FC236}">
                <a16:creationId xmlns:a16="http://schemas.microsoft.com/office/drawing/2014/main" id="{279AB06C-9B13-4D1B-BD24-AFBF6B1F8111}"/>
              </a:ext>
            </a:extLst>
          </p:cNvPr>
          <p:cNvSpPr/>
          <p:nvPr/>
        </p:nvSpPr>
        <p:spPr>
          <a:xfrm>
            <a:off x="13371355" y="22885628"/>
            <a:ext cx="720408" cy="335281"/>
          </a:xfrm>
          <a:prstGeom prst="rect">
            <a:avLst/>
          </a:prstGeom>
          <a:noFill/>
          <a:ln w="19050">
            <a:solidFill>
              <a:srgbClr val="717D4B"/>
            </a:solidFill>
          </a:ln>
          <a:effectLst>
            <a:glow rad="139700">
              <a:srgbClr val="C4CDA1"/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7" name="矩形 476">
            <a:extLst>
              <a:ext uri="{FF2B5EF4-FFF2-40B4-BE49-F238E27FC236}">
                <a16:creationId xmlns:a16="http://schemas.microsoft.com/office/drawing/2014/main" id="{E62507BA-4F97-41A1-8E1D-42E47AA2149C}"/>
              </a:ext>
            </a:extLst>
          </p:cNvPr>
          <p:cNvSpPr/>
          <p:nvPr/>
        </p:nvSpPr>
        <p:spPr>
          <a:xfrm>
            <a:off x="12908599" y="21959752"/>
            <a:ext cx="1084104" cy="335281"/>
          </a:xfrm>
          <a:prstGeom prst="rect">
            <a:avLst/>
          </a:prstGeom>
          <a:noFill/>
          <a:ln w="19050">
            <a:solidFill>
              <a:srgbClr val="717D4B"/>
            </a:solidFill>
          </a:ln>
          <a:effectLst>
            <a:glow rad="139700">
              <a:srgbClr val="C4CDA1"/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8" name="任意多边形: 形状 477">
            <a:extLst>
              <a:ext uri="{FF2B5EF4-FFF2-40B4-BE49-F238E27FC236}">
                <a16:creationId xmlns:a16="http://schemas.microsoft.com/office/drawing/2014/main" id="{038D4A85-C23B-48FC-9BC7-0953D655F96E}"/>
              </a:ext>
            </a:extLst>
          </p:cNvPr>
          <p:cNvSpPr/>
          <p:nvPr/>
        </p:nvSpPr>
        <p:spPr>
          <a:xfrm>
            <a:off x="14929963" y="20218630"/>
            <a:ext cx="678180" cy="266700"/>
          </a:xfrm>
          <a:custGeom>
            <a:avLst/>
            <a:gdLst>
              <a:gd name="connsiteX0" fmla="*/ 0 w 678180"/>
              <a:gd name="connsiteY0" fmla="*/ 266700 h 266700"/>
              <a:gd name="connsiteX1" fmla="*/ 327660 w 678180"/>
              <a:gd name="connsiteY1" fmla="*/ 114300 h 266700"/>
              <a:gd name="connsiteX2" fmla="*/ 678180 w 678180"/>
              <a:gd name="connsiteY2" fmla="*/ 0 h 266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78180" h="266700">
                <a:moveTo>
                  <a:pt x="0" y="266700"/>
                </a:moveTo>
                <a:cubicBezTo>
                  <a:pt x="107315" y="212725"/>
                  <a:pt x="214630" y="158750"/>
                  <a:pt x="327660" y="114300"/>
                </a:cubicBezTo>
                <a:cubicBezTo>
                  <a:pt x="440690" y="69850"/>
                  <a:pt x="559435" y="34925"/>
                  <a:pt x="678180" y="0"/>
                </a:cubicBezTo>
              </a:path>
            </a:pathLst>
          </a:custGeom>
          <a:noFill/>
          <a:ln w="82550">
            <a:solidFill>
              <a:srgbClr val="D2E0A2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9" name="任意多边形: 形状 478">
            <a:extLst>
              <a:ext uri="{FF2B5EF4-FFF2-40B4-BE49-F238E27FC236}">
                <a16:creationId xmlns:a16="http://schemas.microsoft.com/office/drawing/2014/main" id="{64D33C7D-1275-441D-9276-D25F913CABFC}"/>
              </a:ext>
            </a:extLst>
          </p:cNvPr>
          <p:cNvSpPr/>
          <p:nvPr/>
        </p:nvSpPr>
        <p:spPr>
          <a:xfrm>
            <a:off x="14914723" y="20866330"/>
            <a:ext cx="708660" cy="266700"/>
          </a:xfrm>
          <a:custGeom>
            <a:avLst/>
            <a:gdLst>
              <a:gd name="connsiteX0" fmla="*/ 0 w 708660"/>
              <a:gd name="connsiteY0" fmla="*/ 266700 h 266700"/>
              <a:gd name="connsiteX1" fmla="*/ 327660 w 708660"/>
              <a:gd name="connsiteY1" fmla="*/ 160020 h 266700"/>
              <a:gd name="connsiteX2" fmla="*/ 632460 w 708660"/>
              <a:gd name="connsiteY2" fmla="*/ 76200 h 266700"/>
              <a:gd name="connsiteX3" fmla="*/ 708660 w 708660"/>
              <a:gd name="connsiteY3" fmla="*/ 0 h 266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08660" h="266700">
                <a:moveTo>
                  <a:pt x="0" y="266700"/>
                </a:moveTo>
                <a:cubicBezTo>
                  <a:pt x="111125" y="229235"/>
                  <a:pt x="222250" y="191770"/>
                  <a:pt x="327660" y="160020"/>
                </a:cubicBezTo>
                <a:cubicBezTo>
                  <a:pt x="433070" y="128270"/>
                  <a:pt x="568960" y="102870"/>
                  <a:pt x="632460" y="76200"/>
                </a:cubicBezTo>
                <a:cubicBezTo>
                  <a:pt x="695960" y="49530"/>
                  <a:pt x="702310" y="24765"/>
                  <a:pt x="708660" y="0"/>
                </a:cubicBezTo>
              </a:path>
            </a:pathLst>
          </a:custGeom>
          <a:noFill/>
          <a:ln w="82550">
            <a:solidFill>
              <a:srgbClr val="D2E0A2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0" name="任意多边形: 形状 479">
            <a:extLst>
              <a:ext uri="{FF2B5EF4-FFF2-40B4-BE49-F238E27FC236}">
                <a16:creationId xmlns:a16="http://schemas.microsoft.com/office/drawing/2014/main" id="{9D7409FB-DBBE-4F98-AF6D-E210310A5F5B}"/>
              </a:ext>
            </a:extLst>
          </p:cNvPr>
          <p:cNvSpPr/>
          <p:nvPr/>
        </p:nvSpPr>
        <p:spPr>
          <a:xfrm>
            <a:off x="14129863" y="20157670"/>
            <a:ext cx="434340" cy="281940"/>
          </a:xfrm>
          <a:custGeom>
            <a:avLst/>
            <a:gdLst>
              <a:gd name="connsiteX0" fmla="*/ 434340 w 434340"/>
              <a:gd name="connsiteY0" fmla="*/ 281940 h 281940"/>
              <a:gd name="connsiteX1" fmla="*/ 289560 w 434340"/>
              <a:gd name="connsiteY1" fmla="*/ 91440 h 281940"/>
              <a:gd name="connsiteX2" fmla="*/ 182880 w 434340"/>
              <a:gd name="connsiteY2" fmla="*/ 22860 h 281940"/>
              <a:gd name="connsiteX3" fmla="*/ 0 w 434340"/>
              <a:gd name="connsiteY3" fmla="*/ 0 h 2819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4340" h="281940">
                <a:moveTo>
                  <a:pt x="434340" y="281940"/>
                </a:moveTo>
                <a:cubicBezTo>
                  <a:pt x="382905" y="208280"/>
                  <a:pt x="331470" y="134620"/>
                  <a:pt x="289560" y="91440"/>
                </a:cubicBezTo>
                <a:cubicBezTo>
                  <a:pt x="247650" y="48260"/>
                  <a:pt x="231140" y="38100"/>
                  <a:pt x="182880" y="22860"/>
                </a:cubicBezTo>
                <a:cubicBezTo>
                  <a:pt x="134620" y="7620"/>
                  <a:pt x="67310" y="3810"/>
                  <a:pt x="0" y="0"/>
                </a:cubicBezTo>
              </a:path>
            </a:pathLst>
          </a:custGeom>
          <a:noFill/>
          <a:ln w="82550">
            <a:solidFill>
              <a:srgbClr val="D2E0A2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1" name="任意多边形: 形状 480">
            <a:extLst>
              <a:ext uri="{FF2B5EF4-FFF2-40B4-BE49-F238E27FC236}">
                <a16:creationId xmlns:a16="http://schemas.microsoft.com/office/drawing/2014/main" id="{C9A07B94-E42E-46A2-B030-A26AC0C347AE}"/>
              </a:ext>
            </a:extLst>
          </p:cNvPr>
          <p:cNvSpPr/>
          <p:nvPr/>
        </p:nvSpPr>
        <p:spPr>
          <a:xfrm>
            <a:off x="14983303" y="21986470"/>
            <a:ext cx="305908" cy="175260"/>
          </a:xfrm>
          <a:custGeom>
            <a:avLst/>
            <a:gdLst>
              <a:gd name="connsiteX0" fmla="*/ 0 w 305908"/>
              <a:gd name="connsiteY0" fmla="*/ 175260 h 175260"/>
              <a:gd name="connsiteX1" fmla="*/ 259080 w 305908"/>
              <a:gd name="connsiteY1" fmla="*/ 60960 h 175260"/>
              <a:gd name="connsiteX2" fmla="*/ 304800 w 305908"/>
              <a:gd name="connsiteY2" fmla="*/ 0 h 175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05908" h="175260">
                <a:moveTo>
                  <a:pt x="0" y="175260"/>
                </a:moveTo>
                <a:cubicBezTo>
                  <a:pt x="104140" y="132715"/>
                  <a:pt x="208280" y="90170"/>
                  <a:pt x="259080" y="60960"/>
                </a:cubicBezTo>
                <a:cubicBezTo>
                  <a:pt x="309880" y="31750"/>
                  <a:pt x="307340" y="15875"/>
                  <a:pt x="304800" y="0"/>
                </a:cubicBezTo>
              </a:path>
            </a:pathLst>
          </a:custGeom>
          <a:noFill/>
          <a:ln w="82550">
            <a:solidFill>
              <a:srgbClr val="D2E0A2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2" name="任意多边形: 形状 481">
            <a:extLst>
              <a:ext uri="{FF2B5EF4-FFF2-40B4-BE49-F238E27FC236}">
                <a16:creationId xmlns:a16="http://schemas.microsoft.com/office/drawing/2014/main" id="{F3CED899-78CA-4E12-8B61-F8882F7B6FB9}"/>
              </a:ext>
            </a:extLst>
          </p:cNvPr>
          <p:cNvSpPr/>
          <p:nvPr/>
        </p:nvSpPr>
        <p:spPr>
          <a:xfrm>
            <a:off x="14030803" y="21368072"/>
            <a:ext cx="586740" cy="252638"/>
          </a:xfrm>
          <a:custGeom>
            <a:avLst/>
            <a:gdLst>
              <a:gd name="connsiteX0" fmla="*/ 586740 w 586740"/>
              <a:gd name="connsiteY0" fmla="*/ 252638 h 252638"/>
              <a:gd name="connsiteX1" fmla="*/ 320040 w 586740"/>
              <a:gd name="connsiteY1" fmla="*/ 100238 h 252638"/>
              <a:gd name="connsiteX2" fmla="*/ 129540 w 586740"/>
              <a:gd name="connsiteY2" fmla="*/ 8798 h 252638"/>
              <a:gd name="connsiteX3" fmla="*/ 0 w 586740"/>
              <a:gd name="connsiteY3" fmla="*/ 8798 h 2526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86740" h="252638">
                <a:moveTo>
                  <a:pt x="586740" y="252638"/>
                </a:moveTo>
                <a:cubicBezTo>
                  <a:pt x="491490" y="196758"/>
                  <a:pt x="396240" y="140878"/>
                  <a:pt x="320040" y="100238"/>
                </a:cubicBezTo>
                <a:cubicBezTo>
                  <a:pt x="243840" y="59598"/>
                  <a:pt x="182880" y="24038"/>
                  <a:pt x="129540" y="8798"/>
                </a:cubicBezTo>
                <a:cubicBezTo>
                  <a:pt x="76200" y="-6442"/>
                  <a:pt x="38100" y="1178"/>
                  <a:pt x="0" y="8798"/>
                </a:cubicBezTo>
              </a:path>
            </a:pathLst>
          </a:custGeom>
          <a:noFill/>
          <a:ln w="82550">
            <a:solidFill>
              <a:srgbClr val="D2E0A2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3" name="任意多边形: 形状 482">
            <a:extLst>
              <a:ext uri="{FF2B5EF4-FFF2-40B4-BE49-F238E27FC236}">
                <a16:creationId xmlns:a16="http://schemas.microsoft.com/office/drawing/2014/main" id="{3EB84A1A-1EA4-4CC9-B624-7B7CDDE0236D}"/>
              </a:ext>
            </a:extLst>
          </p:cNvPr>
          <p:cNvSpPr/>
          <p:nvPr/>
        </p:nvSpPr>
        <p:spPr>
          <a:xfrm>
            <a:off x="14937583" y="22618930"/>
            <a:ext cx="327660" cy="152400"/>
          </a:xfrm>
          <a:custGeom>
            <a:avLst/>
            <a:gdLst>
              <a:gd name="connsiteX0" fmla="*/ 0 w 327660"/>
              <a:gd name="connsiteY0" fmla="*/ 152400 h 152400"/>
              <a:gd name="connsiteX1" fmla="*/ 213360 w 327660"/>
              <a:gd name="connsiteY1" fmla="*/ 68580 h 152400"/>
              <a:gd name="connsiteX2" fmla="*/ 327660 w 327660"/>
              <a:gd name="connsiteY2" fmla="*/ 0 h 15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27660" h="152400">
                <a:moveTo>
                  <a:pt x="0" y="152400"/>
                </a:moveTo>
                <a:cubicBezTo>
                  <a:pt x="79375" y="123190"/>
                  <a:pt x="158750" y="93980"/>
                  <a:pt x="213360" y="68580"/>
                </a:cubicBezTo>
                <a:cubicBezTo>
                  <a:pt x="267970" y="43180"/>
                  <a:pt x="297815" y="21590"/>
                  <a:pt x="327660" y="0"/>
                </a:cubicBezTo>
              </a:path>
            </a:pathLst>
          </a:custGeom>
          <a:noFill/>
          <a:ln w="82550">
            <a:solidFill>
              <a:srgbClr val="D2E0A2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4" name="任意多边形: 形状 483">
            <a:extLst>
              <a:ext uri="{FF2B5EF4-FFF2-40B4-BE49-F238E27FC236}">
                <a16:creationId xmlns:a16="http://schemas.microsoft.com/office/drawing/2014/main" id="{C0DCC44D-E9CA-46D0-BB83-3B1D520364D3}"/>
              </a:ext>
            </a:extLst>
          </p:cNvPr>
          <p:cNvSpPr/>
          <p:nvPr/>
        </p:nvSpPr>
        <p:spPr>
          <a:xfrm>
            <a:off x="14053663" y="22116010"/>
            <a:ext cx="510540" cy="342900"/>
          </a:xfrm>
          <a:custGeom>
            <a:avLst/>
            <a:gdLst>
              <a:gd name="connsiteX0" fmla="*/ 510540 w 510540"/>
              <a:gd name="connsiteY0" fmla="*/ 342900 h 342900"/>
              <a:gd name="connsiteX1" fmla="*/ 251460 w 510540"/>
              <a:gd name="connsiteY1" fmla="*/ 114300 h 342900"/>
              <a:gd name="connsiteX2" fmla="*/ 0 w 510540"/>
              <a:gd name="connsiteY2" fmla="*/ 0 h 342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10540" h="342900">
                <a:moveTo>
                  <a:pt x="510540" y="342900"/>
                </a:moveTo>
                <a:cubicBezTo>
                  <a:pt x="423545" y="257175"/>
                  <a:pt x="336550" y="171450"/>
                  <a:pt x="251460" y="114300"/>
                </a:cubicBezTo>
                <a:cubicBezTo>
                  <a:pt x="166370" y="57150"/>
                  <a:pt x="83185" y="28575"/>
                  <a:pt x="0" y="0"/>
                </a:cubicBezTo>
              </a:path>
            </a:pathLst>
          </a:custGeom>
          <a:noFill/>
          <a:ln w="82550">
            <a:solidFill>
              <a:srgbClr val="D2E0A2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5" name="任意多边形: 形状 484">
            <a:extLst>
              <a:ext uri="{FF2B5EF4-FFF2-40B4-BE49-F238E27FC236}">
                <a16:creationId xmlns:a16="http://schemas.microsoft.com/office/drawing/2014/main" id="{02E269C4-BC2C-42BB-9EB2-DA4505A48CDE}"/>
              </a:ext>
            </a:extLst>
          </p:cNvPr>
          <p:cNvSpPr/>
          <p:nvPr/>
        </p:nvSpPr>
        <p:spPr>
          <a:xfrm>
            <a:off x="14876623" y="23236150"/>
            <a:ext cx="464820" cy="144780"/>
          </a:xfrm>
          <a:custGeom>
            <a:avLst/>
            <a:gdLst>
              <a:gd name="connsiteX0" fmla="*/ 0 w 464820"/>
              <a:gd name="connsiteY0" fmla="*/ 144780 h 144780"/>
              <a:gd name="connsiteX1" fmla="*/ 243840 w 464820"/>
              <a:gd name="connsiteY1" fmla="*/ 38100 h 144780"/>
              <a:gd name="connsiteX2" fmla="*/ 464820 w 464820"/>
              <a:gd name="connsiteY2" fmla="*/ 0 h 1447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64820" h="144780">
                <a:moveTo>
                  <a:pt x="0" y="144780"/>
                </a:moveTo>
                <a:cubicBezTo>
                  <a:pt x="83185" y="103505"/>
                  <a:pt x="166370" y="62230"/>
                  <a:pt x="243840" y="38100"/>
                </a:cubicBezTo>
                <a:cubicBezTo>
                  <a:pt x="321310" y="13970"/>
                  <a:pt x="393065" y="6985"/>
                  <a:pt x="464820" y="0"/>
                </a:cubicBezTo>
              </a:path>
            </a:pathLst>
          </a:custGeom>
          <a:noFill/>
          <a:ln w="82550">
            <a:solidFill>
              <a:srgbClr val="D2E0A2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6" name="任意多边形: 形状 485">
            <a:extLst>
              <a:ext uri="{FF2B5EF4-FFF2-40B4-BE49-F238E27FC236}">
                <a16:creationId xmlns:a16="http://schemas.microsoft.com/office/drawing/2014/main" id="{15587881-669C-4746-8D41-96AB4587CD5F}"/>
              </a:ext>
            </a:extLst>
          </p:cNvPr>
          <p:cNvSpPr/>
          <p:nvPr/>
        </p:nvSpPr>
        <p:spPr>
          <a:xfrm>
            <a:off x="14678503" y="24089590"/>
            <a:ext cx="609600" cy="426720"/>
          </a:xfrm>
          <a:custGeom>
            <a:avLst/>
            <a:gdLst>
              <a:gd name="connsiteX0" fmla="*/ 0 w 609600"/>
              <a:gd name="connsiteY0" fmla="*/ 426720 h 426720"/>
              <a:gd name="connsiteX1" fmla="*/ 342900 w 609600"/>
              <a:gd name="connsiteY1" fmla="*/ 152400 h 426720"/>
              <a:gd name="connsiteX2" fmla="*/ 609600 w 609600"/>
              <a:gd name="connsiteY2" fmla="*/ 0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09600" h="426720">
                <a:moveTo>
                  <a:pt x="0" y="426720"/>
                </a:moveTo>
                <a:cubicBezTo>
                  <a:pt x="120650" y="325120"/>
                  <a:pt x="241300" y="223520"/>
                  <a:pt x="342900" y="152400"/>
                </a:cubicBezTo>
                <a:cubicBezTo>
                  <a:pt x="444500" y="81280"/>
                  <a:pt x="527050" y="40640"/>
                  <a:pt x="609600" y="0"/>
                </a:cubicBezTo>
              </a:path>
            </a:pathLst>
          </a:custGeom>
          <a:noFill/>
          <a:ln w="82550">
            <a:solidFill>
              <a:srgbClr val="D2E0A2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7" name="任意多边形: 形状 486">
            <a:extLst>
              <a:ext uri="{FF2B5EF4-FFF2-40B4-BE49-F238E27FC236}">
                <a16:creationId xmlns:a16="http://schemas.microsoft.com/office/drawing/2014/main" id="{B765944C-7DBA-4C93-9EA3-695EAC52288D}"/>
              </a:ext>
            </a:extLst>
          </p:cNvPr>
          <p:cNvSpPr/>
          <p:nvPr/>
        </p:nvSpPr>
        <p:spPr>
          <a:xfrm>
            <a:off x="13771723" y="24264850"/>
            <a:ext cx="502920" cy="381000"/>
          </a:xfrm>
          <a:custGeom>
            <a:avLst/>
            <a:gdLst>
              <a:gd name="connsiteX0" fmla="*/ 502920 w 502920"/>
              <a:gd name="connsiteY0" fmla="*/ 381000 h 381000"/>
              <a:gd name="connsiteX1" fmla="*/ 274320 w 502920"/>
              <a:gd name="connsiteY1" fmla="*/ 114300 h 381000"/>
              <a:gd name="connsiteX2" fmla="*/ 0 w 502920"/>
              <a:gd name="connsiteY2" fmla="*/ 0 h 381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02920" h="381000">
                <a:moveTo>
                  <a:pt x="502920" y="381000"/>
                </a:moveTo>
                <a:cubicBezTo>
                  <a:pt x="430530" y="279400"/>
                  <a:pt x="358140" y="177800"/>
                  <a:pt x="274320" y="114300"/>
                </a:cubicBezTo>
                <a:cubicBezTo>
                  <a:pt x="190500" y="50800"/>
                  <a:pt x="95250" y="25400"/>
                  <a:pt x="0" y="0"/>
                </a:cubicBezTo>
              </a:path>
            </a:pathLst>
          </a:custGeom>
          <a:noFill/>
          <a:ln w="82550">
            <a:solidFill>
              <a:srgbClr val="D2E0A2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8" name="任意多边形: 形状 487">
            <a:extLst>
              <a:ext uri="{FF2B5EF4-FFF2-40B4-BE49-F238E27FC236}">
                <a16:creationId xmlns:a16="http://schemas.microsoft.com/office/drawing/2014/main" id="{CB921C60-E637-4FCC-8973-4BF4B4C23EDE}"/>
              </a:ext>
            </a:extLst>
          </p:cNvPr>
          <p:cNvSpPr/>
          <p:nvPr/>
        </p:nvSpPr>
        <p:spPr>
          <a:xfrm>
            <a:off x="14175583" y="22999524"/>
            <a:ext cx="365760" cy="289966"/>
          </a:xfrm>
          <a:custGeom>
            <a:avLst/>
            <a:gdLst>
              <a:gd name="connsiteX0" fmla="*/ 365760 w 365760"/>
              <a:gd name="connsiteY0" fmla="*/ 289966 h 289966"/>
              <a:gd name="connsiteX1" fmla="*/ 175260 w 365760"/>
              <a:gd name="connsiteY1" fmla="*/ 46126 h 289966"/>
              <a:gd name="connsiteX2" fmla="*/ 0 w 365760"/>
              <a:gd name="connsiteY2" fmla="*/ 406 h 289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65760" h="289966">
                <a:moveTo>
                  <a:pt x="365760" y="289966"/>
                </a:moveTo>
                <a:cubicBezTo>
                  <a:pt x="300990" y="192176"/>
                  <a:pt x="236220" y="94386"/>
                  <a:pt x="175260" y="46126"/>
                </a:cubicBezTo>
                <a:cubicBezTo>
                  <a:pt x="114300" y="-2134"/>
                  <a:pt x="57150" y="-864"/>
                  <a:pt x="0" y="406"/>
                </a:cubicBezTo>
              </a:path>
            </a:pathLst>
          </a:custGeom>
          <a:noFill/>
          <a:ln w="82550">
            <a:solidFill>
              <a:srgbClr val="D2E0A2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9" name="矩形 488">
            <a:extLst>
              <a:ext uri="{FF2B5EF4-FFF2-40B4-BE49-F238E27FC236}">
                <a16:creationId xmlns:a16="http://schemas.microsoft.com/office/drawing/2014/main" id="{A06D4074-6C27-4FEF-AC04-84538D9FB3A5}"/>
              </a:ext>
            </a:extLst>
          </p:cNvPr>
          <p:cNvSpPr/>
          <p:nvPr/>
        </p:nvSpPr>
        <p:spPr>
          <a:xfrm>
            <a:off x="17621569" y="24995099"/>
            <a:ext cx="1312704" cy="335281"/>
          </a:xfrm>
          <a:prstGeom prst="rect">
            <a:avLst/>
          </a:prstGeom>
          <a:noFill/>
          <a:ln w="19050">
            <a:solidFill>
              <a:srgbClr val="948F90"/>
            </a:solidFill>
          </a:ln>
          <a:effectLst>
            <a:glow rad="139700">
              <a:srgbClr val="B1AC9F"/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0" name="矩形 489">
            <a:extLst>
              <a:ext uri="{FF2B5EF4-FFF2-40B4-BE49-F238E27FC236}">
                <a16:creationId xmlns:a16="http://schemas.microsoft.com/office/drawing/2014/main" id="{B4176003-A24F-48E1-A927-300B8D329113}"/>
              </a:ext>
            </a:extLst>
          </p:cNvPr>
          <p:cNvSpPr/>
          <p:nvPr/>
        </p:nvSpPr>
        <p:spPr>
          <a:xfrm>
            <a:off x="18277921" y="23928299"/>
            <a:ext cx="1509792" cy="335281"/>
          </a:xfrm>
          <a:prstGeom prst="rect">
            <a:avLst/>
          </a:prstGeom>
          <a:noFill/>
          <a:ln w="19050">
            <a:solidFill>
              <a:srgbClr val="948F90"/>
            </a:solidFill>
          </a:ln>
          <a:effectLst>
            <a:glow rad="139700">
              <a:srgbClr val="B1AC9F"/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1" name="矩形 490">
            <a:extLst>
              <a:ext uri="{FF2B5EF4-FFF2-40B4-BE49-F238E27FC236}">
                <a16:creationId xmlns:a16="http://schemas.microsoft.com/office/drawing/2014/main" id="{2E64BB5C-5F92-42AE-ABF4-4553A36D3495}"/>
              </a:ext>
            </a:extLst>
          </p:cNvPr>
          <p:cNvSpPr/>
          <p:nvPr/>
        </p:nvSpPr>
        <p:spPr>
          <a:xfrm>
            <a:off x="18804971" y="22006965"/>
            <a:ext cx="1700292" cy="335281"/>
          </a:xfrm>
          <a:prstGeom prst="rect">
            <a:avLst/>
          </a:prstGeom>
          <a:noFill/>
          <a:ln w="19050">
            <a:solidFill>
              <a:srgbClr val="948F90"/>
            </a:solidFill>
          </a:ln>
          <a:effectLst>
            <a:glow rad="139700">
              <a:srgbClr val="B1AC9F"/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2" name="任意多边形: 形状 491">
            <a:extLst>
              <a:ext uri="{FF2B5EF4-FFF2-40B4-BE49-F238E27FC236}">
                <a16:creationId xmlns:a16="http://schemas.microsoft.com/office/drawing/2014/main" id="{8B49E873-36BD-44E3-A528-D1B82CC44627}"/>
              </a:ext>
            </a:extLst>
          </p:cNvPr>
          <p:cNvSpPr/>
          <p:nvPr/>
        </p:nvSpPr>
        <p:spPr>
          <a:xfrm>
            <a:off x="17958913" y="22203640"/>
            <a:ext cx="752475" cy="561975"/>
          </a:xfrm>
          <a:custGeom>
            <a:avLst/>
            <a:gdLst>
              <a:gd name="connsiteX0" fmla="*/ 0 w 752475"/>
              <a:gd name="connsiteY0" fmla="*/ 561975 h 561975"/>
              <a:gd name="connsiteX1" fmla="*/ 219075 w 752475"/>
              <a:gd name="connsiteY1" fmla="*/ 266700 h 561975"/>
              <a:gd name="connsiteX2" fmla="*/ 609600 w 752475"/>
              <a:gd name="connsiteY2" fmla="*/ 114300 h 561975"/>
              <a:gd name="connsiteX3" fmla="*/ 752475 w 752475"/>
              <a:gd name="connsiteY3" fmla="*/ 0 h 561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52475" h="561975">
                <a:moveTo>
                  <a:pt x="0" y="561975"/>
                </a:moveTo>
                <a:cubicBezTo>
                  <a:pt x="58737" y="451643"/>
                  <a:pt x="117475" y="341312"/>
                  <a:pt x="219075" y="266700"/>
                </a:cubicBezTo>
                <a:cubicBezTo>
                  <a:pt x="320675" y="192088"/>
                  <a:pt x="520700" y="158750"/>
                  <a:pt x="609600" y="114300"/>
                </a:cubicBezTo>
                <a:cubicBezTo>
                  <a:pt x="698500" y="69850"/>
                  <a:pt x="725487" y="34925"/>
                  <a:pt x="752475" y="0"/>
                </a:cubicBezTo>
              </a:path>
            </a:pathLst>
          </a:custGeom>
          <a:noFill/>
          <a:ln w="92075">
            <a:solidFill>
              <a:srgbClr val="BDB9D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3" name="任意多边形: 形状 492">
            <a:extLst>
              <a:ext uri="{FF2B5EF4-FFF2-40B4-BE49-F238E27FC236}">
                <a16:creationId xmlns:a16="http://schemas.microsoft.com/office/drawing/2014/main" id="{078017B1-C3CE-4115-86EA-7184A20B27FE}"/>
              </a:ext>
            </a:extLst>
          </p:cNvPr>
          <p:cNvSpPr/>
          <p:nvPr/>
        </p:nvSpPr>
        <p:spPr>
          <a:xfrm>
            <a:off x="17368363" y="24118165"/>
            <a:ext cx="828675" cy="495300"/>
          </a:xfrm>
          <a:custGeom>
            <a:avLst/>
            <a:gdLst>
              <a:gd name="connsiteX0" fmla="*/ 0 w 828675"/>
              <a:gd name="connsiteY0" fmla="*/ 495300 h 495300"/>
              <a:gd name="connsiteX1" fmla="*/ 266700 w 828675"/>
              <a:gd name="connsiteY1" fmla="*/ 228600 h 495300"/>
              <a:gd name="connsiteX2" fmla="*/ 695325 w 828675"/>
              <a:gd name="connsiteY2" fmla="*/ 47625 h 495300"/>
              <a:gd name="connsiteX3" fmla="*/ 828675 w 828675"/>
              <a:gd name="connsiteY3" fmla="*/ 0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8675" h="495300">
                <a:moveTo>
                  <a:pt x="0" y="495300"/>
                </a:moveTo>
                <a:cubicBezTo>
                  <a:pt x="75406" y="399256"/>
                  <a:pt x="150813" y="303212"/>
                  <a:pt x="266700" y="228600"/>
                </a:cubicBezTo>
                <a:cubicBezTo>
                  <a:pt x="382587" y="153988"/>
                  <a:pt x="601663" y="85725"/>
                  <a:pt x="695325" y="47625"/>
                </a:cubicBezTo>
                <a:cubicBezTo>
                  <a:pt x="788987" y="9525"/>
                  <a:pt x="808831" y="4762"/>
                  <a:pt x="828675" y="0"/>
                </a:cubicBezTo>
              </a:path>
            </a:pathLst>
          </a:custGeom>
          <a:noFill/>
          <a:ln w="92075">
            <a:solidFill>
              <a:srgbClr val="BDB9D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4" name="任意多边形: 形状 493">
            <a:extLst>
              <a:ext uri="{FF2B5EF4-FFF2-40B4-BE49-F238E27FC236}">
                <a16:creationId xmlns:a16="http://schemas.microsoft.com/office/drawing/2014/main" id="{4E54C61F-E0B7-471A-99F6-345CC24F59B7}"/>
              </a:ext>
            </a:extLst>
          </p:cNvPr>
          <p:cNvSpPr/>
          <p:nvPr/>
        </p:nvSpPr>
        <p:spPr>
          <a:xfrm>
            <a:off x="16768288" y="25127815"/>
            <a:ext cx="771525" cy="285750"/>
          </a:xfrm>
          <a:custGeom>
            <a:avLst/>
            <a:gdLst>
              <a:gd name="connsiteX0" fmla="*/ 0 w 771525"/>
              <a:gd name="connsiteY0" fmla="*/ 285750 h 285750"/>
              <a:gd name="connsiteX1" fmla="*/ 323850 w 771525"/>
              <a:gd name="connsiteY1" fmla="*/ 123825 h 285750"/>
              <a:gd name="connsiteX2" fmla="*/ 619125 w 771525"/>
              <a:gd name="connsiteY2" fmla="*/ 76200 h 285750"/>
              <a:gd name="connsiteX3" fmla="*/ 771525 w 771525"/>
              <a:gd name="connsiteY3" fmla="*/ 0 h 285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71525" h="285750">
                <a:moveTo>
                  <a:pt x="0" y="285750"/>
                </a:moveTo>
                <a:cubicBezTo>
                  <a:pt x="110331" y="222250"/>
                  <a:pt x="220663" y="158750"/>
                  <a:pt x="323850" y="123825"/>
                </a:cubicBezTo>
                <a:cubicBezTo>
                  <a:pt x="427037" y="88900"/>
                  <a:pt x="544512" y="96838"/>
                  <a:pt x="619125" y="76200"/>
                </a:cubicBezTo>
                <a:cubicBezTo>
                  <a:pt x="693738" y="55562"/>
                  <a:pt x="732631" y="27781"/>
                  <a:pt x="771525" y="0"/>
                </a:cubicBezTo>
              </a:path>
            </a:pathLst>
          </a:custGeom>
          <a:noFill/>
          <a:ln w="92075">
            <a:solidFill>
              <a:srgbClr val="BDB9D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95" name="直接连接符 494">
            <a:extLst>
              <a:ext uri="{FF2B5EF4-FFF2-40B4-BE49-F238E27FC236}">
                <a16:creationId xmlns:a16="http://schemas.microsoft.com/office/drawing/2014/main" id="{7BA4F9B0-2AD0-46E4-8AC2-E12E63EA76FE}"/>
              </a:ext>
            </a:extLst>
          </p:cNvPr>
          <p:cNvCxnSpPr/>
          <p:nvPr/>
        </p:nvCxnSpPr>
        <p:spPr>
          <a:xfrm>
            <a:off x="1118713" y="19773434"/>
            <a:ext cx="20021550" cy="0"/>
          </a:xfrm>
          <a:prstGeom prst="line">
            <a:avLst/>
          </a:prstGeom>
          <a:ln w="38100">
            <a:solidFill>
              <a:srgbClr val="ACACAC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6" name="直接连接符 495">
            <a:extLst>
              <a:ext uri="{FF2B5EF4-FFF2-40B4-BE49-F238E27FC236}">
                <a16:creationId xmlns:a16="http://schemas.microsoft.com/office/drawing/2014/main" id="{A7E3C4E7-18C9-4B6E-85CD-0292AFDE4E43}"/>
              </a:ext>
            </a:extLst>
          </p:cNvPr>
          <p:cNvCxnSpPr/>
          <p:nvPr/>
        </p:nvCxnSpPr>
        <p:spPr>
          <a:xfrm>
            <a:off x="1227570" y="21667549"/>
            <a:ext cx="20021550" cy="0"/>
          </a:xfrm>
          <a:prstGeom prst="line">
            <a:avLst/>
          </a:prstGeom>
          <a:ln w="38100">
            <a:solidFill>
              <a:srgbClr val="ACACAC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7" name="直接连接符 496">
            <a:extLst>
              <a:ext uri="{FF2B5EF4-FFF2-40B4-BE49-F238E27FC236}">
                <a16:creationId xmlns:a16="http://schemas.microsoft.com/office/drawing/2014/main" id="{A54DF8B0-1A53-4E5B-8BAE-7C6D0EAE314E}"/>
              </a:ext>
            </a:extLst>
          </p:cNvPr>
          <p:cNvCxnSpPr/>
          <p:nvPr/>
        </p:nvCxnSpPr>
        <p:spPr>
          <a:xfrm>
            <a:off x="1227570" y="23474578"/>
            <a:ext cx="20021550" cy="0"/>
          </a:xfrm>
          <a:prstGeom prst="line">
            <a:avLst/>
          </a:prstGeom>
          <a:ln w="38100">
            <a:solidFill>
              <a:srgbClr val="ACACAC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8" name="直接连接符 497">
            <a:extLst>
              <a:ext uri="{FF2B5EF4-FFF2-40B4-BE49-F238E27FC236}">
                <a16:creationId xmlns:a16="http://schemas.microsoft.com/office/drawing/2014/main" id="{3F1766F8-7554-447B-A448-10F91E5B5F8F}"/>
              </a:ext>
            </a:extLst>
          </p:cNvPr>
          <p:cNvCxnSpPr/>
          <p:nvPr/>
        </p:nvCxnSpPr>
        <p:spPr>
          <a:xfrm>
            <a:off x="1163389" y="24817150"/>
            <a:ext cx="20021550" cy="0"/>
          </a:xfrm>
          <a:prstGeom prst="line">
            <a:avLst/>
          </a:prstGeom>
          <a:ln w="38100">
            <a:solidFill>
              <a:srgbClr val="ACACAC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9" name="直接连接符 498">
            <a:extLst>
              <a:ext uri="{FF2B5EF4-FFF2-40B4-BE49-F238E27FC236}">
                <a16:creationId xmlns:a16="http://schemas.microsoft.com/office/drawing/2014/main" id="{A5390630-D173-4A21-9254-CB8A7D18541A}"/>
              </a:ext>
            </a:extLst>
          </p:cNvPr>
          <p:cNvCxnSpPr/>
          <p:nvPr/>
        </p:nvCxnSpPr>
        <p:spPr>
          <a:xfrm>
            <a:off x="1227570" y="25542864"/>
            <a:ext cx="20021550" cy="0"/>
          </a:xfrm>
          <a:prstGeom prst="line">
            <a:avLst/>
          </a:prstGeom>
          <a:ln w="38100">
            <a:solidFill>
              <a:srgbClr val="ACACAC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0" name="直接连接符 499">
            <a:extLst>
              <a:ext uri="{FF2B5EF4-FFF2-40B4-BE49-F238E27FC236}">
                <a16:creationId xmlns:a16="http://schemas.microsoft.com/office/drawing/2014/main" id="{0A5F52F6-FCCA-4662-B7FE-88EA01ADB4F3}"/>
              </a:ext>
            </a:extLst>
          </p:cNvPr>
          <p:cNvCxnSpPr/>
          <p:nvPr/>
        </p:nvCxnSpPr>
        <p:spPr>
          <a:xfrm>
            <a:off x="1227570" y="26065378"/>
            <a:ext cx="20021550" cy="0"/>
          </a:xfrm>
          <a:prstGeom prst="line">
            <a:avLst/>
          </a:prstGeom>
          <a:ln w="38100">
            <a:solidFill>
              <a:srgbClr val="ACACAC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1" name="直接连接符 500">
            <a:extLst>
              <a:ext uri="{FF2B5EF4-FFF2-40B4-BE49-F238E27FC236}">
                <a16:creationId xmlns:a16="http://schemas.microsoft.com/office/drawing/2014/main" id="{0468AA81-0084-4CA7-8B64-2469E8AC8A01}"/>
              </a:ext>
            </a:extLst>
          </p:cNvPr>
          <p:cNvCxnSpPr/>
          <p:nvPr/>
        </p:nvCxnSpPr>
        <p:spPr>
          <a:xfrm>
            <a:off x="1227570" y="26631435"/>
            <a:ext cx="20021550" cy="0"/>
          </a:xfrm>
          <a:prstGeom prst="line">
            <a:avLst/>
          </a:prstGeom>
          <a:ln w="38100">
            <a:solidFill>
              <a:srgbClr val="ACACAC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96654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295</TotalTime>
  <Words>7</Words>
  <Application>Microsoft Office PowerPoint</Application>
  <PresentationFormat>自定义</PresentationFormat>
  <Paragraphs>1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等线</vt:lpstr>
      <vt:lpstr>等线 Light</vt:lpstr>
      <vt:lpstr>Arial</vt:lpstr>
      <vt:lpstr>Times New Roman</vt:lpstr>
      <vt:lpstr>Wingdings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cp:revision>26</cp:revision>
  <dcterms:created xsi:type="dcterms:W3CDTF">2025-09-29T11:46:49Z</dcterms:created>
  <dcterms:modified xsi:type="dcterms:W3CDTF">2025-10-10T11:53:45Z</dcterms:modified>
</cp:coreProperties>
</file>